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theme/theme4.xml" ContentType="application/vnd.openxmlformats-officedocument.theme+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theme/theme5.xml" ContentType="application/vnd.openxmlformats-officedocument.theme+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theme/theme6.xml" ContentType="application/vnd.openxmlformats-officedocument.theme+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theme/theme7.xml" ContentType="application/vnd.openxmlformats-officedocument.theme+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theme/theme8.xml" ContentType="application/vnd.openxmlformats-officedocument.theme+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theme/theme9.xml" ContentType="application/vnd.openxmlformats-officedocument.theme+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theme/theme10.xml" ContentType="application/vnd.openxmlformats-officedocument.theme+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theme/theme11.xml" ContentType="application/vnd.openxmlformats-officedocument.theme+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theme/theme12.xml" ContentType="application/vnd.openxmlformats-officedocument.theme+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theme/theme13.xml" ContentType="application/vnd.openxmlformats-officedocument.theme+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slideLayouts/slideLayout454.xml" ContentType="application/vnd.openxmlformats-officedocument.presentationml.slideLayout+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slideLayouts/slideLayout457.xml" ContentType="application/vnd.openxmlformats-officedocument.presentationml.slideLayout+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slideLayouts/slideLayout463.xml" ContentType="application/vnd.openxmlformats-officedocument.presentationml.slideLayout+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slideLayouts/slideLayout466.xml" ContentType="application/vnd.openxmlformats-officedocument.presentationml.slideLayout+xml"/>
  <Override PartName="/ppt/slideLayouts/slideLayout467.xml" ContentType="application/vnd.openxmlformats-officedocument.presentationml.slideLayout+xml"/>
  <Override PartName="/ppt/slideLayouts/slideLayout468.xml" ContentType="application/vnd.openxmlformats-officedocument.presentationml.slideLayout+xml"/>
  <Override PartName="/ppt/slideLayouts/slideLayout469.xml" ContentType="application/vnd.openxmlformats-officedocument.presentationml.slideLayout+xml"/>
  <Override PartName="/ppt/slideLayouts/slideLayout470.xml" ContentType="application/vnd.openxmlformats-officedocument.presentationml.slideLayout+xml"/>
  <Override PartName="/ppt/slideLayouts/slideLayout471.xml" ContentType="application/vnd.openxmlformats-officedocument.presentationml.slideLayout+xml"/>
  <Override PartName="/ppt/slideLayouts/slideLayout472.xml" ContentType="application/vnd.openxmlformats-officedocument.presentationml.slideLayout+xml"/>
  <Override PartName="/ppt/slideLayouts/slideLayout473.xml" ContentType="application/vnd.openxmlformats-officedocument.presentationml.slideLayout+xml"/>
  <Override PartName="/ppt/slideLayouts/slideLayout474.xml" ContentType="application/vnd.openxmlformats-officedocument.presentationml.slideLayout+xml"/>
  <Override PartName="/ppt/theme/theme14.xml" ContentType="application/vnd.openxmlformats-officedocument.theme+xml"/>
  <Override PartName="/ppt/slideLayouts/slideLayout475.xml" ContentType="application/vnd.openxmlformats-officedocument.presentationml.slideLayout+xml"/>
  <Override PartName="/ppt/slideLayouts/slideLayout476.xml" ContentType="application/vnd.openxmlformats-officedocument.presentationml.slideLayout+xml"/>
  <Override PartName="/ppt/slideLayouts/slideLayout477.xml" ContentType="application/vnd.openxmlformats-officedocument.presentationml.slideLayout+xml"/>
  <Override PartName="/ppt/slideLayouts/slideLayout478.xml" ContentType="application/vnd.openxmlformats-officedocument.presentationml.slideLayout+xml"/>
  <Override PartName="/ppt/slideLayouts/slideLayout479.xml" ContentType="application/vnd.openxmlformats-officedocument.presentationml.slideLayout+xml"/>
  <Override PartName="/ppt/slideLayouts/slideLayout480.xml" ContentType="application/vnd.openxmlformats-officedocument.presentationml.slideLayout+xml"/>
  <Override PartName="/ppt/slideLayouts/slideLayout481.xml" ContentType="application/vnd.openxmlformats-officedocument.presentationml.slideLayout+xml"/>
  <Override PartName="/ppt/slideLayouts/slideLayout482.xml" ContentType="application/vnd.openxmlformats-officedocument.presentationml.slideLayout+xml"/>
  <Override PartName="/ppt/slideLayouts/slideLayout483.xml" ContentType="application/vnd.openxmlformats-officedocument.presentationml.slideLayout+xml"/>
  <Override PartName="/ppt/slideLayouts/slideLayout484.xml" ContentType="application/vnd.openxmlformats-officedocument.presentationml.slideLayout+xml"/>
  <Override PartName="/ppt/slideLayouts/slideLayout485.xml" ContentType="application/vnd.openxmlformats-officedocument.presentationml.slideLayout+xml"/>
  <Override PartName="/ppt/slideLayouts/slideLayout486.xml" ContentType="application/vnd.openxmlformats-officedocument.presentationml.slideLayout+xml"/>
  <Override PartName="/ppt/slideLayouts/slideLayout487.xml" ContentType="application/vnd.openxmlformats-officedocument.presentationml.slideLayout+xml"/>
  <Override PartName="/ppt/slideLayouts/slideLayout488.xml" ContentType="application/vnd.openxmlformats-officedocument.presentationml.slideLayout+xml"/>
  <Override PartName="/ppt/slideLayouts/slideLayout489.xml" ContentType="application/vnd.openxmlformats-officedocument.presentationml.slideLayout+xml"/>
  <Override PartName="/ppt/slideLayouts/slideLayout490.xml" ContentType="application/vnd.openxmlformats-officedocument.presentationml.slideLayout+xml"/>
  <Override PartName="/ppt/slideLayouts/slideLayout491.xml" ContentType="application/vnd.openxmlformats-officedocument.presentationml.slideLayout+xml"/>
  <Override PartName="/ppt/slideLayouts/slideLayout492.xml" ContentType="application/vnd.openxmlformats-officedocument.presentationml.slideLayout+xml"/>
  <Override PartName="/ppt/slideLayouts/slideLayout493.xml" ContentType="application/vnd.openxmlformats-officedocument.presentationml.slideLayout+xml"/>
  <Override PartName="/ppt/slideLayouts/slideLayout494.xml" ContentType="application/vnd.openxmlformats-officedocument.presentationml.slideLayout+xml"/>
  <Override PartName="/ppt/slideLayouts/slideLayout495.xml" ContentType="application/vnd.openxmlformats-officedocument.presentationml.slideLayout+xml"/>
  <Override PartName="/ppt/slideLayouts/slideLayout496.xml" ContentType="application/vnd.openxmlformats-officedocument.presentationml.slideLayout+xml"/>
  <Override PartName="/ppt/slideLayouts/slideLayout497.xml" ContentType="application/vnd.openxmlformats-officedocument.presentationml.slideLayout+xml"/>
  <Override PartName="/ppt/slideLayouts/slideLayout498.xml" ContentType="application/vnd.openxmlformats-officedocument.presentationml.slideLayout+xml"/>
  <Override PartName="/ppt/slideLayouts/slideLayout499.xml" ContentType="application/vnd.openxmlformats-officedocument.presentationml.slideLayout+xml"/>
  <Override PartName="/ppt/slideLayouts/slideLayout500.xml" ContentType="application/vnd.openxmlformats-officedocument.presentationml.slideLayout+xml"/>
  <Override PartName="/ppt/slideLayouts/slideLayout501.xml" ContentType="application/vnd.openxmlformats-officedocument.presentationml.slideLayout+xml"/>
  <Override PartName="/ppt/slideLayouts/slideLayout502.xml" ContentType="application/vnd.openxmlformats-officedocument.presentationml.slideLayout+xml"/>
  <Override PartName="/ppt/slideLayouts/slideLayout503.xml" ContentType="application/vnd.openxmlformats-officedocument.presentationml.slideLayout+xml"/>
  <Override PartName="/ppt/slideLayouts/slideLayout504.xml" ContentType="application/vnd.openxmlformats-officedocument.presentationml.slideLayout+xml"/>
  <Override PartName="/ppt/slideLayouts/slideLayout505.xml" ContentType="application/vnd.openxmlformats-officedocument.presentationml.slideLayout+xml"/>
  <Override PartName="/ppt/slideLayouts/slideLayout506.xml" ContentType="application/vnd.openxmlformats-officedocument.presentationml.slideLayout+xml"/>
  <Override PartName="/ppt/slideLayouts/slideLayout507.xml" ContentType="application/vnd.openxmlformats-officedocument.presentationml.slideLayout+xml"/>
  <Override PartName="/ppt/slideLayouts/slideLayout508.xml" ContentType="application/vnd.openxmlformats-officedocument.presentationml.slideLayout+xml"/>
  <Override PartName="/ppt/slideLayouts/slideLayout509.xml" ContentType="application/vnd.openxmlformats-officedocument.presentationml.slideLayout+xml"/>
  <Override PartName="/ppt/slideLayouts/slideLayout510.xml" ContentType="application/vnd.openxmlformats-officedocument.presentationml.slideLayout+xml"/>
  <Override PartName="/ppt/slideLayouts/slideLayout511.xml" ContentType="application/vnd.openxmlformats-officedocument.presentationml.slideLayout+xml"/>
  <Override PartName="/ppt/slideLayouts/slideLayout512.xml" ContentType="application/vnd.openxmlformats-officedocument.presentationml.slideLayout+xml"/>
  <Override PartName="/ppt/slideLayouts/slideLayout513.xml" ContentType="application/vnd.openxmlformats-officedocument.presentationml.slideLayout+xml"/>
  <Override PartName="/ppt/slideLayouts/slideLayout514.xml" ContentType="application/vnd.openxmlformats-officedocument.presentationml.slideLayout+xml"/>
  <Override PartName="/ppt/slideLayouts/slideLayout515.xml" ContentType="application/vnd.openxmlformats-officedocument.presentationml.slideLayout+xml"/>
  <Override PartName="/ppt/slideLayouts/slideLayout516.xml" ContentType="application/vnd.openxmlformats-officedocument.presentationml.slideLayout+xml"/>
  <Override PartName="/ppt/slideLayouts/slideLayout517.xml" ContentType="application/vnd.openxmlformats-officedocument.presentationml.slideLayout+xml"/>
  <Override PartName="/ppt/slideLayouts/slideLayout518.xml" ContentType="application/vnd.openxmlformats-officedocument.presentationml.slideLayout+xml"/>
  <Override PartName="/ppt/slideLayouts/slideLayout519.xml" ContentType="application/vnd.openxmlformats-officedocument.presentationml.slideLayout+xml"/>
  <Override PartName="/ppt/slideLayouts/slideLayout520.xml" ContentType="application/vnd.openxmlformats-officedocument.presentationml.slideLayout+xml"/>
  <Override PartName="/ppt/slideLayouts/slideLayout521.xml" ContentType="application/vnd.openxmlformats-officedocument.presentationml.slideLayout+xml"/>
  <Override PartName="/ppt/slideLayouts/slideLayout522.xml" ContentType="application/vnd.openxmlformats-officedocument.presentationml.slideLayout+xml"/>
  <Override PartName="/ppt/slideLayouts/slideLayout523.xml" ContentType="application/vnd.openxmlformats-officedocument.presentationml.slideLayout+xml"/>
  <Override PartName="/ppt/slideLayouts/slideLayout524.xml" ContentType="application/vnd.openxmlformats-officedocument.presentationml.slideLayout+xml"/>
  <Override PartName="/ppt/slideLayouts/slideLayout525.xml" ContentType="application/vnd.openxmlformats-officedocument.presentationml.slideLayout+xml"/>
  <Override PartName="/ppt/slideLayouts/slideLayout526.xml" ContentType="application/vnd.openxmlformats-officedocument.presentationml.slideLayout+xml"/>
  <Override PartName="/ppt/slideLayouts/slideLayout527.xml" ContentType="application/vnd.openxmlformats-officedocument.presentationml.slideLayout+xml"/>
  <Override PartName="/ppt/slideLayouts/slideLayout528.xml" ContentType="application/vnd.openxmlformats-officedocument.presentationml.slideLayout+xml"/>
  <Override PartName="/ppt/slideLayouts/slideLayout529.xml" ContentType="application/vnd.openxmlformats-officedocument.presentationml.slideLayout+xml"/>
  <Override PartName="/ppt/slideLayouts/slideLayout530.xml" ContentType="application/vnd.openxmlformats-officedocument.presentationml.slideLayout+xml"/>
  <Override PartName="/ppt/slideLayouts/slideLayout531.xml" ContentType="application/vnd.openxmlformats-officedocument.presentationml.slideLayout+xml"/>
  <Override PartName="/ppt/slideLayouts/slideLayout532.xml" ContentType="application/vnd.openxmlformats-officedocument.presentationml.slideLayout+xml"/>
  <Override PartName="/ppt/slideLayouts/slideLayout533.xml" ContentType="application/vnd.openxmlformats-officedocument.presentationml.slideLayout+xml"/>
  <Override PartName="/ppt/slideLayouts/slideLayout534.xml" ContentType="application/vnd.openxmlformats-officedocument.presentationml.slideLayout+xml"/>
  <Override PartName="/ppt/slideLayouts/slideLayout53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53" r:id="rId1"/>
    <p:sldMasterId id="2147483675" r:id="rId2"/>
    <p:sldMasterId id="2147483692" r:id="rId3"/>
    <p:sldMasterId id="2147483709" r:id="rId4"/>
    <p:sldMasterId id="2147483776" r:id="rId5"/>
    <p:sldMasterId id="2147483831" r:id="rId6"/>
    <p:sldMasterId id="2147483848" r:id="rId7"/>
    <p:sldMasterId id="2147483865" r:id="rId8"/>
    <p:sldMasterId id="2147483876" r:id="rId9"/>
    <p:sldMasterId id="2147483887" r:id="rId10"/>
    <p:sldMasterId id="2147483904" r:id="rId11"/>
    <p:sldMasterId id="2147483968" r:id="rId12"/>
    <p:sldMasterId id="2147484029" r:id="rId13"/>
    <p:sldMasterId id="2147484091" r:id="rId14"/>
    <p:sldMasterId id="2147484147" r:id="rId15"/>
  </p:sldMasterIdLst>
  <p:notesMasterIdLst>
    <p:notesMasterId r:id="rId25"/>
  </p:notesMasterIdLst>
  <p:handoutMasterIdLst>
    <p:handoutMasterId r:id="rId26"/>
  </p:handoutMasterIdLst>
  <p:sldIdLst>
    <p:sldId id="575" r:id="rId16"/>
    <p:sldId id="576" r:id="rId17"/>
    <p:sldId id="577" r:id="rId18"/>
    <p:sldId id="583" r:id="rId19"/>
    <p:sldId id="584" r:id="rId20"/>
    <p:sldId id="586" r:id="rId21"/>
    <p:sldId id="580" r:id="rId22"/>
    <p:sldId id="582" r:id="rId23"/>
    <p:sldId id="581" r:id="rId24"/>
  </p:sldIdLst>
  <p:sldSz cx="9144000" cy="5143500" type="screen16x9"/>
  <p:notesSz cx="6858000" cy="9144000"/>
  <p:embeddedFontLst>
    <p:embeddedFont>
      <p:font typeface="Lato" panose="020F0502020204030203" pitchFamily="34" charset="0"/>
      <p:regular r:id="rId27"/>
      <p:bold r:id="rId28"/>
      <p:italic r:id="rId29"/>
      <p:boldItalic r:id="rId30"/>
    </p:embeddedFont>
    <p:embeddedFont>
      <p:font typeface="Lato Black" panose="020F0502020204030203" pitchFamily="34" charset="0"/>
      <p:bold r:id="rId31"/>
      <p:boldItalic r:id="rId32"/>
    </p:embeddedFont>
    <p:embeddedFont>
      <p:font typeface="Lato Light" panose="020F0502020204030203" pitchFamily="34" charset="0"/>
      <p:regular r:id="rId33"/>
      <p: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A46F2B7-6606-654F-89BC-FF8C03880BB5}">
          <p14:sldIdLst>
            <p14:sldId id="575"/>
            <p14:sldId id="576"/>
            <p14:sldId id="577"/>
            <p14:sldId id="583"/>
            <p14:sldId id="584"/>
            <p14:sldId id="586"/>
            <p14:sldId id="580"/>
            <p14:sldId id="582"/>
            <p14:sldId id="581"/>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9986"/>
    <a:srgbClr val="FFFFFF"/>
    <a:srgbClr val="EF3DE2"/>
    <a:srgbClr val="6B0964"/>
    <a:srgbClr val="E7937F"/>
    <a:srgbClr val="FBD695"/>
    <a:srgbClr val="3B81B7"/>
    <a:srgbClr val="1B4D81"/>
    <a:srgbClr val="393A39"/>
    <a:srgbClr val="D3E2E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204" autoAdjust="0"/>
    <p:restoredTop sz="90287" autoAdjust="0"/>
  </p:normalViewPr>
  <p:slideViewPr>
    <p:cSldViewPr>
      <p:cViewPr varScale="1">
        <p:scale>
          <a:sx n="145" d="100"/>
          <a:sy n="145" d="100"/>
        </p:scale>
        <p:origin x="234" y="108"/>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86" d="100"/>
          <a:sy n="86" d="100"/>
        </p:scale>
        <p:origin x="-2358"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handoutMaster" Target="handoutMasters/handoutMaster1.xml"/><Relationship Id="rId21" Type="http://schemas.openxmlformats.org/officeDocument/2006/relationships/slide" Target="slides/slide6.xml"/><Relationship Id="rId34" Type="http://schemas.openxmlformats.org/officeDocument/2006/relationships/font" Target="fonts/font8.fntdata"/><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notesMaster" Target="notesMasters/notesMaster1.xml"/><Relationship Id="rId33" Type="http://schemas.openxmlformats.org/officeDocument/2006/relationships/font" Target="fonts/font7.fntdata"/><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font" Target="fonts/font6.fntdata"/><Relationship Id="rId37"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font" Target="fonts/font2.fntdata"/><Relationship Id="rId36"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font" Target="fonts/font5.fntdata"/><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presProps" Target="presProps.xml"/><Relationship Id="rId8" Type="http://schemas.openxmlformats.org/officeDocument/2006/relationships/slideMaster" Target="slideMasters/slideMaster8.xml"/><Relationship Id="rId3" Type="http://schemas.openxmlformats.org/officeDocument/2006/relationships/slideMaster" Target="slideMasters/slideMaster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7FA67C2-FD61-4BDB-BA56-68E14006BD3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Lato" panose="020F0502020204030203" pitchFamily="34" charset="0"/>
            </a:endParaRPr>
          </a:p>
        </p:txBody>
      </p:sp>
      <p:sp>
        <p:nvSpPr>
          <p:cNvPr id="3" name="Date Placeholder 2">
            <a:extLst>
              <a:ext uri="{FF2B5EF4-FFF2-40B4-BE49-F238E27FC236}">
                <a16:creationId xmlns:a16="http://schemas.microsoft.com/office/drawing/2014/main" id="{C88DF31E-F369-46E7-AD55-3E1E3E7F3E8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CB7DFBB-723A-4C70-937C-7B7B9979FA7A}" type="datetimeFigureOut">
              <a:rPr lang="en-US" smtClean="0">
                <a:latin typeface="Lato" panose="020F0502020204030203" pitchFamily="34" charset="0"/>
              </a:rPr>
              <a:t>10/23/2025</a:t>
            </a:fld>
            <a:endParaRPr lang="en-US">
              <a:latin typeface="Lato" panose="020F0502020204030203" pitchFamily="34" charset="0"/>
            </a:endParaRPr>
          </a:p>
        </p:txBody>
      </p:sp>
      <p:sp>
        <p:nvSpPr>
          <p:cNvPr id="4" name="Footer Placeholder 3">
            <a:extLst>
              <a:ext uri="{FF2B5EF4-FFF2-40B4-BE49-F238E27FC236}">
                <a16:creationId xmlns:a16="http://schemas.microsoft.com/office/drawing/2014/main" id="{DF3D6E8A-A1BA-467E-A5B5-87A09F91CC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Lato" panose="020F0502020204030203" pitchFamily="34" charset="0"/>
            </a:endParaRPr>
          </a:p>
        </p:txBody>
      </p:sp>
      <p:sp>
        <p:nvSpPr>
          <p:cNvPr id="5" name="Slide Number Placeholder 4">
            <a:extLst>
              <a:ext uri="{FF2B5EF4-FFF2-40B4-BE49-F238E27FC236}">
                <a16:creationId xmlns:a16="http://schemas.microsoft.com/office/drawing/2014/main" id="{E6DB582D-556F-4C5D-960D-31BDE35EC72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EAD82E-7F1E-418B-975C-83A08072A0C7}" type="slidenum">
              <a:rPr lang="en-US" smtClean="0">
                <a:latin typeface="Lato" panose="020F0502020204030203" pitchFamily="34" charset="0"/>
              </a:rPr>
              <a:t>‹#›</a:t>
            </a:fld>
            <a:endParaRPr lang="en-US">
              <a:latin typeface="Lato" panose="020F0502020204030203" pitchFamily="34" charset="0"/>
            </a:endParaRPr>
          </a:p>
        </p:txBody>
      </p:sp>
    </p:spTree>
    <p:extLst>
      <p:ext uri="{BB962C8B-B14F-4D97-AF65-F5344CB8AC3E}">
        <p14:creationId xmlns:p14="http://schemas.microsoft.com/office/powerpoint/2010/main" val="39172878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Lato" panose="020F0502020204030203" pitchFamily="34"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Lato" panose="020F0502020204030203" pitchFamily="34" charset="0"/>
              </a:defRPr>
            </a:lvl1pPr>
          </a:lstStyle>
          <a:p>
            <a:fld id="{6C6E9356-AC72-409D-90D8-8C02829E7BF8}" type="datetimeFigureOut">
              <a:rPr lang="en-US" smtClean="0"/>
              <a:pPr/>
              <a:t>10/23/2025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Lato" panose="020F0502020204030203"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Lato" panose="020F0502020204030203" pitchFamily="34" charset="0"/>
              </a:defRPr>
            </a:lvl1pPr>
          </a:lstStyle>
          <a:p>
            <a:fld id="{88B3A9A2-A8E6-44B9-B8F3-91C5FB4F6B08}" type="slidenum">
              <a:rPr lang="en-US" smtClean="0"/>
              <a:pPr/>
              <a:t>‹#›</a:t>
            </a:fld>
            <a:endParaRPr lang="en-US" dirty="0"/>
          </a:p>
        </p:txBody>
      </p:sp>
    </p:spTree>
    <p:extLst>
      <p:ext uri="{BB962C8B-B14F-4D97-AF65-F5344CB8AC3E}">
        <p14:creationId xmlns:p14="http://schemas.microsoft.com/office/powerpoint/2010/main" val="2923427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Lato" panose="020F0502020204030203" pitchFamily="34" charset="0"/>
        <a:ea typeface="+mn-ea"/>
        <a:cs typeface="+mn-cs"/>
      </a:defRPr>
    </a:lvl1pPr>
    <a:lvl2pPr marL="457200" algn="l" defTabSz="914400" rtl="0" eaLnBrk="1" latinLnBrk="0" hangingPunct="1">
      <a:defRPr sz="1200" kern="1200">
        <a:solidFill>
          <a:schemeClr val="tx1"/>
        </a:solidFill>
        <a:latin typeface="Lato" panose="020F0502020204030203" pitchFamily="34" charset="0"/>
        <a:ea typeface="+mn-ea"/>
        <a:cs typeface="+mn-cs"/>
      </a:defRPr>
    </a:lvl2pPr>
    <a:lvl3pPr marL="914400" algn="l" defTabSz="914400" rtl="0" eaLnBrk="1" latinLnBrk="0" hangingPunct="1">
      <a:defRPr sz="1200" kern="1200">
        <a:solidFill>
          <a:schemeClr val="tx1"/>
        </a:solidFill>
        <a:latin typeface="Lato" panose="020F0502020204030203" pitchFamily="34" charset="0"/>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sv-SE" dirty="0"/>
          </a:p>
        </p:txBody>
      </p:sp>
      <p:sp>
        <p:nvSpPr>
          <p:cNvPr id="4" name="Slide Number Placeholder 3"/>
          <p:cNvSpPr>
            <a:spLocks noGrp="1"/>
          </p:cNvSpPr>
          <p:nvPr>
            <p:ph type="sldNum" sz="quarter" idx="10"/>
          </p:nvPr>
        </p:nvSpPr>
        <p:spPr/>
        <p:txBody>
          <a:bodyPr/>
          <a:lstStyle/>
          <a:p>
            <a:fld id="{2BF3B24A-2E59-4563-9805-F82E0DE2C1F4}" type="slidenum">
              <a:rPr lang="sv-SE" smtClean="0"/>
              <a:pPr/>
              <a:t>1</a:t>
            </a:fld>
            <a:endParaRPr lang="sv-SE"/>
          </a:p>
        </p:txBody>
      </p:sp>
    </p:spTree>
    <p:extLst>
      <p:ext uri="{BB962C8B-B14F-4D97-AF65-F5344CB8AC3E}">
        <p14:creationId xmlns:p14="http://schemas.microsoft.com/office/powerpoint/2010/main" val="10046311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B3A9A2-A8E6-44B9-B8F3-91C5FB4F6B08}" type="slidenum">
              <a:rPr lang="en-US" smtClean="0"/>
              <a:pPr/>
              <a:t>5</a:t>
            </a:fld>
            <a:endParaRPr lang="en-US" dirty="0"/>
          </a:p>
        </p:txBody>
      </p:sp>
    </p:spTree>
    <p:extLst>
      <p:ext uri="{BB962C8B-B14F-4D97-AF65-F5344CB8AC3E}">
        <p14:creationId xmlns:p14="http://schemas.microsoft.com/office/powerpoint/2010/main" val="38553998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www.comsol.com/request-a-demo" TargetMode="External"/><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www.comsol.com/" TargetMode="External"/><Relationship Id="rId7" Type="http://schemas.openxmlformats.org/officeDocument/2006/relationships/hyperlink" Target="http://www.comsol.com/blogs" TargetMode="External"/><Relationship Id="rId2" Type="http://schemas.openxmlformats.org/officeDocument/2006/relationships/image" Target="../media/image5.jpg"/><Relationship Id="rId1" Type="http://schemas.openxmlformats.org/officeDocument/2006/relationships/slideMaster" Target="../slideMasters/slideMaster1.xml"/><Relationship Id="rId6" Type="http://schemas.openxmlformats.org/officeDocument/2006/relationships/hyperlink" Target="http://www.comsol.com/learning-center" TargetMode="External"/><Relationship Id="rId5" Type="http://schemas.openxmlformats.org/officeDocument/2006/relationships/hyperlink" Target="http://www.comsol.com/models" TargetMode="External"/><Relationship Id="rId4" Type="http://schemas.openxmlformats.org/officeDocument/2006/relationships/hyperlink" Target="https://www.comsol.com/product-download" TargetMode="External"/></Relationships>
</file>

<file path=ppt/slideLayouts/_rels/slideLayout16.xml.rels><?xml version="1.0" encoding="UTF-8" standalone="yes"?>
<Relationships xmlns="http://schemas.openxmlformats.org/package/2006/relationships"><Relationship Id="rId8" Type="http://schemas.openxmlformats.org/officeDocument/2006/relationships/hyperlink" Target="http://www.comsol.com/videos" TargetMode="External"/><Relationship Id="rId3" Type="http://schemas.openxmlformats.org/officeDocument/2006/relationships/hyperlink" Target="http://www.comsol.com/" TargetMode="External"/><Relationship Id="rId7" Type="http://schemas.openxmlformats.org/officeDocument/2006/relationships/hyperlink" Target="http://www.comsol.com/blogs" TargetMode="External"/><Relationship Id="rId2" Type="http://schemas.openxmlformats.org/officeDocument/2006/relationships/image" Target="../media/image6.jpg"/><Relationship Id="rId1" Type="http://schemas.openxmlformats.org/officeDocument/2006/relationships/slideMaster" Target="../slideMasters/slideMaster1.xml"/><Relationship Id="rId6" Type="http://schemas.openxmlformats.org/officeDocument/2006/relationships/hyperlink" Target="http://www.comsol.com/learning-center" TargetMode="External"/><Relationship Id="rId5" Type="http://schemas.openxmlformats.org/officeDocument/2006/relationships/hyperlink" Target="http://www.comsol.com/models" TargetMode="External"/><Relationship Id="rId4" Type="http://schemas.openxmlformats.org/officeDocument/2006/relationships/hyperlink" Target="https://www.comsol.com/product-download" TargetMode="External"/><Relationship Id="rId9" Type="http://schemas.openxmlformats.org/officeDocument/2006/relationships/hyperlink" Target="http://www.comsol.com/stories"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www.comsol.com/request-a-demo" TargetMode="External"/><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hyperlink" Target="http://www.comsol.com/" TargetMode="External"/><Relationship Id="rId7" Type="http://schemas.openxmlformats.org/officeDocument/2006/relationships/hyperlink" Target="http://www.comsol.com/blogs" TargetMode="External"/><Relationship Id="rId2" Type="http://schemas.openxmlformats.org/officeDocument/2006/relationships/image" Target="../media/image5.jpg"/><Relationship Id="rId1" Type="http://schemas.openxmlformats.org/officeDocument/2006/relationships/slideMaster" Target="../slideMasters/slideMaster2.xml"/><Relationship Id="rId6" Type="http://schemas.openxmlformats.org/officeDocument/2006/relationships/hyperlink" Target="http://www.comsol.com/learning-center" TargetMode="External"/><Relationship Id="rId5" Type="http://schemas.openxmlformats.org/officeDocument/2006/relationships/hyperlink" Target="http://www.comsol.com/models" TargetMode="External"/><Relationship Id="rId4" Type="http://schemas.openxmlformats.org/officeDocument/2006/relationships/hyperlink" Target="https://www.comsol.com/product-download" TargetMode="External"/></Relationships>
</file>

<file path=ppt/slideLayouts/_rels/slideLayout32.xml.rels><?xml version="1.0" encoding="UTF-8" standalone="yes"?>
<Relationships xmlns="http://schemas.openxmlformats.org/package/2006/relationships"><Relationship Id="rId8" Type="http://schemas.openxmlformats.org/officeDocument/2006/relationships/hyperlink" Target="http://www.comsol.com/videos" TargetMode="External"/><Relationship Id="rId3" Type="http://schemas.openxmlformats.org/officeDocument/2006/relationships/hyperlink" Target="http://www.comsol.com/" TargetMode="External"/><Relationship Id="rId7" Type="http://schemas.openxmlformats.org/officeDocument/2006/relationships/hyperlink" Target="http://www.comsol.com/blogs" TargetMode="External"/><Relationship Id="rId2" Type="http://schemas.openxmlformats.org/officeDocument/2006/relationships/image" Target="../media/image6.jpg"/><Relationship Id="rId1" Type="http://schemas.openxmlformats.org/officeDocument/2006/relationships/slideMaster" Target="../slideMasters/slideMaster2.xml"/><Relationship Id="rId6" Type="http://schemas.openxmlformats.org/officeDocument/2006/relationships/hyperlink" Target="http://www.comsol.com/learning-center" TargetMode="External"/><Relationship Id="rId5" Type="http://schemas.openxmlformats.org/officeDocument/2006/relationships/hyperlink" Target="http://www.comsol.com/models" TargetMode="External"/><Relationship Id="rId4" Type="http://schemas.openxmlformats.org/officeDocument/2006/relationships/hyperlink" Target="https://www.comsol.com/product-download" TargetMode="External"/><Relationship Id="rId9" Type="http://schemas.openxmlformats.org/officeDocument/2006/relationships/hyperlink" Target="http://www.comsol.com/stories" TargetMode="Externa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hyperlink" Target="http://www.comsol.com/request-a-demo" TargetMode="External"/><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hyperlink" Target="http://www.comsol.com/" TargetMode="External"/><Relationship Id="rId7" Type="http://schemas.openxmlformats.org/officeDocument/2006/relationships/hyperlink" Target="http://www.comsol.com/blogs" TargetMode="External"/><Relationship Id="rId2" Type="http://schemas.openxmlformats.org/officeDocument/2006/relationships/image" Target="../media/image5.jpg"/><Relationship Id="rId1" Type="http://schemas.openxmlformats.org/officeDocument/2006/relationships/slideMaster" Target="../slideMasters/slideMaster3.xml"/><Relationship Id="rId6" Type="http://schemas.openxmlformats.org/officeDocument/2006/relationships/hyperlink" Target="http://www.comsol.com/learning-center" TargetMode="External"/><Relationship Id="rId5" Type="http://schemas.openxmlformats.org/officeDocument/2006/relationships/hyperlink" Target="http://www.comsol.com/models" TargetMode="External"/><Relationship Id="rId4" Type="http://schemas.openxmlformats.org/officeDocument/2006/relationships/hyperlink" Target="https://www.comsol.com/product-download" TargetMode="External"/></Relationships>
</file>

<file path=ppt/slideLayouts/_rels/slideLayout48.xml.rels><?xml version="1.0" encoding="UTF-8" standalone="yes"?>
<Relationships xmlns="http://schemas.openxmlformats.org/package/2006/relationships"><Relationship Id="rId8" Type="http://schemas.openxmlformats.org/officeDocument/2006/relationships/hyperlink" Target="http://www.comsol.com/videos" TargetMode="External"/><Relationship Id="rId3" Type="http://schemas.openxmlformats.org/officeDocument/2006/relationships/hyperlink" Target="http://www.comsol.com/" TargetMode="External"/><Relationship Id="rId7" Type="http://schemas.openxmlformats.org/officeDocument/2006/relationships/hyperlink" Target="http://www.comsol.com/blogs" TargetMode="External"/><Relationship Id="rId2" Type="http://schemas.openxmlformats.org/officeDocument/2006/relationships/image" Target="../media/image6.jpg"/><Relationship Id="rId1" Type="http://schemas.openxmlformats.org/officeDocument/2006/relationships/slideMaster" Target="../slideMasters/slideMaster3.xml"/><Relationship Id="rId6" Type="http://schemas.openxmlformats.org/officeDocument/2006/relationships/hyperlink" Target="http://www.comsol.com/learning-center" TargetMode="External"/><Relationship Id="rId5" Type="http://schemas.openxmlformats.org/officeDocument/2006/relationships/hyperlink" Target="http://www.comsol.com/models" TargetMode="External"/><Relationship Id="rId4" Type="http://schemas.openxmlformats.org/officeDocument/2006/relationships/hyperlink" Target="https://www.comsol.com/product-download" TargetMode="External"/><Relationship Id="rId9" Type="http://schemas.openxmlformats.org/officeDocument/2006/relationships/hyperlink" Target="http://www.comsol.com/stories" TargetMode="Externa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3" Type="http://schemas.openxmlformats.org/officeDocument/2006/relationships/hyperlink" Target="http://www.comsol.com/request-a-demo" TargetMode="External"/><Relationship Id="rId2" Type="http://schemas.openxmlformats.org/officeDocument/2006/relationships/image" Target="../media/image4.jp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3" Type="http://schemas.openxmlformats.org/officeDocument/2006/relationships/hyperlink" Target="http://www.comsol.com/" TargetMode="External"/><Relationship Id="rId7" Type="http://schemas.openxmlformats.org/officeDocument/2006/relationships/hyperlink" Target="http://www.comsol.com/blogs" TargetMode="External"/><Relationship Id="rId2" Type="http://schemas.openxmlformats.org/officeDocument/2006/relationships/image" Target="../media/image5.jpg"/><Relationship Id="rId1" Type="http://schemas.openxmlformats.org/officeDocument/2006/relationships/slideMaster" Target="../slideMasters/slideMaster4.xml"/><Relationship Id="rId6" Type="http://schemas.openxmlformats.org/officeDocument/2006/relationships/hyperlink" Target="http://www.comsol.com/learning-center" TargetMode="External"/><Relationship Id="rId5" Type="http://schemas.openxmlformats.org/officeDocument/2006/relationships/hyperlink" Target="http://www.comsol.com/models" TargetMode="External"/><Relationship Id="rId4" Type="http://schemas.openxmlformats.org/officeDocument/2006/relationships/hyperlink" Target="https://www.comsol.com/product-download" TargetMode="External"/></Relationships>
</file>

<file path=ppt/slideLayouts/_rels/slideLayout108.xml.rels><?xml version="1.0" encoding="UTF-8" standalone="yes"?>
<Relationships xmlns="http://schemas.openxmlformats.org/package/2006/relationships"><Relationship Id="rId8" Type="http://schemas.openxmlformats.org/officeDocument/2006/relationships/hyperlink" Target="http://www.comsol.com/videos" TargetMode="External"/><Relationship Id="rId3" Type="http://schemas.openxmlformats.org/officeDocument/2006/relationships/hyperlink" Target="http://www.comsol.com/" TargetMode="External"/><Relationship Id="rId7" Type="http://schemas.openxmlformats.org/officeDocument/2006/relationships/hyperlink" Target="http://www.comsol.com/blogs" TargetMode="External"/><Relationship Id="rId2" Type="http://schemas.openxmlformats.org/officeDocument/2006/relationships/image" Target="../media/image6.jpg"/><Relationship Id="rId1" Type="http://schemas.openxmlformats.org/officeDocument/2006/relationships/slideMaster" Target="../slideMasters/slideMaster4.xml"/><Relationship Id="rId6" Type="http://schemas.openxmlformats.org/officeDocument/2006/relationships/hyperlink" Target="http://www.comsol.com/learning-center" TargetMode="External"/><Relationship Id="rId5" Type="http://schemas.openxmlformats.org/officeDocument/2006/relationships/hyperlink" Target="http://www.comsol.com/models" TargetMode="External"/><Relationship Id="rId4" Type="http://schemas.openxmlformats.org/officeDocument/2006/relationships/hyperlink" Target="https://www.comsol.com/product-download" TargetMode="External"/><Relationship Id="rId9" Type="http://schemas.openxmlformats.org/officeDocument/2006/relationships/hyperlink" Target="http://www.comsol.com/stories" TargetMode="Externa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5.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5.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5.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5.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5.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5.xml"/></Relationships>
</file>

<file path=ppt/slideLayouts/_rels/slideLayout166.xml.rels><?xml version="1.0" encoding="UTF-8" standalone="yes"?>
<Relationships xmlns="http://schemas.openxmlformats.org/package/2006/relationships"><Relationship Id="rId3" Type="http://schemas.openxmlformats.org/officeDocument/2006/relationships/hyperlink" Target="http://www.comsol.com/request-a-demo" TargetMode="External"/><Relationship Id="rId2" Type="http://schemas.openxmlformats.org/officeDocument/2006/relationships/image" Target="../media/image4.jpg"/><Relationship Id="rId1" Type="http://schemas.openxmlformats.org/officeDocument/2006/relationships/slideMaster" Target="../slideMasters/slideMaster5.xml"/></Relationships>
</file>

<file path=ppt/slideLayouts/_rels/slideLayout167.xml.rels><?xml version="1.0" encoding="UTF-8" standalone="yes"?>
<Relationships xmlns="http://schemas.openxmlformats.org/package/2006/relationships"><Relationship Id="rId3" Type="http://schemas.openxmlformats.org/officeDocument/2006/relationships/hyperlink" Target="http://www.comsol.com/" TargetMode="External"/><Relationship Id="rId7" Type="http://schemas.openxmlformats.org/officeDocument/2006/relationships/hyperlink" Target="http://www.comsol.com/blogs" TargetMode="External"/><Relationship Id="rId2" Type="http://schemas.openxmlformats.org/officeDocument/2006/relationships/image" Target="../media/image5.jpg"/><Relationship Id="rId1" Type="http://schemas.openxmlformats.org/officeDocument/2006/relationships/slideMaster" Target="../slideMasters/slideMaster5.xml"/><Relationship Id="rId6" Type="http://schemas.openxmlformats.org/officeDocument/2006/relationships/hyperlink" Target="http://www.comsol.com/learning-center" TargetMode="External"/><Relationship Id="rId5" Type="http://schemas.openxmlformats.org/officeDocument/2006/relationships/hyperlink" Target="http://www.comsol.com/models" TargetMode="External"/><Relationship Id="rId4" Type="http://schemas.openxmlformats.org/officeDocument/2006/relationships/hyperlink" Target="https://www.comsol.com/product-download" TargetMode="External"/></Relationships>
</file>

<file path=ppt/slideLayouts/_rels/slideLayout168.xml.rels><?xml version="1.0" encoding="UTF-8" standalone="yes"?>
<Relationships xmlns="http://schemas.openxmlformats.org/package/2006/relationships"><Relationship Id="rId8" Type="http://schemas.openxmlformats.org/officeDocument/2006/relationships/hyperlink" Target="http://www.comsol.com/videos" TargetMode="External"/><Relationship Id="rId3" Type="http://schemas.openxmlformats.org/officeDocument/2006/relationships/hyperlink" Target="http://www.comsol.com/" TargetMode="External"/><Relationship Id="rId7" Type="http://schemas.openxmlformats.org/officeDocument/2006/relationships/hyperlink" Target="http://www.comsol.com/blogs" TargetMode="External"/><Relationship Id="rId2" Type="http://schemas.openxmlformats.org/officeDocument/2006/relationships/image" Target="../media/image6.jpg"/><Relationship Id="rId1" Type="http://schemas.openxmlformats.org/officeDocument/2006/relationships/slideMaster" Target="../slideMasters/slideMaster5.xml"/><Relationship Id="rId6" Type="http://schemas.openxmlformats.org/officeDocument/2006/relationships/hyperlink" Target="http://www.comsol.com/learning-center" TargetMode="External"/><Relationship Id="rId5" Type="http://schemas.openxmlformats.org/officeDocument/2006/relationships/hyperlink" Target="http://www.comsol.com/models" TargetMode="External"/><Relationship Id="rId4" Type="http://schemas.openxmlformats.org/officeDocument/2006/relationships/hyperlink" Target="https://www.comsol.com/product-download" TargetMode="External"/><Relationship Id="rId9" Type="http://schemas.openxmlformats.org/officeDocument/2006/relationships/hyperlink" Target="http://www.comsol.com/stories" TargetMode="Externa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6.xml"/></Relationships>
</file>

<file path=ppt/slideLayouts/_rels/slideLayout182.xml.rels><?xml version="1.0" encoding="UTF-8" standalone="yes"?>
<Relationships xmlns="http://schemas.openxmlformats.org/package/2006/relationships"><Relationship Id="rId3" Type="http://schemas.openxmlformats.org/officeDocument/2006/relationships/hyperlink" Target="http://www.comsol.com/request-a-demo" TargetMode="External"/><Relationship Id="rId2" Type="http://schemas.openxmlformats.org/officeDocument/2006/relationships/image" Target="../media/image4.jpg"/><Relationship Id="rId1" Type="http://schemas.openxmlformats.org/officeDocument/2006/relationships/slideMaster" Target="../slideMasters/slideMaster6.xml"/></Relationships>
</file>

<file path=ppt/slideLayouts/_rels/slideLayout183.xml.rels><?xml version="1.0" encoding="UTF-8" standalone="yes"?>
<Relationships xmlns="http://schemas.openxmlformats.org/package/2006/relationships"><Relationship Id="rId3" Type="http://schemas.openxmlformats.org/officeDocument/2006/relationships/hyperlink" Target="http://www.comsol.com/" TargetMode="External"/><Relationship Id="rId7" Type="http://schemas.openxmlformats.org/officeDocument/2006/relationships/hyperlink" Target="http://www.comsol.com/blogs" TargetMode="External"/><Relationship Id="rId2" Type="http://schemas.openxmlformats.org/officeDocument/2006/relationships/image" Target="../media/image5.jpg"/><Relationship Id="rId1" Type="http://schemas.openxmlformats.org/officeDocument/2006/relationships/slideMaster" Target="../slideMasters/slideMaster6.xml"/><Relationship Id="rId6" Type="http://schemas.openxmlformats.org/officeDocument/2006/relationships/hyperlink" Target="http://www.comsol.com/learning-center" TargetMode="External"/><Relationship Id="rId5" Type="http://schemas.openxmlformats.org/officeDocument/2006/relationships/hyperlink" Target="http://www.comsol.com/models" TargetMode="External"/><Relationship Id="rId4" Type="http://schemas.openxmlformats.org/officeDocument/2006/relationships/hyperlink" Target="https://www.comsol.com/product-download" TargetMode="External"/></Relationships>
</file>

<file path=ppt/slideLayouts/_rels/slideLayout184.xml.rels><?xml version="1.0" encoding="UTF-8" standalone="yes"?>
<Relationships xmlns="http://schemas.openxmlformats.org/package/2006/relationships"><Relationship Id="rId8" Type="http://schemas.openxmlformats.org/officeDocument/2006/relationships/hyperlink" Target="http://www.comsol.com/videos" TargetMode="External"/><Relationship Id="rId3" Type="http://schemas.openxmlformats.org/officeDocument/2006/relationships/hyperlink" Target="http://www.comsol.com/" TargetMode="External"/><Relationship Id="rId7" Type="http://schemas.openxmlformats.org/officeDocument/2006/relationships/hyperlink" Target="http://www.comsol.com/blogs" TargetMode="External"/><Relationship Id="rId2" Type="http://schemas.openxmlformats.org/officeDocument/2006/relationships/image" Target="../media/image6.jpg"/><Relationship Id="rId1" Type="http://schemas.openxmlformats.org/officeDocument/2006/relationships/slideMaster" Target="../slideMasters/slideMaster6.xml"/><Relationship Id="rId6" Type="http://schemas.openxmlformats.org/officeDocument/2006/relationships/hyperlink" Target="http://www.comsol.com/learning-center" TargetMode="External"/><Relationship Id="rId5" Type="http://schemas.openxmlformats.org/officeDocument/2006/relationships/hyperlink" Target="http://www.comsol.com/models" TargetMode="External"/><Relationship Id="rId4" Type="http://schemas.openxmlformats.org/officeDocument/2006/relationships/hyperlink" Target="https://www.comsol.com/product-download" TargetMode="External"/><Relationship Id="rId9" Type="http://schemas.openxmlformats.org/officeDocument/2006/relationships/hyperlink" Target="http://www.comsol.com/stories" TargetMode="Externa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7.xml"/></Relationships>
</file>

<file path=ppt/slideLayouts/_rels/slideLayout198.xml.rels><?xml version="1.0" encoding="UTF-8" standalone="yes"?>
<Relationships xmlns="http://schemas.openxmlformats.org/package/2006/relationships"><Relationship Id="rId3" Type="http://schemas.openxmlformats.org/officeDocument/2006/relationships/hyperlink" Target="http://www.comsol.com/request-a-demo" TargetMode="External"/><Relationship Id="rId2" Type="http://schemas.openxmlformats.org/officeDocument/2006/relationships/image" Target="../media/image4.jpg"/><Relationship Id="rId1" Type="http://schemas.openxmlformats.org/officeDocument/2006/relationships/slideMaster" Target="../slideMasters/slideMaster7.xml"/></Relationships>
</file>

<file path=ppt/slideLayouts/_rels/slideLayout199.xml.rels><?xml version="1.0" encoding="UTF-8" standalone="yes"?>
<Relationships xmlns="http://schemas.openxmlformats.org/package/2006/relationships"><Relationship Id="rId3" Type="http://schemas.openxmlformats.org/officeDocument/2006/relationships/hyperlink" Target="http://www.comsol.com/" TargetMode="External"/><Relationship Id="rId7" Type="http://schemas.openxmlformats.org/officeDocument/2006/relationships/hyperlink" Target="http://www.comsol.com/blogs" TargetMode="External"/><Relationship Id="rId2" Type="http://schemas.openxmlformats.org/officeDocument/2006/relationships/image" Target="../media/image5.jpg"/><Relationship Id="rId1" Type="http://schemas.openxmlformats.org/officeDocument/2006/relationships/slideMaster" Target="../slideMasters/slideMaster7.xml"/><Relationship Id="rId6" Type="http://schemas.openxmlformats.org/officeDocument/2006/relationships/hyperlink" Target="http://www.comsol.com/learning-center" TargetMode="External"/><Relationship Id="rId5" Type="http://schemas.openxmlformats.org/officeDocument/2006/relationships/hyperlink" Target="http://www.comsol.com/models" TargetMode="External"/><Relationship Id="rId4" Type="http://schemas.openxmlformats.org/officeDocument/2006/relationships/hyperlink" Target="https://www.comsol.com/product-download" TargetMode="External"/></Relationships>
</file>

<file path=ppt/slideLayouts/_rels/slideLayout200.xml.rels><?xml version="1.0" encoding="UTF-8" standalone="yes"?>
<Relationships xmlns="http://schemas.openxmlformats.org/package/2006/relationships"><Relationship Id="rId8" Type="http://schemas.openxmlformats.org/officeDocument/2006/relationships/hyperlink" Target="http://www.comsol.com/videos" TargetMode="External"/><Relationship Id="rId3" Type="http://schemas.openxmlformats.org/officeDocument/2006/relationships/hyperlink" Target="http://www.comsol.com/" TargetMode="External"/><Relationship Id="rId7" Type="http://schemas.openxmlformats.org/officeDocument/2006/relationships/hyperlink" Target="http://www.comsol.com/blogs" TargetMode="External"/><Relationship Id="rId2" Type="http://schemas.openxmlformats.org/officeDocument/2006/relationships/image" Target="../media/image6.jpg"/><Relationship Id="rId1" Type="http://schemas.openxmlformats.org/officeDocument/2006/relationships/slideMaster" Target="../slideMasters/slideMaster7.xml"/><Relationship Id="rId6" Type="http://schemas.openxmlformats.org/officeDocument/2006/relationships/hyperlink" Target="http://www.comsol.com/learning-center" TargetMode="External"/><Relationship Id="rId5" Type="http://schemas.openxmlformats.org/officeDocument/2006/relationships/hyperlink" Target="http://www.comsol.com/models" TargetMode="External"/><Relationship Id="rId4" Type="http://schemas.openxmlformats.org/officeDocument/2006/relationships/hyperlink" Target="https://www.comsol.com/product-download" TargetMode="External"/><Relationship Id="rId9" Type="http://schemas.openxmlformats.org/officeDocument/2006/relationships/hyperlink" Target="http://www.comsol.com/stories" TargetMode="Externa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0.xml"/></Relationships>
</file>

<file path=ppt/slideLayouts/_rels/slideLayout234.xml.rels><?xml version="1.0" encoding="UTF-8" standalone="yes"?>
<Relationships xmlns="http://schemas.openxmlformats.org/package/2006/relationships"><Relationship Id="rId3" Type="http://schemas.openxmlformats.org/officeDocument/2006/relationships/hyperlink" Target="http://www.comsol.com/request-a-demo" TargetMode="External"/><Relationship Id="rId2" Type="http://schemas.openxmlformats.org/officeDocument/2006/relationships/image" Target="../media/image4.jpg"/><Relationship Id="rId1" Type="http://schemas.openxmlformats.org/officeDocument/2006/relationships/slideMaster" Target="../slideMasters/slideMaster10.xml"/></Relationships>
</file>

<file path=ppt/slideLayouts/_rels/slideLayout235.xml.rels><?xml version="1.0" encoding="UTF-8" standalone="yes"?>
<Relationships xmlns="http://schemas.openxmlformats.org/package/2006/relationships"><Relationship Id="rId3" Type="http://schemas.openxmlformats.org/officeDocument/2006/relationships/hyperlink" Target="http://www.comsol.com/" TargetMode="External"/><Relationship Id="rId7" Type="http://schemas.openxmlformats.org/officeDocument/2006/relationships/hyperlink" Target="http://www.comsol.com/blogs" TargetMode="External"/><Relationship Id="rId2" Type="http://schemas.openxmlformats.org/officeDocument/2006/relationships/image" Target="../media/image5.jpg"/><Relationship Id="rId1" Type="http://schemas.openxmlformats.org/officeDocument/2006/relationships/slideMaster" Target="../slideMasters/slideMaster10.xml"/><Relationship Id="rId6" Type="http://schemas.openxmlformats.org/officeDocument/2006/relationships/hyperlink" Target="http://www.comsol.com/learning-center" TargetMode="External"/><Relationship Id="rId5" Type="http://schemas.openxmlformats.org/officeDocument/2006/relationships/hyperlink" Target="http://www.comsol.com/models" TargetMode="External"/><Relationship Id="rId4" Type="http://schemas.openxmlformats.org/officeDocument/2006/relationships/hyperlink" Target="https://www.comsol.com/product-download" TargetMode="External"/></Relationships>
</file>

<file path=ppt/slideLayouts/_rels/slideLayout236.xml.rels><?xml version="1.0" encoding="UTF-8" standalone="yes"?>
<Relationships xmlns="http://schemas.openxmlformats.org/package/2006/relationships"><Relationship Id="rId8" Type="http://schemas.openxmlformats.org/officeDocument/2006/relationships/hyperlink" Target="http://www.comsol.com/videos" TargetMode="External"/><Relationship Id="rId3" Type="http://schemas.openxmlformats.org/officeDocument/2006/relationships/hyperlink" Target="http://www.comsol.com/" TargetMode="External"/><Relationship Id="rId7" Type="http://schemas.openxmlformats.org/officeDocument/2006/relationships/hyperlink" Target="http://www.comsol.com/blogs" TargetMode="External"/><Relationship Id="rId2" Type="http://schemas.openxmlformats.org/officeDocument/2006/relationships/image" Target="../media/image6.jpg"/><Relationship Id="rId1" Type="http://schemas.openxmlformats.org/officeDocument/2006/relationships/slideMaster" Target="../slideMasters/slideMaster10.xml"/><Relationship Id="rId6" Type="http://schemas.openxmlformats.org/officeDocument/2006/relationships/hyperlink" Target="http://www.comsol.com/learning-center" TargetMode="External"/><Relationship Id="rId5" Type="http://schemas.openxmlformats.org/officeDocument/2006/relationships/hyperlink" Target="http://www.comsol.com/models" TargetMode="External"/><Relationship Id="rId4" Type="http://schemas.openxmlformats.org/officeDocument/2006/relationships/hyperlink" Target="https://www.comsol.com/product-download" TargetMode="External"/><Relationship Id="rId9" Type="http://schemas.openxmlformats.org/officeDocument/2006/relationships/hyperlink" Target="http://www.comsol.com/stories" TargetMode="Externa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4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1.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5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1.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1.xml"/></Relationships>
</file>

<file path=ppt/slideLayouts/_rels/slideLayout26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1.xml"/></Relationships>
</file>

<file path=ppt/slideLayouts/_rels/slideLayout26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1.xml"/></Relationships>
</file>

<file path=ppt/slideLayouts/_rels/slideLayout26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1.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1.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1.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1.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1.xml"/></Relationships>
</file>

<file path=ppt/slideLayouts/_rels/slideLayout28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1.xml"/></Relationships>
</file>

<file path=ppt/slideLayouts/_rels/slideLayout29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1.xml"/></Relationships>
</file>

<file path=ppt/slideLayouts/_rels/slideLayout29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1.xml"/></Relationships>
</file>

<file path=ppt/slideLayouts/_rels/slideLayout29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1.xml"/></Relationships>
</file>

<file path=ppt/slideLayouts/_rels/slideLayout29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1.xml"/></Relationships>
</file>

<file path=ppt/slideLayouts/_rels/slideLayout294.xml.rels><?xml version="1.0" encoding="UTF-8" standalone="yes"?>
<Relationships xmlns="http://schemas.openxmlformats.org/package/2006/relationships"><Relationship Id="rId3" Type="http://schemas.openxmlformats.org/officeDocument/2006/relationships/hyperlink" Target="http://www.comsol.com/request-a-demo" TargetMode="External"/><Relationship Id="rId2" Type="http://schemas.openxmlformats.org/officeDocument/2006/relationships/image" Target="../media/image4.jpg"/><Relationship Id="rId1" Type="http://schemas.openxmlformats.org/officeDocument/2006/relationships/slideMaster" Target="../slideMasters/slideMaster11.xml"/></Relationships>
</file>

<file path=ppt/slideLayouts/_rels/slideLayout295.xml.rels><?xml version="1.0" encoding="UTF-8" standalone="yes"?>
<Relationships xmlns="http://schemas.openxmlformats.org/package/2006/relationships"><Relationship Id="rId3" Type="http://schemas.openxmlformats.org/officeDocument/2006/relationships/hyperlink" Target="http://www.comsol.com/" TargetMode="External"/><Relationship Id="rId7" Type="http://schemas.openxmlformats.org/officeDocument/2006/relationships/hyperlink" Target="http://www.comsol.com/blogs" TargetMode="External"/><Relationship Id="rId2" Type="http://schemas.openxmlformats.org/officeDocument/2006/relationships/image" Target="../media/image5.jpg"/><Relationship Id="rId1" Type="http://schemas.openxmlformats.org/officeDocument/2006/relationships/slideMaster" Target="../slideMasters/slideMaster11.xml"/><Relationship Id="rId6" Type="http://schemas.openxmlformats.org/officeDocument/2006/relationships/hyperlink" Target="http://www.comsol.com/learning-center" TargetMode="External"/><Relationship Id="rId5" Type="http://schemas.openxmlformats.org/officeDocument/2006/relationships/hyperlink" Target="http://www.comsol.com/models" TargetMode="External"/><Relationship Id="rId4" Type="http://schemas.openxmlformats.org/officeDocument/2006/relationships/hyperlink" Target="https://www.comsol.com/product-download" TargetMode="External"/></Relationships>
</file>

<file path=ppt/slideLayouts/_rels/slideLayout296.xml.rels><?xml version="1.0" encoding="UTF-8" standalone="yes"?>
<Relationships xmlns="http://schemas.openxmlformats.org/package/2006/relationships"><Relationship Id="rId8" Type="http://schemas.openxmlformats.org/officeDocument/2006/relationships/hyperlink" Target="http://www.comsol.com/videos" TargetMode="External"/><Relationship Id="rId3" Type="http://schemas.openxmlformats.org/officeDocument/2006/relationships/hyperlink" Target="http://www.comsol.com/" TargetMode="External"/><Relationship Id="rId7" Type="http://schemas.openxmlformats.org/officeDocument/2006/relationships/hyperlink" Target="http://www.comsol.com/blogs" TargetMode="External"/><Relationship Id="rId2" Type="http://schemas.openxmlformats.org/officeDocument/2006/relationships/image" Target="../media/image6.jpg"/><Relationship Id="rId1" Type="http://schemas.openxmlformats.org/officeDocument/2006/relationships/slideMaster" Target="../slideMasters/slideMaster11.xml"/><Relationship Id="rId6" Type="http://schemas.openxmlformats.org/officeDocument/2006/relationships/hyperlink" Target="http://www.comsol.com/learning-center" TargetMode="External"/><Relationship Id="rId5" Type="http://schemas.openxmlformats.org/officeDocument/2006/relationships/hyperlink" Target="http://www.comsol.com/models" TargetMode="External"/><Relationship Id="rId4" Type="http://schemas.openxmlformats.org/officeDocument/2006/relationships/hyperlink" Target="https://www.comsol.com/product-download" TargetMode="External"/><Relationship Id="rId9" Type="http://schemas.openxmlformats.org/officeDocument/2006/relationships/hyperlink" Target="http://www.comsol.com/stories" TargetMode="Externa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2.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2.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2.xml"/></Relationships>
</file>

<file path=ppt/slideLayouts/_rels/slideLayout32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2.xml"/></Relationships>
</file>

<file path=ppt/slideLayouts/_rels/slideLayout32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2.xml"/></Relationships>
</file>

<file path=ppt/slideLayouts/_rels/slideLayout32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2.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2.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2.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4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2.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5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2.xml"/></Relationships>
</file>

<file path=ppt/slideLayouts/_rels/slideLayout3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2.xml"/></Relationships>
</file>

<file path=ppt/slideLayouts/_rels/slideLayout3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2.xml"/></Relationships>
</file>

<file path=ppt/slideLayouts/_rels/slideLayout35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2.xml"/></Relationships>
</file>

<file path=ppt/slideLayouts/_rels/slideLayout35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2.xml"/></Relationships>
</file>

<file path=ppt/slideLayouts/_rels/slideLayout35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2.xml"/></Relationships>
</file>

<file path=ppt/slideLayouts/_rels/slideLayout356.xml.rels><?xml version="1.0" encoding="UTF-8" standalone="yes"?>
<Relationships xmlns="http://schemas.openxmlformats.org/package/2006/relationships"><Relationship Id="rId3" Type="http://schemas.openxmlformats.org/officeDocument/2006/relationships/hyperlink" Target="http://www.comsol.com/request-a-demo" TargetMode="External"/><Relationship Id="rId2" Type="http://schemas.openxmlformats.org/officeDocument/2006/relationships/image" Target="../media/image4.jpg"/><Relationship Id="rId1" Type="http://schemas.openxmlformats.org/officeDocument/2006/relationships/slideMaster" Target="../slideMasters/slideMaster12.xml"/></Relationships>
</file>

<file path=ppt/slideLayouts/_rels/slideLayout357.xml.rels><?xml version="1.0" encoding="UTF-8" standalone="yes"?>
<Relationships xmlns="http://schemas.openxmlformats.org/package/2006/relationships"><Relationship Id="rId3" Type="http://schemas.openxmlformats.org/officeDocument/2006/relationships/hyperlink" Target="http://www.comsol.com/" TargetMode="External"/><Relationship Id="rId7" Type="http://schemas.openxmlformats.org/officeDocument/2006/relationships/hyperlink" Target="http://www.comsol.com/blogs" TargetMode="External"/><Relationship Id="rId2" Type="http://schemas.openxmlformats.org/officeDocument/2006/relationships/image" Target="../media/image5.jpg"/><Relationship Id="rId1" Type="http://schemas.openxmlformats.org/officeDocument/2006/relationships/slideMaster" Target="../slideMasters/slideMaster12.xml"/><Relationship Id="rId6" Type="http://schemas.openxmlformats.org/officeDocument/2006/relationships/hyperlink" Target="http://www.comsol.com/learning-center" TargetMode="External"/><Relationship Id="rId5" Type="http://schemas.openxmlformats.org/officeDocument/2006/relationships/hyperlink" Target="http://www.comsol.com/models" TargetMode="External"/><Relationship Id="rId4" Type="http://schemas.openxmlformats.org/officeDocument/2006/relationships/hyperlink" Target="https://www.comsol.com/product-download" TargetMode="External"/></Relationships>
</file>

<file path=ppt/slideLayouts/_rels/slideLayout358.xml.rels><?xml version="1.0" encoding="UTF-8" standalone="yes"?>
<Relationships xmlns="http://schemas.openxmlformats.org/package/2006/relationships"><Relationship Id="rId8" Type="http://schemas.openxmlformats.org/officeDocument/2006/relationships/hyperlink" Target="http://www.comsol.com/videos" TargetMode="External"/><Relationship Id="rId3" Type="http://schemas.openxmlformats.org/officeDocument/2006/relationships/hyperlink" Target="http://www.comsol.com/" TargetMode="External"/><Relationship Id="rId7" Type="http://schemas.openxmlformats.org/officeDocument/2006/relationships/hyperlink" Target="http://www.comsol.com/blogs" TargetMode="External"/><Relationship Id="rId2" Type="http://schemas.openxmlformats.org/officeDocument/2006/relationships/image" Target="../media/image6.jpg"/><Relationship Id="rId1" Type="http://schemas.openxmlformats.org/officeDocument/2006/relationships/slideMaster" Target="../slideMasters/slideMaster12.xml"/><Relationship Id="rId6" Type="http://schemas.openxmlformats.org/officeDocument/2006/relationships/hyperlink" Target="http://www.comsol.com/learning-center" TargetMode="External"/><Relationship Id="rId5" Type="http://schemas.openxmlformats.org/officeDocument/2006/relationships/hyperlink" Target="http://www.comsol.com/models" TargetMode="External"/><Relationship Id="rId4" Type="http://schemas.openxmlformats.org/officeDocument/2006/relationships/hyperlink" Target="https://www.comsol.com/product-download" TargetMode="External"/><Relationship Id="rId9" Type="http://schemas.openxmlformats.org/officeDocument/2006/relationships/hyperlink" Target="http://www.comsol.com/stories" TargetMode="Externa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7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3.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8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3.xml"/></Relationships>
</file>

<file path=ppt/slideLayouts/_rels/slideLayout3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3.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8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3.xml"/></Relationships>
</file>

<file path=ppt/slideLayouts/_rels/slideLayout38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3.xml"/></Relationships>
</file>

<file path=ppt/slideLayouts/_rels/slideLayout38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3.xml"/></Relationships>
</file>

<file path=ppt/slideLayouts/_rels/slideLayout39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3.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9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3.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9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3.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0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3.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4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3.xml"/></Relationships>
</file>

<file path=ppt/slideLayouts/_rels/slideLayout4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3.xml"/></Relationships>
</file>

<file path=ppt/slideLayouts/_rels/slideLayout4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3.xml"/></Relationships>
</file>

<file path=ppt/slideLayouts/_rels/slideLayout4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3.xml"/></Relationships>
</file>

<file path=ppt/slideLayouts/_rels/slideLayout4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3.xml"/></Relationships>
</file>

<file path=ppt/slideLayouts/_rels/slideLayout4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3.xml"/></Relationships>
</file>

<file path=ppt/slideLayouts/_rels/slideLayout417.xml.rels><?xml version="1.0" encoding="UTF-8" standalone="yes"?>
<Relationships xmlns="http://schemas.openxmlformats.org/package/2006/relationships"><Relationship Id="rId3" Type="http://schemas.openxmlformats.org/officeDocument/2006/relationships/hyperlink" Target="http://www.comsol.com/request-a-demo" TargetMode="External"/><Relationship Id="rId2" Type="http://schemas.openxmlformats.org/officeDocument/2006/relationships/image" Target="../media/image4.jpg"/><Relationship Id="rId1" Type="http://schemas.openxmlformats.org/officeDocument/2006/relationships/slideMaster" Target="../slideMasters/slideMaster13.xml"/></Relationships>
</file>

<file path=ppt/slideLayouts/_rels/slideLayout418.xml.rels><?xml version="1.0" encoding="UTF-8" standalone="yes"?>
<Relationships xmlns="http://schemas.openxmlformats.org/package/2006/relationships"><Relationship Id="rId3" Type="http://schemas.openxmlformats.org/officeDocument/2006/relationships/hyperlink" Target="http://www.comsol.com/" TargetMode="External"/><Relationship Id="rId7" Type="http://schemas.openxmlformats.org/officeDocument/2006/relationships/hyperlink" Target="http://www.comsol.com/blogs" TargetMode="External"/><Relationship Id="rId2" Type="http://schemas.openxmlformats.org/officeDocument/2006/relationships/image" Target="../media/image5.jpg"/><Relationship Id="rId1" Type="http://schemas.openxmlformats.org/officeDocument/2006/relationships/slideMaster" Target="../slideMasters/slideMaster13.xml"/><Relationship Id="rId6" Type="http://schemas.openxmlformats.org/officeDocument/2006/relationships/hyperlink" Target="http://www.comsol.com/learning-center" TargetMode="External"/><Relationship Id="rId5" Type="http://schemas.openxmlformats.org/officeDocument/2006/relationships/hyperlink" Target="http://www.comsol.com/models" TargetMode="External"/><Relationship Id="rId4" Type="http://schemas.openxmlformats.org/officeDocument/2006/relationships/hyperlink" Target="https://www.comsol.com/product-download" TargetMode="External"/></Relationships>
</file>

<file path=ppt/slideLayouts/_rels/slideLayout419.xml.rels><?xml version="1.0" encoding="UTF-8" standalone="yes"?>
<Relationships xmlns="http://schemas.openxmlformats.org/package/2006/relationships"><Relationship Id="rId8" Type="http://schemas.openxmlformats.org/officeDocument/2006/relationships/hyperlink" Target="http://www.comsol.com/videos" TargetMode="External"/><Relationship Id="rId3" Type="http://schemas.openxmlformats.org/officeDocument/2006/relationships/hyperlink" Target="http://www.comsol.com/" TargetMode="External"/><Relationship Id="rId7" Type="http://schemas.openxmlformats.org/officeDocument/2006/relationships/hyperlink" Target="http://www.comsol.com/blogs" TargetMode="External"/><Relationship Id="rId2" Type="http://schemas.openxmlformats.org/officeDocument/2006/relationships/image" Target="../media/image6.jpg"/><Relationship Id="rId1" Type="http://schemas.openxmlformats.org/officeDocument/2006/relationships/slideMaster" Target="../slideMasters/slideMaster13.xml"/><Relationship Id="rId6" Type="http://schemas.openxmlformats.org/officeDocument/2006/relationships/hyperlink" Target="http://www.comsol.com/learning-center" TargetMode="External"/><Relationship Id="rId5" Type="http://schemas.openxmlformats.org/officeDocument/2006/relationships/hyperlink" Target="http://www.comsol.com/models" TargetMode="External"/><Relationship Id="rId4" Type="http://schemas.openxmlformats.org/officeDocument/2006/relationships/hyperlink" Target="https://www.comsol.com/product-download" TargetMode="External"/><Relationship Id="rId9" Type="http://schemas.openxmlformats.org/officeDocument/2006/relationships/hyperlink" Target="http://www.comsol.com/stories" TargetMode="Externa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3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4.xml"/></Relationships>
</file>

<file path=ppt/slideLayouts/_rels/slideLayout43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4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4.xml"/></Relationships>
</file>

<file path=ppt/slideLayouts/_rels/slideLayout44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4.xml"/></Relationships>
</file>

<file path=ppt/slideLayouts/_rels/slideLayout44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4.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4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4.xml"/></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4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4.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5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4.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5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4.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6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4.xml"/></Relationships>
</file>

<file path=ppt/slideLayouts/_rels/slideLayout46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4.xml"/></Relationships>
</file>

<file path=ppt/slideLayouts/_rels/slideLayout46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4.xml"/></Relationships>
</file>

<file path=ppt/slideLayouts/_rels/slideLayout46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4.xml"/></Relationships>
</file>

<file path=ppt/slideLayouts/_rels/slideLayout46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4.xml"/></Relationships>
</file>

<file path=ppt/slideLayouts/_rels/slideLayout47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4.xml"/></Relationships>
</file>

<file path=ppt/slideLayouts/_rels/slideLayout471.xml.rels><?xml version="1.0" encoding="UTF-8" standalone="yes"?>
<Relationships xmlns="http://schemas.openxmlformats.org/package/2006/relationships"><Relationship Id="rId3" Type="http://schemas.openxmlformats.org/officeDocument/2006/relationships/hyperlink" Target="http://www.comsol.com/request-a-demo" TargetMode="External"/><Relationship Id="rId2" Type="http://schemas.openxmlformats.org/officeDocument/2006/relationships/image" Target="../media/image4.jpg"/><Relationship Id="rId1" Type="http://schemas.openxmlformats.org/officeDocument/2006/relationships/slideMaster" Target="../slideMasters/slideMaster14.xml"/></Relationships>
</file>

<file path=ppt/slideLayouts/_rels/slideLayout472.xml.rels><?xml version="1.0" encoding="UTF-8" standalone="yes"?>
<Relationships xmlns="http://schemas.openxmlformats.org/package/2006/relationships"><Relationship Id="rId3" Type="http://schemas.openxmlformats.org/officeDocument/2006/relationships/hyperlink" Target="http://www.comsol.com/" TargetMode="External"/><Relationship Id="rId7" Type="http://schemas.openxmlformats.org/officeDocument/2006/relationships/hyperlink" Target="http://www.comsol.com/blogs" TargetMode="External"/><Relationship Id="rId2" Type="http://schemas.openxmlformats.org/officeDocument/2006/relationships/image" Target="../media/image5.jpg"/><Relationship Id="rId1" Type="http://schemas.openxmlformats.org/officeDocument/2006/relationships/slideMaster" Target="../slideMasters/slideMaster14.xml"/><Relationship Id="rId6" Type="http://schemas.openxmlformats.org/officeDocument/2006/relationships/hyperlink" Target="http://www.comsol.com/learning-center" TargetMode="External"/><Relationship Id="rId5" Type="http://schemas.openxmlformats.org/officeDocument/2006/relationships/hyperlink" Target="http://www.comsol.com/models" TargetMode="External"/><Relationship Id="rId4" Type="http://schemas.openxmlformats.org/officeDocument/2006/relationships/hyperlink" Target="https://www.comsol.com/product-download" TargetMode="External"/></Relationships>
</file>

<file path=ppt/slideLayouts/_rels/slideLayout473.xml.rels><?xml version="1.0" encoding="UTF-8" standalone="yes"?>
<Relationships xmlns="http://schemas.openxmlformats.org/package/2006/relationships"><Relationship Id="rId8" Type="http://schemas.openxmlformats.org/officeDocument/2006/relationships/hyperlink" Target="http://www.comsol.com/videos" TargetMode="External"/><Relationship Id="rId3" Type="http://schemas.openxmlformats.org/officeDocument/2006/relationships/hyperlink" Target="http://www.comsol.com/" TargetMode="External"/><Relationship Id="rId7" Type="http://schemas.openxmlformats.org/officeDocument/2006/relationships/hyperlink" Target="http://www.comsol.com/blogs" TargetMode="External"/><Relationship Id="rId2" Type="http://schemas.openxmlformats.org/officeDocument/2006/relationships/image" Target="../media/image6.jpg"/><Relationship Id="rId1" Type="http://schemas.openxmlformats.org/officeDocument/2006/relationships/slideMaster" Target="../slideMasters/slideMaster14.xml"/><Relationship Id="rId6" Type="http://schemas.openxmlformats.org/officeDocument/2006/relationships/hyperlink" Target="http://www.comsol.com/learning-center" TargetMode="External"/><Relationship Id="rId5" Type="http://schemas.openxmlformats.org/officeDocument/2006/relationships/hyperlink" Target="http://www.comsol.com/models" TargetMode="External"/><Relationship Id="rId4" Type="http://schemas.openxmlformats.org/officeDocument/2006/relationships/hyperlink" Target="https://www.comsol.com/product-download" TargetMode="External"/><Relationship Id="rId9" Type="http://schemas.openxmlformats.org/officeDocument/2006/relationships/hyperlink" Target="http://www.comsol.com/stories" TargetMode="External"/></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7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7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8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8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8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8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8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87.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5.xml"/></Relationships>
</file>

<file path=ppt/slideLayouts/_rels/slideLayout48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8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9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9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9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9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9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9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5.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9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0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0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0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5.xml"/></Relationships>
</file>

<file path=ppt/slideLayouts/_rels/slideLayout50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5.xml"/></Relationships>
</file>

<file path=ppt/slideLayouts/_rels/slideLayout50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5.xml"/></Relationships>
</file>

<file path=ppt/slideLayouts/_rels/slideLayout50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5.xml"/></Relationships>
</file>

<file path=ppt/slideLayouts/_rels/slideLayout50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0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0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0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5.xml"/></Relationships>
</file>

<file path=ppt/slideLayouts/_rels/slideLayout51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1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1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1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5.xml"/></Relationships>
</file>

<file path=ppt/slideLayouts/_rels/slideLayout51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1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Master" Target="../slideMasters/slideMaster15.xml"/></Relationships>
</file>

<file path=ppt/slideLayouts/_rels/slideLayout51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1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1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2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5.xml"/></Relationships>
</file>

<file path=ppt/slideLayouts/_rels/slideLayout5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5.xml"/></Relationships>
</file>

<file path=ppt/slideLayouts/_rels/slideLayout5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5.xml"/></Relationships>
</file>

<file path=ppt/slideLayouts/_rels/slideLayout5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5.xml"/></Relationships>
</file>

<file path=ppt/slideLayouts/_rels/slideLayout5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5.xml"/></Relationships>
</file>

<file path=ppt/slideLayouts/_rels/slideLayout5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5.xml"/></Relationships>
</file>

<file path=ppt/slideLayouts/_rels/slideLayout532.xml.rels><?xml version="1.0" encoding="UTF-8" standalone="yes"?>
<Relationships xmlns="http://schemas.openxmlformats.org/package/2006/relationships"><Relationship Id="rId3" Type="http://schemas.openxmlformats.org/officeDocument/2006/relationships/hyperlink" Target="http://www.comsol.com/request-a-demo" TargetMode="External"/><Relationship Id="rId2" Type="http://schemas.openxmlformats.org/officeDocument/2006/relationships/image" Target="../media/image4.jpg"/><Relationship Id="rId1" Type="http://schemas.openxmlformats.org/officeDocument/2006/relationships/slideMaster" Target="../slideMasters/slideMaster15.xml"/></Relationships>
</file>

<file path=ppt/slideLayouts/_rels/slideLayout533.xml.rels><?xml version="1.0" encoding="UTF-8" standalone="yes"?>
<Relationships xmlns="http://schemas.openxmlformats.org/package/2006/relationships"><Relationship Id="rId3" Type="http://schemas.openxmlformats.org/officeDocument/2006/relationships/hyperlink" Target="http://www.comsol.com/" TargetMode="External"/><Relationship Id="rId7" Type="http://schemas.openxmlformats.org/officeDocument/2006/relationships/hyperlink" Target="http://www.comsol.com/blogs" TargetMode="External"/><Relationship Id="rId2" Type="http://schemas.openxmlformats.org/officeDocument/2006/relationships/image" Target="../media/image5.jpg"/><Relationship Id="rId1" Type="http://schemas.openxmlformats.org/officeDocument/2006/relationships/slideMaster" Target="../slideMasters/slideMaster15.xml"/><Relationship Id="rId6" Type="http://schemas.openxmlformats.org/officeDocument/2006/relationships/hyperlink" Target="http://www.comsol.com/learning-center" TargetMode="External"/><Relationship Id="rId5" Type="http://schemas.openxmlformats.org/officeDocument/2006/relationships/hyperlink" Target="http://www.comsol.com/models" TargetMode="External"/><Relationship Id="rId4" Type="http://schemas.openxmlformats.org/officeDocument/2006/relationships/hyperlink" Target="https://www.comsol.com/product-download" TargetMode="External"/></Relationships>
</file>

<file path=ppt/slideLayouts/_rels/slideLayout534.xml.rels><?xml version="1.0" encoding="UTF-8" standalone="yes"?>
<Relationships xmlns="http://schemas.openxmlformats.org/package/2006/relationships"><Relationship Id="rId8" Type="http://schemas.openxmlformats.org/officeDocument/2006/relationships/hyperlink" Target="http://www.comsol.com/videos" TargetMode="External"/><Relationship Id="rId3" Type="http://schemas.openxmlformats.org/officeDocument/2006/relationships/hyperlink" Target="http://www.comsol.com/" TargetMode="External"/><Relationship Id="rId7" Type="http://schemas.openxmlformats.org/officeDocument/2006/relationships/hyperlink" Target="http://www.comsol.com/blogs" TargetMode="External"/><Relationship Id="rId2" Type="http://schemas.openxmlformats.org/officeDocument/2006/relationships/image" Target="../media/image6.jpg"/><Relationship Id="rId1" Type="http://schemas.openxmlformats.org/officeDocument/2006/relationships/slideMaster" Target="../slideMasters/slideMaster15.xml"/><Relationship Id="rId6" Type="http://schemas.openxmlformats.org/officeDocument/2006/relationships/hyperlink" Target="http://www.comsol.com/learning-center" TargetMode="External"/><Relationship Id="rId5" Type="http://schemas.openxmlformats.org/officeDocument/2006/relationships/hyperlink" Target="http://www.comsol.com/models" TargetMode="External"/><Relationship Id="rId4" Type="http://schemas.openxmlformats.org/officeDocument/2006/relationships/hyperlink" Target="https://www.comsol.com/product-download" TargetMode="External"/><Relationship Id="rId9" Type="http://schemas.openxmlformats.org/officeDocument/2006/relationships/hyperlink" Target="http://www.comsol.com/stories" TargetMode="External"/></Relationships>
</file>

<file path=ppt/slideLayouts/_rels/slideLayout53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p:nvPr>
        </p:nvSpPr>
        <p:spPr>
          <a:xfrm>
            <a:off x="623888" y="1282700"/>
            <a:ext cx="8062912" cy="2139950"/>
          </a:xfrm>
          <a:prstGeom prst="rect">
            <a:avLst/>
          </a:prstGeom>
        </p:spPr>
        <p:txBody>
          <a:bodyPr anchor="b">
            <a:normAutofit/>
          </a:bodyPr>
          <a:lstStyle>
            <a:lvl1pPr>
              <a:defRPr sz="3600" b="1">
                <a:solidFill>
                  <a:srgbClr val="1B4D81"/>
                </a:solidFill>
                <a:latin typeface="Lato" panose="020F0502020204030203"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623888" y="3441700"/>
            <a:ext cx="1837944"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623888" y="3714750"/>
            <a:ext cx="1837944"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
        <p:nvSpPr>
          <p:cNvPr id="5" name="Text Placeholder 2">
            <a:extLst>
              <a:ext uri="{FF2B5EF4-FFF2-40B4-BE49-F238E27FC236}">
                <a16:creationId xmlns:a16="http://schemas.microsoft.com/office/drawing/2014/main" id="{286E2C5B-58AD-4D69-8653-58174ACC8AD7}"/>
              </a:ext>
            </a:extLst>
          </p:cNvPr>
          <p:cNvSpPr>
            <a:spLocks noGrp="1"/>
          </p:cNvSpPr>
          <p:nvPr>
            <p:ph type="body" idx="11" hasCustomPrompt="1"/>
          </p:nvPr>
        </p:nvSpPr>
        <p:spPr>
          <a:xfrm>
            <a:off x="2729294" y="3452729"/>
            <a:ext cx="1837944"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6" name="Text Placeholder 2">
            <a:extLst>
              <a:ext uri="{FF2B5EF4-FFF2-40B4-BE49-F238E27FC236}">
                <a16:creationId xmlns:a16="http://schemas.microsoft.com/office/drawing/2014/main" id="{8599CD08-F90D-4D15-9B4E-79BB92E4CDF2}"/>
              </a:ext>
            </a:extLst>
          </p:cNvPr>
          <p:cNvSpPr>
            <a:spLocks noGrp="1"/>
          </p:cNvSpPr>
          <p:nvPr>
            <p:ph type="body" idx="12" hasCustomPrompt="1"/>
          </p:nvPr>
        </p:nvSpPr>
        <p:spPr>
          <a:xfrm>
            <a:off x="2729294" y="3725779"/>
            <a:ext cx="1837944"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Tree>
    <p:extLst>
      <p:ext uri="{BB962C8B-B14F-4D97-AF65-F5344CB8AC3E}">
        <p14:creationId xmlns:p14="http://schemas.microsoft.com/office/powerpoint/2010/main" val="177332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AA8A8-3946-DE4F-97CB-CBC48B9F7A60}"/>
              </a:ext>
            </a:extLst>
          </p:cNvPr>
          <p:cNvSpPr/>
          <p:nvPr userDrawn="1"/>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FDE514-B9D5-4E6A-B99C-10D5D54F711D}"/>
              </a:ext>
            </a:extLst>
          </p:cNvPr>
          <p:cNvSpPr>
            <a:spLocks noGrp="1"/>
          </p:cNvSpPr>
          <p:nvPr>
            <p:ph type="title"/>
          </p:nvPr>
        </p:nvSpPr>
        <p:spPr>
          <a:xfrm>
            <a:off x="623888" y="3028950"/>
            <a:ext cx="8062912" cy="1231900"/>
          </a:xfrm>
          <a:prstGeom prst="rect">
            <a:avLst/>
          </a:prstGeom>
        </p:spPr>
        <p:txBody>
          <a:bodyPr anchor="b">
            <a:normAutofit/>
          </a:bodyPr>
          <a:lstStyle>
            <a:lvl1pPr>
              <a:defRPr sz="3600" b="1">
                <a:solidFill>
                  <a:schemeClr val="bg1"/>
                </a:solidFill>
                <a:latin typeface="Lato" panose="020F0502020204030203"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623888" y="4267777"/>
            <a:ext cx="1837944" cy="349250"/>
          </a:xfrm>
          <a:prstGeom prst="rect">
            <a:avLst/>
          </a:prstGeom>
        </p:spPr>
        <p:txBody>
          <a:bodyPr anchor="b">
            <a:normAutofit/>
          </a:bodyPr>
          <a:lstStyle>
            <a:lvl1pPr marL="0" indent="0">
              <a:spcBef>
                <a:spcPts val="100"/>
              </a:spcBef>
              <a:buNone/>
              <a:defRPr sz="1800">
                <a:solidFill>
                  <a:schemeClr val="bg2"/>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623888" y="4540827"/>
            <a:ext cx="1837944" cy="453190"/>
          </a:xfrm>
          <a:prstGeom prst="rect">
            <a:avLst/>
          </a:prstGeom>
        </p:spPr>
        <p:txBody>
          <a:bodyPr>
            <a:normAutofit/>
          </a:bodyPr>
          <a:lstStyle>
            <a:lvl1pPr marL="0" indent="0">
              <a:spcBef>
                <a:spcPts val="100"/>
              </a:spcBef>
              <a:buNone/>
              <a:defRPr sz="1200" b="0" i="0">
                <a:solidFill>
                  <a:schemeClr val="bg2"/>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
        <p:nvSpPr>
          <p:cNvPr id="5" name="Text Placeholder 2">
            <a:extLst>
              <a:ext uri="{FF2B5EF4-FFF2-40B4-BE49-F238E27FC236}">
                <a16:creationId xmlns:a16="http://schemas.microsoft.com/office/drawing/2014/main" id="{286E2C5B-58AD-4D69-8653-58174ACC8AD7}"/>
              </a:ext>
            </a:extLst>
          </p:cNvPr>
          <p:cNvSpPr>
            <a:spLocks noGrp="1"/>
          </p:cNvSpPr>
          <p:nvPr>
            <p:ph type="body" idx="11" hasCustomPrompt="1"/>
          </p:nvPr>
        </p:nvSpPr>
        <p:spPr>
          <a:xfrm>
            <a:off x="2729294" y="4278806"/>
            <a:ext cx="1837944" cy="349250"/>
          </a:xfrm>
          <a:prstGeom prst="rect">
            <a:avLst/>
          </a:prstGeom>
        </p:spPr>
        <p:txBody>
          <a:bodyPr anchor="b">
            <a:normAutofit/>
          </a:bodyPr>
          <a:lstStyle>
            <a:lvl1pPr marL="0" indent="0">
              <a:spcBef>
                <a:spcPts val="100"/>
              </a:spcBef>
              <a:buNone/>
              <a:defRPr sz="1800">
                <a:solidFill>
                  <a:schemeClr val="bg2"/>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6" name="Text Placeholder 2">
            <a:extLst>
              <a:ext uri="{FF2B5EF4-FFF2-40B4-BE49-F238E27FC236}">
                <a16:creationId xmlns:a16="http://schemas.microsoft.com/office/drawing/2014/main" id="{8599CD08-F90D-4D15-9B4E-79BB92E4CDF2}"/>
              </a:ext>
            </a:extLst>
          </p:cNvPr>
          <p:cNvSpPr>
            <a:spLocks noGrp="1"/>
          </p:cNvSpPr>
          <p:nvPr>
            <p:ph type="body" idx="12" hasCustomPrompt="1"/>
          </p:nvPr>
        </p:nvSpPr>
        <p:spPr>
          <a:xfrm>
            <a:off x="2729294" y="4551856"/>
            <a:ext cx="1837944" cy="453190"/>
          </a:xfrm>
          <a:prstGeom prst="rect">
            <a:avLst/>
          </a:prstGeom>
        </p:spPr>
        <p:txBody>
          <a:bodyPr>
            <a:normAutofit/>
          </a:bodyPr>
          <a:lstStyle>
            <a:lvl1pPr marL="0" indent="0">
              <a:spcBef>
                <a:spcPts val="100"/>
              </a:spcBef>
              <a:buNone/>
              <a:defRPr sz="1200" b="0" i="0">
                <a:solidFill>
                  <a:schemeClr val="bg2"/>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Tree>
    <p:extLst>
      <p:ext uri="{BB962C8B-B14F-4D97-AF65-F5344CB8AC3E}">
        <p14:creationId xmlns:p14="http://schemas.microsoft.com/office/powerpoint/2010/main" val="72351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p:nvPr>
        </p:nvSpPr>
        <p:spPr>
          <a:xfrm>
            <a:off x="623888" y="1282700"/>
            <a:ext cx="8062912" cy="2139950"/>
          </a:xfrm>
          <a:prstGeom prst="rect">
            <a:avLst/>
          </a:prstGeom>
        </p:spPr>
        <p:txBody>
          <a:bodyPr anchor="b">
            <a:normAutofit/>
          </a:bodyPr>
          <a:lstStyle>
            <a:lvl1pPr>
              <a:defRPr sz="3600" b="1">
                <a:solidFill>
                  <a:srgbClr val="1B4D81"/>
                </a:solidFill>
                <a:latin typeface="Lato" panose="020F0502020204030203" pitchFamily="34" charset="0"/>
              </a:defRPr>
            </a:lvl1pPr>
          </a:lstStyle>
          <a:p>
            <a:r>
              <a:rPr lang="en-US"/>
              <a:t>Click to edit Master title style</a:t>
            </a:r>
            <a:endParaRPr lang="en-US" dirty="0"/>
          </a:p>
        </p:txBody>
      </p:sp>
      <p:sp>
        <p:nvSpPr>
          <p:cNvPr id="8" name="Text Placeholder 2">
            <a:extLst>
              <a:ext uri="{FF2B5EF4-FFF2-40B4-BE49-F238E27FC236}">
                <a16:creationId xmlns:a16="http://schemas.microsoft.com/office/drawing/2014/main" id="{04FF62A3-F460-4741-8342-309E52138A71}"/>
              </a:ext>
            </a:extLst>
          </p:cNvPr>
          <p:cNvSpPr>
            <a:spLocks noGrp="1"/>
          </p:cNvSpPr>
          <p:nvPr>
            <p:ph type="body" idx="1" hasCustomPrompt="1"/>
          </p:nvPr>
        </p:nvSpPr>
        <p:spPr>
          <a:xfrm>
            <a:off x="1928812" y="3436566"/>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9" name="Text Placeholder 2">
            <a:extLst>
              <a:ext uri="{FF2B5EF4-FFF2-40B4-BE49-F238E27FC236}">
                <a16:creationId xmlns:a16="http://schemas.microsoft.com/office/drawing/2014/main" id="{AF8AF9C0-51D9-4A91-8E30-9CA60298FBC0}"/>
              </a:ext>
            </a:extLst>
          </p:cNvPr>
          <p:cNvSpPr>
            <a:spLocks noGrp="1"/>
          </p:cNvSpPr>
          <p:nvPr>
            <p:ph type="body" idx="13" hasCustomPrompt="1"/>
          </p:nvPr>
        </p:nvSpPr>
        <p:spPr>
          <a:xfrm>
            <a:off x="1928812" y="3709616"/>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
        <p:nvSpPr>
          <p:cNvPr id="10" name="Text Placeholder 2">
            <a:extLst>
              <a:ext uri="{FF2B5EF4-FFF2-40B4-BE49-F238E27FC236}">
                <a16:creationId xmlns:a16="http://schemas.microsoft.com/office/drawing/2014/main" id="{C4298647-61D0-4FBB-8F52-37C8A845D3E8}"/>
              </a:ext>
            </a:extLst>
          </p:cNvPr>
          <p:cNvSpPr>
            <a:spLocks noGrp="1"/>
          </p:cNvSpPr>
          <p:nvPr>
            <p:ph type="body" idx="14" hasCustomPrompt="1"/>
          </p:nvPr>
        </p:nvSpPr>
        <p:spPr>
          <a:xfrm>
            <a:off x="5055878" y="3436566"/>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11" name="Text Placeholder 2">
            <a:extLst>
              <a:ext uri="{FF2B5EF4-FFF2-40B4-BE49-F238E27FC236}">
                <a16:creationId xmlns:a16="http://schemas.microsoft.com/office/drawing/2014/main" id="{F578A0BF-E876-40F4-A20B-1A438C7EEFAC}"/>
              </a:ext>
            </a:extLst>
          </p:cNvPr>
          <p:cNvSpPr>
            <a:spLocks noGrp="1"/>
          </p:cNvSpPr>
          <p:nvPr>
            <p:ph type="body" idx="15" hasCustomPrompt="1"/>
          </p:nvPr>
        </p:nvSpPr>
        <p:spPr>
          <a:xfrm>
            <a:off x="5055878" y="3709616"/>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
        <p:nvSpPr>
          <p:cNvPr id="4" name="Content Placeholder 3">
            <a:extLst>
              <a:ext uri="{FF2B5EF4-FFF2-40B4-BE49-F238E27FC236}">
                <a16:creationId xmlns:a16="http://schemas.microsoft.com/office/drawing/2014/main" id="{F649E506-AD96-463A-84F2-AAE1BB90340A}"/>
              </a:ext>
            </a:extLst>
          </p:cNvPr>
          <p:cNvSpPr>
            <a:spLocks noGrp="1"/>
          </p:cNvSpPr>
          <p:nvPr>
            <p:ph sz="quarter" idx="16"/>
          </p:nvPr>
        </p:nvSpPr>
        <p:spPr>
          <a:xfrm>
            <a:off x="723900" y="3432556"/>
            <a:ext cx="1115568" cy="1115568"/>
          </a:xfrm>
        </p:spPr>
        <p:txBody>
          <a:bodyPr/>
          <a:lstStyle/>
          <a:p>
            <a:pPr lvl="0"/>
            <a:r>
              <a:rPr lang="en-US"/>
              <a:t>Click to edit Master text styles</a:t>
            </a:r>
          </a:p>
        </p:txBody>
      </p:sp>
      <p:sp>
        <p:nvSpPr>
          <p:cNvPr id="12" name="Content Placeholder 3">
            <a:extLst>
              <a:ext uri="{FF2B5EF4-FFF2-40B4-BE49-F238E27FC236}">
                <a16:creationId xmlns:a16="http://schemas.microsoft.com/office/drawing/2014/main" id="{D8A7706D-1D21-49ED-888E-699D6B6BE78C}"/>
              </a:ext>
            </a:extLst>
          </p:cNvPr>
          <p:cNvSpPr>
            <a:spLocks noGrp="1"/>
          </p:cNvSpPr>
          <p:nvPr>
            <p:ph sz="quarter" idx="17"/>
          </p:nvPr>
        </p:nvSpPr>
        <p:spPr>
          <a:xfrm>
            <a:off x="3852971" y="3429000"/>
            <a:ext cx="1115568" cy="1115568"/>
          </a:xfrm>
        </p:spPr>
        <p:txBody>
          <a:bodyPr/>
          <a:lstStyle/>
          <a:p>
            <a:pPr lvl="0"/>
            <a:r>
              <a:rPr lang="en-US"/>
              <a:t>Click to edit Master text styles</a:t>
            </a:r>
          </a:p>
        </p:txBody>
      </p:sp>
    </p:spTree>
    <p:extLst>
      <p:ext uri="{BB962C8B-B14F-4D97-AF65-F5344CB8AC3E}">
        <p14:creationId xmlns:p14="http://schemas.microsoft.com/office/powerpoint/2010/main" val="1896245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0E37-2066-457D-A866-CD6115300D34}"/>
              </a:ext>
            </a:extLst>
          </p:cNvPr>
          <p:cNvSpPr>
            <a:spLocks noGrp="1"/>
          </p:cNvSpPr>
          <p:nvPr>
            <p:ph type="ctrTitle"/>
          </p:nvPr>
        </p:nvSpPr>
        <p:spPr>
          <a:xfrm>
            <a:off x="1143000" y="841375"/>
            <a:ext cx="7010400" cy="1790700"/>
          </a:xfrm>
          <a:prstGeom prst="rect">
            <a:avLst/>
          </a:prstGeom>
        </p:spPr>
        <p:txBody>
          <a:bodyPr anchor="b">
            <a:normAutofit/>
          </a:bodyPr>
          <a:lstStyle>
            <a:lvl1pPr algn="ctr">
              <a:defRPr sz="3600" b="1">
                <a:solidFill>
                  <a:srgbClr val="1B4D81"/>
                </a:solidFill>
                <a:latin typeface="Lato" panose="020F0502020204030203"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BC01D0-B230-4859-8CF6-4664E1E5F385}"/>
              </a:ext>
            </a:extLst>
          </p:cNvPr>
          <p:cNvSpPr>
            <a:spLocks noGrp="1"/>
          </p:cNvSpPr>
          <p:nvPr>
            <p:ph type="subTitle" idx="1"/>
          </p:nvPr>
        </p:nvSpPr>
        <p:spPr>
          <a:xfrm>
            <a:off x="1143000" y="2701925"/>
            <a:ext cx="7010400" cy="1241425"/>
          </a:xfrm>
          <a:prstGeom prst="rect">
            <a:avLst/>
          </a:prstGeom>
        </p:spPr>
        <p:txBody>
          <a:bodyPr>
            <a:normAutofit/>
          </a:bodyPr>
          <a:lstStyle>
            <a:lvl1pPr marL="0" indent="0" algn="ctr">
              <a:buNone/>
              <a:defRPr sz="1800">
                <a:solidFill>
                  <a:srgbClr val="393A39"/>
                </a:solidFill>
                <a:latin typeface="Lato" panose="020F050202020403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55481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F8A22-6A5B-4550-87C4-98CDB8846F3D}"/>
              </a:ext>
            </a:extLst>
          </p:cNvPr>
          <p:cNvSpPr>
            <a:spLocks noGrp="1"/>
          </p:cNvSpPr>
          <p:nvPr>
            <p:ph type="title"/>
          </p:nvPr>
        </p:nvSpPr>
        <p:spPr>
          <a:xfrm>
            <a:off x="628650" y="285750"/>
            <a:ext cx="8058150" cy="74295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67B1DA0-7E63-4CDE-961E-607D001A9B67}"/>
              </a:ext>
            </a:extLst>
          </p:cNvPr>
          <p:cNvSpPr>
            <a:spLocks noGrp="1"/>
          </p:cNvSpPr>
          <p:nvPr>
            <p:ph idx="1"/>
          </p:nvPr>
        </p:nvSpPr>
        <p:spPr>
          <a:xfrm>
            <a:off x="628650" y="1028700"/>
            <a:ext cx="8058150" cy="3752850"/>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082259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183CD7-383B-48A0-8B71-F06BC83DEDB6}"/>
              </a:ext>
            </a:extLst>
          </p:cNvPr>
          <p:cNvSpPr>
            <a:spLocks noGrp="1"/>
          </p:cNvSpPr>
          <p:nvPr>
            <p:ph sz="half" idx="1"/>
          </p:nvPr>
        </p:nvSpPr>
        <p:spPr>
          <a:xfrm>
            <a:off x="628650" y="1028700"/>
            <a:ext cx="3965576" cy="3752837"/>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03355965-8388-42DC-8FE0-FECC99CDC81E}"/>
              </a:ext>
            </a:extLst>
          </p:cNvPr>
          <p:cNvSpPr>
            <a:spLocks noGrp="1"/>
          </p:cNvSpPr>
          <p:nvPr>
            <p:ph sz="half" idx="2"/>
          </p:nvPr>
        </p:nvSpPr>
        <p:spPr>
          <a:xfrm>
            <a:off x="4721224" y="1028700"/>
            <a:ext cx="3965576" cy="3752837"/>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itle 1">
            <a:extLst>
              <a:ext uri="{FF2B5EF4-FFF2-40B4-BE49-F238E27FC236}">
                <a16:creationId xmlns:a16="http://schemas.microsoft.com/office/drawing/2014/main" id="{F0C35649-F5E1-436D-BCBC-468BEAF27C9D}"/>
              </a:ext>
            </a:extLst>
          </p:cNvPr>
          <p:cNvSpPr>
            <a:spLocks noGrp="1"/>
          </p:cNvSpPr>
          <p:nvPr>
            <p:ph type="title"/>
          </p:nvPr>
        </p:nvSpPr>
        <p:spPr>
          <a:xfrm>
            <a:off x="628650" y="285750"/>
            <a:ext cx="8058150" cy="74295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993324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855CD0-D773-472C-923C-F2A3641F6698}"/>
              </a:ext>
            </a:extLst>
          </p:cNvPr>
          <p:cNvSpPr>
            <a:spLocks noGrp="1"/>
          </p:cNvSpPr>
          <p:nvPr>
            <p:ph type="body" idx="1"/>
          </p:nvPr>
        </p:nvSpPr>
        <p:spPr>
          <a:xfrm>
            <a:off x="630238" y="1028700"/>
            <a:ext cx="3970337" cy="628631"/>
          </a:xfrm>
          <a:prstGeom prst="rect">
            <a:avLst/>
          </a:prstGeom>
        </p:spPr>
        <p:txBody>
          <a:bodyPr anchor="t">
            <a:normAutofit/>
          </a:bodyPr>
          <a:lstStyle>
            <a:lvl1pPr marL="0" indent="0">
              <a:buNone/>
              <a:defRPr sz="1800" b="1">
                <a:solidFill>
                  <a:srgbClr val="393A39"/>
                </a:solidFill>
                <a:latin typeface="Lato" panose="020F050202020403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970D2E-452D-4D8D-8871-F92BDDC48512}"/>
              </a:ext>
            </a:extLst>
          </p:cNvPr>
          <p:cNvSpPr>
            <a:spLocks noGrp="1"/>
          </p:cNvSpPr>
          <p:nvPr>
            <p:ph sz="half" idx="2"/>
          </p:nvPr>
        </p:nvSpPr>
        <p:spPr>
          <a:xfrm>
            <a:off x="630238" y="1657331"/>
            <a:ext cx="3970337" cy="3124205"/>
          </a:xfrm>
          <a:prstGeom prst="rect">
            <a:avLst/>
          </a:prstGeom>
        </p:spPr>
        <p:txBody>
          <a:bodyPr>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21265C34-988A-4381-BE35-3CF7874797A1}"/>
              </a:ext>
            </a:extLst>
          </p:cNvPr>
          <p:cNvSpPr>
            <a:spLocks noGrp="1"/>
          </p:cNvSpPr>
          <p:nvPr>
            <p:ph type="body" sz="quarter" idx="3"/>
          </p:nvPr>
        </p:nvSpPr>
        <p:spPr>
          <a:xfrm>
            <a:off x="4714874" y="1028701"/>
            <a:ext cx="3971926" cy="628650"/>
          </a:xfrm>
          <a:prstGeom prst="rect">
            <a:avLst/>
          </a:prstGeom>
        </p:spPr>
        <p:txBody>
          <a:bodyPr anchor="t">
            <a:normAutofit/>
          </a:bodyPr>
          <a:lstStyle>
            <a:lvl1pPr marL="0" indent="0">
              <a:buNone/>
              <a:defRPr sz="1800" b="1">
                <a:solidFill>
                  <a:srgbClr val="393A39"/>
                </a:solidFill>
                <a:latin typeface="Lato" panose="020F050202020403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BAD278-0467-4156-945B-8A0C6FB1AAEA}"/>
              </a:ext>
            </a:extLst>
          </p:cNvPr>
          <p:cNvSpPr>
            <a:spLocks noGrp="1"/>
          </p:cNvSpPr>
          <p:nvPr>
            <p:ph sz="quarter" idx="4"/>
          </p:nvPr>
        </p:nvSpPr>
        <p:spPr>
          <a:xfrm>
            <a:off x="4714874" y="1657348"/>
            <a:ext cx="3971926" cy="3124187"/>
          </a:xfrm>
          <a:prstGeom prst="rect">
            <a:avLst/>
          </a:prstGeom>
        </p:spPr>
        <p:txBody>
          <a:bodyPr>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7" name="Title 1">
            <a:extLst>
              <a:ext uri="{FF2B5EF4-FFF2-40B4-BE49-F238E27FC236}">
                <a16:creationId xmlns:a16="http://schemas.microsoft.com/office/drawing/2014/main" id="{9B9489FC-5B9D-4C9C-A962-ECD59DECD47F}"/>
              </a:ext>
            </a:extLst>
          </p:cNvPr>
          <p:cNvSpPr>
            <a:spLocks noGrp="1"/>
          </p:cNvSpPr>
          <p:nvPr>
            <p:ph type="title"/>
          </p:nvPr>
        </p:nvSpPr>
        <p:spPr>
          <a:xfrm>
            <a:off x="628650" y="285750"/>
            <a:ext cx="8058150" cy="74295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780164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C4E7365-D38C-47DC-98CE-EFDE9B5AA7FB}"/>
              </a:ext>
            </a:extLst>
          </p:cNvPr>
          <p:cNvSpPr>
            <a:spLocks noGrp="1"/>
          </p:cNvSpPr>
          <p:nvPr>
            <p:ph idx="1"/>
          </p:nvPr>
        </p:nvSpPr>
        <p:spPr>
          <a:xfrm>
            <a:off x="628650" y="1028700"/>
            <a:ext cx="8058150" cy="3752850"/>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itle 1">
            <a:extLst>
              <a:ext uri="{FF2B5EF4-FFF2-40B4-BE49-F238E27FC236}">
                <a16:creationId xmlns:a16="http://schemas.microsoft.com/office/drawing/2014/main" id="{AE057F52-E5D6-4C4F-8C1F-48ED323FF9B6}"/>
              </a:ext>
            </a:extLst>
          </p:cNvPr>
          <p:cNvSpPr>
            <a:spLocks noGrp="1"/>
          </p:cNvSpPr>
          <p:nvPr>
            <p:ph type="title"/>
          </p:nvPr>
        </p:nvSpPr>
        <p:spPr>
          <a:xfrm>
            <a:off x="628650" y="285750"/>
            <a:ext cx="8058150" cy="742950"/>
          </a:xfrm>
          <a:prstGeom prst="rect">
            <a:avLst/>
          </a:prstGeom>
        </p:spPr>
        <p:txBody>
          <a:bodyPr>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CE51587-1A95-4AA5-AD68-679421FFF792}"/>
              </a:ext>
            </a:extLst>
          </p:cNvPr>
          <p:cNvSpPr>
            <a:spLocks noGrp="1"/>
          </p:cNvSpPr>
          <p:nvPr>
            <p:ph type="body" sz="quarter" idx="10"/>
          </p:nvPr>
        </p:nvSpPr>
        <p:spPr>
          <a:xfrm>
            <a:off x="5659622" y="4476750"/>
            <a:ext cx="3027178" cy="304800"/>
          </a:xfrm>
        </p:spPr>
        <p:txBody>
          <a:bodyPr>
            <a:normAutofit/>
          </a:bodyPr>
          <a:lstStyle>
            <a:lvl1pPr marL="0" indent="0">
              <a:buNone/>
              <a:defRPr sz="800" b="1" i="1">
                <a:solidFill>
                  <a:schemeClr val="accent2"/>
                </a:solidFill>
                <a:latin typeface="Lato" panose="020F0502020204030203" pitchFamily="34" charset="77"/>
              </a:defRPr>
            </a:lvl1pPr>
            <a:lvl2pPr marL="457200" indent="0">
              <a:buNone/>
              <a:defRPr/>
            </a:lvl2pPr>
            <a:lvl3pPr marL="914400" indent="0">
              <a:buNone/>
              <a:defRPr/>
            </a:lvl3pPr>
          </a:lstStyle>
          <a:p>
            <a:pPr lvl="0"/>
            <a:r>
              <a:rPr lang="en-US"/>
              <a:t>Click to edit Master text styles</a:t>
            </a:r>
          </a:p>
        </p:txBody>
      </p:sp>
    </p:spTree>
    <p:extLst>
      <p:ext uri="{BB962C8B-B14F-4D97-AF65-F5344CB8AC3E}">
        <p14:creationId xmlns:p14="http://schemas.microsoft.com/office/powerpoint/2010/main" val="1836104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9654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PTIONAL Content with Pictur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463150-919C-4838-9C50-4A49E1F7035F}"/>
              </a:ext>
            </a:extLst>
          </p:cNvPr>
          <p:cNvSpPr>
            <a:spLocks noGrp="1"/>
          </p:cNvSpPr>
          <p:nvPr>
            <p:ph idx="1"/>
          </p:nvPr>
        </p:nvSpPr>
        <p:spPr>
          <a:xfrm>
            <a:off x="4114800" y="209551"/>
            <a:ext cx="4800600" cy="4724400"/>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2000">
                <a:latin typeface="Lato" panose="020F0502020204030203" pitchFamily="34" charset="0"/>
              </a:defRPr>
            </a:lvl4pPr>
            <a:lvl5pPr marL="1828800" indent="0">
              <a:buNone/>
              <a:defRPr sz="2000">
                <a:latin typeface="Lato" panose="020F0502020204030203"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p:txBody>
      </p:sp>
      <p:sp>
        <p:nvSpPr>
          <p:cNvPr id="2" name="Title 1">
            <a:extLst>
              <a:ext uri="{FF2B5EF4-FFF2-40B4-BE49-F238E27FC236}">
                <a16:creationId xmlns:a16="http://schemas.microsoft.com/office/drawing/2014/main" id="{072DF0CC-FE08-413C-BBD2-A8A78D851C51}"/>
              </a:ext>
            </a:extLst>
          </p:cNvPr>
          <p:cNvSpPr>
            <a:spLocks noGrp="1"/>
          </p:cNvSpPr>
          <p:nvPr>
            <p:ph type="title"/>
          </p:nvPr>
        </p:nvSpPr>
        <p:spPr>
          <a:xfrm>
            <a:off x="630238" y="742950"/>
            <a:ext cx="2949575" cy="80010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5" name="Content Placeholder 3">
            <a:extLst>
              <a:ext uri="{FF2B5EF4-FFF2-40B4-BE49-F238E27FC236}">
                <a16:creationId xmlns:a16="http://schemas.microsoft.com/office/drawing/2014/main" id="{341956C6-5D94-4460-ABB5-94D93E7EDC33}"/>
              </a:ext>
            </a:extLst>
          </p:cNvPr>
          <p:cNvSpPr>
            <a:spLocks noGrp="1"/>
          </p:cNvSpPr>
          <p:nvPr>
            <p:ph sz="half" idx="10"/>
          </p:nvPr>
        </p:nvSpPr>
        <p:spPr>
          <a:xfrm>
            <a:off x="630238" y="1543050"/>
            <a:ext cx="2949575" cy="3162300"/>
          </a:xfrm>
          <a:prstGeom prst="rect">
            <a:avLst/>
          </a:prstGeom>
        </p:spPr>
        <p:txBody>
          <a:bodyPr>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ext Placeholder 5">
            <a:extLst>
              <a:ext uri="{FF2B5EF4-FFF2-40B4-BE49-F238E27FC236}">
                <a16:creationId xmlns:a16="http://schemas.microsoft.com/office/drawing/2014/main" id="{6FA45BAD-29C1-9741-879D-03074B2081D1}"/>
              </a:ext>
            </a:extLst>
          </p:cNvPr>
          <p:cNvSpPr>
            <a:spLocks noGrp="1"/>
          </p:cNvSpPr>
          <p:nvPr>
            <p:ph type="body" sz="quarter" idx="11" hasCustomPrompt="1"/>
          </p:nvPr>
        </p:nvSpPr>
        <p:spPr>
          <a:xfrm>
            <a:off x="4114800" y="4402137"/>
            <a:ext cx="1981200" cy="531811"/>
          </a:xfrm>
        </p:spPr>
        <p:txBody>
          <a:bodyPr>
            <a:normAutofit/>
          </a:bodyPr>
          <a:lstStyle>
            <a:lvl1pPr marL="0" indent="0">
              <a:buNone/>
              <a:defRPr sz="800" b="1" i="1">
                <a:solidFill>
                  <a:srgbClr val="3B81B7"/>
                </a:solidFill>
                <a:latin typeface="Lato" panose="020F0502020204030203" pitchFamily="34" charset="77"/>
              </a:defRPr>
            </a:lvl1pPr>
          </a:lstStyle>
          <a:p>
            <a:pPr lvl="0"/>
            <a:r>
              <a:rPr lang="en-US" dirty="0"/>
              <a:t>Caption goes here</a:t>
            </a:r>
          </a:p>
        </p:txBody>
      </p:sp>
    </p:spTree>
    <p:extLst>
      <p:ext uri="{BB962C8B-B14F-4D97-AF65-F5344CB8AC3E}">
        <p14:creationId xmlns:p14="http://schemas.microsoft.com/office/powerpoint/2010/main" val="4155856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PTIONAL Content with Picture with Fil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3887788" y="0"/>
            <a:ext cx="5256212" cy="5143500"/>
          </a:xfrm>
          <a:prstGeom prst="rect">
            <a:avLst/>
          </a:prstGeom>
          <a:solidFill>
            <a:srgbClr val="D3E2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630238" y="742950"/>
            <a:ext cx="2949575" cy="80010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4114800" y="209550"/>
            <a:ext cx="4800600" cy="4724400"/>
          </a:xfrm>
          <a:noFill/>
        </p:spPr>
        <p:txBody>
          <a:bodyPr/>
          <a:lstStyle>
            <a:lvl3pPr>
              <a:defRPr/>
            </a:lvl3pPr>
          </a:lstStyle>
          <a:p>
            <a:pPr lvl="0"/>
            <a:r>
              <a:rPr lang="en-US" dirty="0"/>
              <a:t>Click to add transparent background image</a:t>
            </a:r>
          </a:p>
          <a:p>
            <a:pPr lvl="1"/>
            <a:r>
              <a:rPr lang="en-US" dirty="0"/>
              <a:t>Second level</a:t>
            </a:r>
          </a:p>
          <a:p>
            <a:pPr lvl="2"/>
            <a:r>
              <a:rPr lang="en-US" dirty="0"/>
              <a:t>Third level</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630238" y="1543050"/>
            <a:ext cx="2949575" cy="3162300"/>
          </a:xfrm>
          <a:prstGeom prst="rect">
            <a:avLst/>
          </a:prstGeom>
        </p:spPr>
        <p:txBody>
          <a:bodyPr>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9215425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OPTIONAL Content with Picture with Fil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6172200" y="0"/>
            <a:ext cx="2971800" cy="5143500"/>
          </a:xfrm>
          <a:prstGeom prst="rect">
            <a:avLst/>
          </a:prstGeom>
          <a:solidFill>
            <a:srgbClr val="D3E2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630238" y="742950"/>
            <a:ext cx="5313362" cy="80010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6400800" y="209550"/>
            <a:ext cx="2514600" cy="4724400"/>
          </a:xfrm>
          <a:noFill/>
        </p:spPr>
        <p:txBody>
          <a:bodyPr/>
          <a:lstStyle>
            <a:lvl3pPr>
              <a:defRPr/>
            </a:lvl3pPr>
          </a:lstStyle>
          <a:p>
            <a:pPr lvl="0"/>
            <a:r>
              <a:rPr lang="en-US" dirty="0"/>
              <a:t>Click to add transparent background image</a:t>
            </a:r>
          </a:p>
          <a:p>
            <a:pPr lvl="1"/>
            <a:r>
              <a:rPr lang="en-US" dirty="0"/>
              <a:t>Second level</a:t>
            </a:r>
          </a:p>
          <a:p>
            <a:pPr lvl="2"/>
            <a:r>
              <a:rPr lang="en-US" dirty="0"/>
              <a:t>Third level</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630238" y="1543050"/>
            <a:ext cx="5313362" cy="3162300"/>
          </a:xfrm>
          <a:prstGeom prst="rect">
            <a:avLst/>
          </a:prstGeom>
        </p:spPr>
        <p:txBody>
          <a:bodyPr numCol="1">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5449780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TA: Contact U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438236-E9A1-5845-B207-CB91FAB12DBD}"/>
              </a:ext>
            </a:extLst>
          </p:cNvPr>
          <p:cNvPicPr>
            <a:picLocks noChangeAspect="1"/>
          </p:cNvPicPr>
          <p:nvPr userDrawn="1"/>
        </p:nvPicPr>
        <p:blipFill>
          <a:blip r:embed="rId2"/>
          <a:srcRect/>
          <a:stretch/>
        </p:blipFill>
        <p:spPr>
          <a:xfrm>
            <a:off x="0" y="0"/>
            <a:ext cx="9144000" cy="5143500"/>
          </a:xfrm>
          <a:prstGeom prst="rect">
            <a:avLst/>
          </a:prstGeom>
        </p:spPr>
      </p:pic>
      <p:sp>
        <p:nvSpPr>
          <p:cNvPr id="7" name="Content Placeholder 2">
            <a:extLst>
              <a:ext uri="{FF2B5EF4-FFF2-40B4-BE49-F238E27FC236}">
                <a16:creationId xmlns:a16="http://schemas.microsoft.com/office/drawing/2014/main" id="{FC4E7365-D38C-47DC-98CE-EFDE9B5AA7FB}"/>
              </a:ext>
            </a:extLst>
          </p:cNvPr>
          <p:cNvSpPr>
            <a:spLocks noGrp="1"/>
          </p:cNvSpPr>
          <p:nvPr>
            <p:ph idx="1" hasCustomPrompt="1"/>
          </p:nvPr>
        </p:nvSpPr>
        <p:spPr>
          <a:xfrm>
            <a:off x="304800" y="4469785"/>
            <a:ext cx="2133600" cy="923925"/>
          </a:xfrm>
          <a:prstGeom prst="rect">
            <a:avLst/>
          </a:prstGeom>
        </p:spPr>
        <p:txBody>
          <a:bodyPr>
            <a:normAutofit/>
          </a:bodyPr>
          <a:lstStyle>
            <a:lvl1pPr marL="0" indent="0">
              <a:spcBef>
                <a:spcPts val="100"/>
              </a:spcBef>
              <a:buNone/>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Add your country “</a:t>
            </a:r>
            <a:r>
              <a:rPr lang="en-US" dirty="0" err="1"/>
              <a:t>comsol.com</a:t>
            </a:r>
            <a:r>
              <a:rPr lang="en-US" dirty="0"/>
              <a:t>/contact” link here</a:t>
            </a:r>
          </a:p>
        </p:txBody>
      </p:sp>
      <p:sp>
        <p:nvSpPr>
          <p:cNvPr id="5" name="TextBox 4">
            <a:extLst>
              <a:ext uri="{FF2B5EF4-FFF2-40B4-BE49-F238E27FC236}">
                <a16:creationId xmlns:a16="http://schemas.microsoft.com/office/drawing/2014/main" id="{CC2B2EF8-F126-9449-AF26-554461030ADD}"/>
              </a:ext>
            </a:extLst>
          </p:cNvPr>
          <p:cNvSpPr txBox="1"/>
          <p:nvPr userDrawn="1"/>
        </p:nvSpPr>
        <p:spPr>
          <a:xfrm>
            <a:off x="304800" y="4019550"/>
            <a:ext cx="2514600" cy="461665"/>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a:t>
            </a:r>
          </a:p>
        </p:txBody>
      </p:sp>
    </p:spTree>
    <p:extLst>
      <p:ext uri="{BB962C8B-B14F-4D97-AF65-F5344CB8AC3E}">
        <p14:creationId xmlns:p14="http://schemas.microsoft.com/office/powerpoint/2010/main" val="31575906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TA: Live Dem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45252-8BBC-184E-9C41-612C8DD63D73}"/>
              </a:ext>
            </a:extLst>
          </p:cNvPr>
          <p:cNvPicPr>
            <a:picLocks noChangeAspect="1"/>
          </p:cNvPicPr>
          <p:nvPr userDrawn="1"/>
        </p:nvPicPr>
        <p:blipFill>
          <a:blip r:embed="rId2"/>
          <a:src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userDrawn="1"/>
        </p:nvSpPr>
        <p:spPr>
          <a:xfrm>
            <a:off x="4267200" y="1428750"/>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 for a Live Demonstration</a:t>
            </a:r>
          </a:p>
        </p:txBody>
      </p:sp>
      <p:sp>
        <p:nvSpPr>
          <p:cNvPr id="9" name="TextBox 8">
            <a:hlinkClick r:id="rId3"/>
            <a:extLst>
              <a:ext uri="{FF2B5EF4-FFF2-40B4-BE49-F238E27FC236}">
                <a16:creationId xmlns:a16="http://schemas.microsoft.com/office/drawing/2014/main" id="{9D36EDD0-8077-4F4B-9631-D6CFBBDAD084}"/>
              </a:ext>
            </a:extLst>
          </p:cNvPr>
          <p:cNvSpPr txBox="1"/>
          <p:nvPr userDrawn="1"/>
        </p:nvSpPr>
        <p:spPr>
          <a:xfrm>
            <a:off x="4267200" y="2156996"/>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r>
              <a:rPr lang="en-US" sz="1600" b="0" i="0" dirty="0">
                <a:solidFill>
                  <a:schemeClr val="tx1"/>
                </a:solidFill>
                <a:latin typeface="Lato" panose="020F0502020204030203" pitchFamily="34" charset="77"/>
              </a:rPr>
              <a:t>/request-a-demo</a:t>
            </a:r>
          </a:p>
        </p:txBody>
      </p:sp>
    </p:spTree>
    <p:extLst>
      <p:ext uri="{BB962C8B-B14F-4D97-AF65-F5344CB8AC3E}">
        <p14:creationId xmlns:p14="http://schemas.microsoft.com/office/powerpoint/2010/main" val="20697188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TA: Resources to Star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5BA83A-FD71-394F-B4AF-D0F719851DD4}"/>
              </a:ext>
            </a:extLst>
          </p:cNvPr>
          <p:cNvPicPr>
            <a:picLocks noChangeAspect="1"/>
          </p:cNvPicPr>
          <p:nvPr userDrawn="1"/>
        </p:nvPicPr>
        <p:blipFill rotWithShape="1">
          <a:blip r:embed="rId2"/>
          <a:srcRect l="4202" b="7749"/>
          <a:stretch/>
        </p:blipFill>
        <p:spPr>
          <a:xfrm>
            <a:off x="457200" y="1"/>
            <a:ext cx="8686800" cy="470535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userDrawn="1"/>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to Get Started</a:t>
            </a:r>
          </a:p>
        </p:txBody>
      </p:sp>
      <p:sp>
        <p:nvSpPr>
          <p:cNvPr id="9" name="TextBox 8">
            <a:hlinkClick r:id="rId3"/>
            <a:extLst>
              <a:ext uri="{FF2B5EF4-FFF2-40B4-BE49-F238E27FC236}">
                <a16:creationId xmlns:a16="http://schemas.microsoft.com/office/drawing/2014/main" id="{9D36EDD0-8077-4F4B-9631-D6CFBBDAD084}"/>
              </a:ext>
            </a:extLst>
          </p:cNvPr>
          <p:cNvSpPr txBox="1"/>
          <p:nvPr userDrawn="1"/>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 name="Rectangle 1">
            <a:hlinkClick r:id="rId4"/>
            <a:extLst>
              <a:ext uri="{FF2B5EF4-FFF2-40B4-BE49-F238E27FC236}">
                <a16:creationId xmlns:a16="http://schemas.microsoft.com/office/drawing/2014/main" id="{B166C7F8-C424-7449-A19A-6EFB37F971D8}"/>
              </a:ext>
            </a:extLst>
          </p:cNvPr>
          <p:cNvSpPr/>
          <p:nvPr userDrawn="1"/>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Rectangle 2">
            <a:hlinkClick r:id="rId5"/>
            <a:extLst>
              <a:ext uri="{FF2B5EF4-FFF2-40B4-BE49-F238E27FC236}">
                <a16:creationId xmlns:a16="http://schemas.microsoft.com/office/drawing/2014/main" id="{7542C372-51F9-7B49-95F3-2BB4DD107F2C}"/>
              </a:ext>
            </a:extLst>
          </p:cNvPr>
          <p:cNvSpPr/>
          <p:nvPr userDrawn="1"/>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hlinkClick r:id="rId6"/>
            <a:extLst>
              <a:ext uri="{FF2B5EF4-FFF2-40B4-BE49-F238E27FC236}">
                <a16:creationId xmlns:a16="http://schemas.microsoft.com/office/drawing/2014/main" id="{218B93B9-5E84-F144-B5CB-7142E73CC8BF}"/>
              </a:ext>
            </a:extLst>
          </p:cNvPr>
          <p:cNvSpPr/>
          <p:nvPr userDrawn="1"/>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hlinkClick r:id="rId7"/>
            <a:extLst>
              <a:ext uri="{FF2B5EF4-FFF2-40B4-BE49-F238E27FC236}">
                <a16:creationId xmlns:a16="http://schemas.microsoft.com/office/drawing/2014/main" id="{5AB17312-9520-7E42-A4CD-6B7EB6B7EF86}"/>
              </a:ext>
            </a:extLst>
          </p:cNvPr>
          <p:cNvSpPr/>
          <p:nvPr userDrawn="1"/>
        </p:nvSpPr>
        <p:spPr>
          <a:xfrm>
            <a:off x="3276600" y="3333750"/>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596667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TA: Resources to Inspi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5BA83A-FD71-394F-B4AF-D0F719851DD4}"/>
              </a:ext>
            </a:extLst>
          </p:cNvPr>
          <p:cNvPicPr>
            <a:picLocks noChangeAspect="1"/>
          </p:cNvPicPr>
          <p:nvPr userDrawn="1"/>
        </p:nvPicPr>
        <p:blipFill rotWithShape="1">
          <a:blip r:embed="rId2"/>
          <a:srcRect l="4775" b="5992"/>
          <a:stretch/>
        </p:blipFill>
        <p:spPr>
          <a:xfrm>
            <a:off x="533399" y="0"/>
            <a:ext cx="8610601" cy="478155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userDrawn="1"/>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for Inspiration</a:t>
            </a:r>
          </a:p>
        </p:txBody>
      </p:sp>
      <p:sp>
        <p:nvSpPr>
          <p:cNvPr id="9" name="TextBox 8">
            <a:hlinkClick r:id="rId3"/>
            <a:extLst>
              <a:ext uri="{FF2B5EF4-FFF2-40B4-BE49-F238E27FC236}">
                <a16:creationId xmlns:a16="http://schemas.microsoft.com/office/drawing/2014/main" id="{9D36EDD0-8077-4F4B-9631-D6CFBBDAD084}"/>
              </a:ext>
            </a:extLst>
          </p:cNvPr>
          <p:cNvSpPr txBox="1"/>
          <p:nvPr userDrawn="1"/>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 name="Rectangle 1">
            <a:hlinkClick r:id="rId4"/>
            <a:extLst>
              <a:ext uri="{FF2B5EF4-FFF2-40B4-BE49-F238E27FC236}">
                <a16:creationId xmlns:a16="http://schemas.microsoft.com/office/drawing/2014/main" id="{B166C7F8-C424-7449-A19A-6EFB37F971D8}"/>
              </a:ext>
            </a:extLst>
          </p:cNvPr>
          <p:cNvSpPr/>
          <p:nvPr userDrawn="1"/>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Rectangle 2">
            <a:hlinkClick r:id="rId5"/>
            <a:extLst>
              <a:ext uri="{FF2B5EF4-FFF2-40B4-BE49-F238E27FC236}">
                <a16:creationId xmlns:a16="http://schemas.microsoft.com/office/drawing/2014/main" id="{7542C372-51F9-7B49-95F3-2BB4DD107F2C}"/>
              </a:ext>
            </a:extLst>
          </p:cNvPr>
          <p:cNvSpPr/>
          <p:nvPr userDrawn="1"/>
        </p:nvSpPr>
        <p:spPr>
          <a:xfrm>
            <a:off x="3276600" y="2114550"/>
            <a:ext cx="24384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hlinkClick r:id="rId6"/>
            <a:extLst>
              <a:ext uri="{FF2B5EF4-FFF2-40B4-BE49-F238E27FC236}">
                <a16:creationId xmlns:a16="http://schemas.microsoft.com/office/drawing/2014/main" id="{218B93B9-5E84-F144-B5CB-7142E73CC8BF}"/>
              </a:ext>
            </a:extLst>
          </p:cNvPr>
          <p:cNvSpPr/>
          <p:nvPr userDrawn="1"/>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hlinkClick r:id="rId7"/>
            <a:extLst>
              <a:ext uri="{FF2B5EF4-FFF2-40B4-BE49-F238E27FC236}">
                <a16:creationId xmlns:a16="http://schemas.microsoft.com/office/drawing/2014/main" id="{5AB17312-9520-7E42-A4CD-6B7EB6B7EF86}"/>
              </a:ext>
            </a:extLst>
          </p:cNvPr>
          <p:cNvSpPr/>
          <p:nvPr userDrawn="1"/>
        </p:nvSpPr>
        <p:spPr>
          <a:xfrm>
            <a:off x="3276600" y="3333750"/>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hlinkClick r:id="rId7"/>
            <a:extLst>
              <a:ext uri="{FF2B5EF4-FFF2-40B4-BE49-F238E27FC236}">
                <a16:creationId xmlns:a16="http://schemas.microsoft.com/office/drawing/2014/main" id="{FB176131-B89E-304A-92DF-9CD3D468CD52}"/>
              </a:ext>
            </a:extLst>
          </p:cNvPr>
          <p:cNvSpPr/>
          <p:nvPr userDrawn="1"/>
        </p:nvSpPr>
        <p:spPr>
          <a:xfrm>
            <a:off x="661542" y="2114550"/>
            <a:ext cx="2514600" cy="1143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hlinkClick r:id="rId8"/>
            <a:extLst>
              <a:ext uri="{FF2B5EF4-FFF2-40B4-BE49-F238E27FC236}">
                <a16:creationId xmlns:a16="http://schemas.microsoft.com/office/drawing/2014/main" id="{D57913DA-4C41-E144-8C67-313CA8644FB7}"/>
              </a:ext>
            </a:extLst>
          </p:cNvPr>
          <p:cNvSpPr/>
          <p:nvPr userDrawn="1"/>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hlinkClick r:id="rId9"/>
            <a:extLst>
              <a:ext uri="{FF2B5EF4-FFF2-40B4-BE49-F238E27FC236}">
                <a16:creationId xmlns:a16="http://schemas.microsoft.com/office/drawing/2014/main" id="{84D23C97-34CA-EB47-8438-4CEEB5B8B203}"/>
              </a:ext>
            </a:extLst>
          </p:cNvPr>
          <p:cNvSpPr/>
          <p:nvPr userDrawn="1"/>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hlinkClick r:id="rId5"/>
            <a:extLst>
              <a:ext uri="{FF2B5EF4-FFF2-40B4-BE49-F238E27FC236}">
                <a16:creationId xmlns:a16="http://schemas.microsoft.com/office/drawing/2014/main" id="{E56E6BD5-8E0F-3E4D-AD7C-420C316889E3}"/>
              </a:ext>
            </a:extLst>
          </p:cNvPr>
          <p:cNvSpPr/>
          <p:nvPr userDrawn="1"/>
        </p:nvSpPr>
        <p:spPr>
          <a:xfrm>
            <a:off x="3200400" y="3333750"/>
            <a:ext cx="25146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284038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p:nvPr>
        </p:nvSpPr>
        <p:spPr>
          <a:xfrm>
            <a:off x="623888" y="1282700"/>
            <a:ext cx="8062912" cy="2139950"/>
          </a:xfrm>
          <a:prstGeom prst="rect">
            <a:avLst/>
          </a:prstGeom>
        </p:spPr>
        <p:txBody>
          <a:bodyPr anchor="b">
            <a:normAutofit/>
          </a:bodyPr>
          <a:lstStyle>
            <a:lvl1pPr>
              <a:defRPr sz="3600" b="1">
                <a:solidFill>
                  <a:srgbClr val="1B4D81"/>
                </a:solidFill>
                <a:latin typeface="Lato" panose="020F0502020204030203"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623888" y="3441700"/>
            <a:ext cx="1837944"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623888" y="3714750"/>
            <a:ext cx="1837944"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
        <p:nvSpPr>
          <p:cNvPr id="5" name="Text Placeholder 2">
            <a:extLst>
              <a:ext uri="{FF2B5EF4-FFF2-40B4-BE49-F238E27FC236}">
                <a16:creationId xmlns:a16="http://schemas.microsoft.com/office/drawing/2014/main" id="{286E2C5B-58AD-4D69-8653-58174ACC8AD7}"/>
              </a:ext>
            </a:extLst>
          </p:cNvPr>
          <p:cNvSpPr>
            <a:spLocks noGrp="1"/>
          </p:cNvSpPr>
          <p:nvPr>
            <p:ph type="body" idx="11" hasCustomPrompt="1"/>
          </p:nvPr>
        </p:nvSpPr>
        <p:spPr>
          <a:xfrm>
            <a:off x="2729294" y="3452729"/>
            <a:ext cx="1837944"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6" name="Text Placeholder 2">
            <a:extLst>
              <a:ext uri="{FF2B5EF4-FFF2-40B4-BE49-F238E27FC236}">
                <a16:creationId xmlns:a16="http://schemas.microsoft.com/office/drawing/2014/main" id="{8599CD08-F90D-4D15-9B4E-79BB92E4CDF2}"/>
              </a:ext>
            </a:extLst>
          </p:cNvPr>
          <p:cNvSpPr>
            <a:spLocks noGrp="1"/>
          </p:cNvSpPr>
          <p:nvPr>
            <p:ph type="body" idx="12" hasCustomPrompt="1"/>
          </p:nvPr>
        </p:nvSpPr>
        <p:spPr>
          <a:xfrm>
            <a:off x="2729294" y="3725779"/>
            <a:ext cx="1837944"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Tree>
    <p:extLst>
      <p:ext uri="{BB962C8B-B14F-4D97-AF65-F5344CB8AC3E}">
        <p14:creationId xmlns:p14="http://schemas.microsoft.com/office/powerpoint/2010/main" val="17048448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AA8A8-3946-DE4F-97CB-CBC48B9F7A60}"/>
              </a:ext>
            </a:extLst>
          </p:cNvPr>
          <p:cNvSpPr/>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FDE514-B9D5-4E6A-B99C-10D5D54F711D}"/>
              </a:ext>
            </a:extLst>
          </p:cNvPr>
          <p:cNvSpPr>
            <a:spLocks noGrp="1"/>
          </p:cNvSpPr>
          <p:nvPr>
            <p:ph type="title"/>
          </p:nvPr>
        </p:nvSpPr>
        <p:spPr>
          <a:xfrm>
            <a:off x="623888" y="3028950"/>
            <a:ext cx="8062912" cy="1231900"/>
          </a:xfrm>
          <a:prstGeom prst="rect">
            <a:avLst/>
          </a:prstGeom>
        </p:spPr>
        <p:txBody>
          <a:bodyPr anchor="b">
            <a:normAutofit/>
          </a:bodyPr>
          <a:lstStyle>
            <a:lvl1pPr>
              <a:defRPr sz="3600" b="1">
                <a:solidFill>
                  <a:schemeClr val="bg1"/>
                </a:solidFill>
                <a:latin typeface="Lato" panose="020F0502020204030203"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623888" y="4267777"/>
            <a:ext cx="1837944" cy="349250"/>
          </a:xfrm>
          <a:prstGeom prst="rect">
            <a:avLst/>
          </a:prstGeom>
        </p:spPr>
        <p:txBody>
          <a:bodyPr anchor="b">
            <a:normAutofit/>
          </a:bodyPr>
          <a:lstStyle>
            <a:lvl1pPr marL="0" indent="0">
              <a:spcBef>
                <a:spcPts val="100"/>
              </a:spcBef>
              <a:buNone/>
              <a:defRPr sz="1800">
                <a:solidFill>
                  <a:schemeClr val="bg2"/>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623888" y="4540827"/>
            <a:ext cx="1837944" cy="453190"/>
          </a:xfrm>
          <a:prstGeom prst="rect">
            <a:avLst/>
          </a:prstGeom>
        </p:spPr>
        <p:txBody>
          <a:bodyPr>
            <a:normAutofit/>
          </a:bodyPr>
          <a:lstStyle>
            <a:lvl1pPr marL="0" indent="0">
              <a:spcBef>
                <a:spcPts val="100"/>
              </a:spcBef>
              <a:buNone/>
              <a:defRPr sz="1200" b="0" i="0">
                <a:solidFill>
                  <a:schemeClr val="bg2"/>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
        <p:nvSpPr>
          <p:cNvPr id="5" name="Text Placeholder 2">
            <a:extLst>
              <a:ext uri="{FF2B5EF4-FFF2-40B4-BE49-F238E27FC236}">
                <a16:creationId xmlns:a16="http://schemas.microsoft.com/office/drawing/2014/main" id="{286E2C5B-58AD-4D69-8653-58174ACC8AD7}"/>
              </a:ext>
            </a:extLst>
          </p:cNvPr>
          <p:cNvSpPr>
            <a:spLocks noGrp="1"/>
          </p:cNvSpPr>
          <p:nvPr>
            <p:ph type="body" idx="11" hasCustomPrompt="1"/>
          </p:nvPr>
        </p:nvSpPr>
        <p:spPr>
          <a:xfrm>
            <a:off x="2729294" y="4278806"/>
            <a:ext cx="1837944" cy="349250"/>
          </a:xfrm>
          <a:prstGeom prst="rect">
            <a:avLst/>
          </a:prstGeom>
        </p:spPr>
        <p:txBody>
          <a:bodyPr anchor="b">
            <a:normAutofit/>
          </a:bodyPr>
          <a:lstStyle>
            <a:lvl1pPr marL="0" indent="0">
              <a:spcBef>
                <a:spcPts val="100"/>
              </a:spcBef>
              <a:buNone/>
              <a:defRPr sz="1800">
                <a:solidFill>
                  <a:schemeClr val="bg2"/>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6" name="Text Placeholder 2">
            <a:extLst>
              <a:ext uri="{FF2B5EF4-FFF2-40B4-BE49-F238E27FC236}">
                <a16:creationId xmlns:a16="http://schemas.microsoft.com/office/drawing/2014/main" id="{8599CD08-F90D-4D15-9B4E-79BB92E4CDF2}"/>
              </a:ext>
            </a:extLst>
          </p:cNvPr>
          <p:cNvSpPr>
            <a:spLocks noGrp="1"/>
          </p:cNvSpPr>
          <p:nvPr>
            <p:ph type="body" idx="12" hasCustomPrompt="1"/>
          </p:nvPr>
        </p:nvSpPr>
        <p:spPr>
          <a:xfrm>
            <a:off x="2729294" y="4551856"/>
            <a:ext cx="1837944" cy="453190"/>
          </a:xfrm>
          <a:prstGeom prst="rect">
            <a:avLst/>
          </a:prstGeom>
        </p:spPr>
        <p:txBody>
          <a:bodyPr>
            <a:normAutofit/>
          </a:bodyPr>
          <a:lstStyle>
            <a:lvl1pPr marL="0" indent="0">
              <a:spcBef>
                <a:spcPts val="100"/>
              </a:spcBef>
              <a:buNone/>
              <a:defRPr sz="1200" b="0" i="0">
                <a:solidFill>
                  <a:schemeClr val="bg2"/>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
        <p:nvSpPr>
          <p:cNvPr id="8" name="Rectangle 7">
            <a:extLst>
              <a:ext uri="{FF2B5EF4-FFF2-40B4-BE49-F238E27FC236}">
                <a16:creationId xmlns:a16="http://schemas.microsoft.com/office/drawing/2014/main" id="{DD410D55-73CC-F049-B9D8-A532FDAF48B5}"/>
              </a:ext>
            </a:extLst>
          </p:cNvPr>
          <p:cNvSpPr/>
          <p:nvPr userDrawn="1"/>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7169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Slide with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p:nvPr>
        </p:nvSpPr>
        <p:spPr>
          <a:xfrm>
            <a:off x="623888" y="1282700"/>
            <a:ext cx="8062912" cy="2139950"/>
          </a:xfrm>
          <a:prstGeom prst="rect">
            <a:avLst/>
          </a:prstGeom>
        </p:spPr>
        <p:txBody>
          <a:bodyPr anchor="b">
            <a:normAutofit/>
          </a:bodyPr>
          <a:lstStyle>
            <a:lvl1pPr>
              <a:defRPr sz="3600" b="1">
                <a:solidFill>
                  <a:srgbClr val="1B4D81"/>
                </a:solidFill>
                <a:latin typeface="Lato" panose="020F0502020204030203" pitchFamily="34" charset="0"/>
              </a:defRPr>
            </a:lvl1pPr>
          </a:lstStyle>
          <a:p>
            <a:r>
              <a:rPr lang="en-US"/>
              <a:t>Click to edit Master title style</a:t>
            </a:r>
            <a:endParaRPr lang="en-US" dirty="0"/>
          </a:p>
        </p:txBody>
      </p:sp>
      <p:sp>
        <p:nvSpPr>
          <p:cNvPr id="8" name="Text Placeholder 2">
            <a:extLst>
              <a:ext uri="{FF2B5EF4-FFF2-40B4-BE49-F238E27FC236}">
                <a16:creationId xmlns:a16="http://schemas.microsoft.com/office/drawing/2014/main" id="{04FF62A3-F460-4741-8342-309E52138A71}"/>
              </a:ext>
            </a:extLst>
          </p:cNvPr>
          <p:cNvSpPr>
            <a:spLocks noGrp="1"/>
          </p:cNvSpPr>
          <p:nvPr>
            <p:ph type="body" idx="1" hasCustomPrompt="1"/>
          </p:nvPr>
        </p:nvSpPr>
        <p:spPr>
          <a:xfrm>
            <a:off x="1928812" y="3436566"/>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9" name="Text Placeholder 2">
            <a:extLst>
              <a:ext uri="{FF2B5EF4-FFF2-40B4-BE49-F238E27FC236}">
                <a16:creationId xmlns:a16="http://schemas.microsoft.com/office/drawing/2014/main" id="{AF8AF9C0-51D9-4A91-8E30-9CA60298FBC0}"/>
              </a:ext>
            </a:extLst>
          </p:cNvPr>
          <p:cNvSpPr>
            <a:spLocks noGrp="1"/>
          </p:cNvSpPr>
          <p:nvPr>
            <p:ph type="body" idx="13" hasCustomPrompt="1"/>
          </p:nvPr>
        </p:nvSpPr>
        <p:spPr>
          <a:xfrm>
            <a:off x="1928812" y="3709616"/>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
        <p:nvSpPr>
          <p:cNvPr id="10" name="Text Placeholder 2">
            <a:extLst>
              <a:ext uri="{FF2B5EF4-FFF2-40B4-BE49-F238E27FC236}">
                <a16:creationId xmlns:a16="http://schemas.microsoft.com/office/drawing/2014/main" id="{C4298647-61D0-4FBB-8F52-37C8A845D3E8}"/>
              </a:ext>
            </a:extLst>
          </p:cNvPr>
          <p:cNvSpPr>
            <a:spLocks noGrp="1"/>
          </p:cNvSpPr>
          <p:nvPr>
            <p:ph type="body" idx="14" hasCustomPrompt="1"/>
          </p:nvPr>
        </p:nvSpPr>
        <p:spPr>
          <a:xfrm>
            <a:off x="5055878" y="3436566"/>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11" name="Text Placeholder 2">
            <a:extLst>
              <a:ext uri="{FF2B5EF4-FFF2-40B4-BE49-F238E27FC236}">
                <a16:creationId xmlns:a16="http://schemas.microsoft.com/office/drawing/2014/main" id="{F578A0BF-E876-40F4-A20B-1A438C7EEFAC}"/>
              </a:ext>
            </a:extLst>
          </p:cNvPr>
          <p:cNvSpPr>
            <a:spLocks noGrp="1"/>
          </p:cNvSpPr>
          <p:nvPr>
            <p:ph type="body" idx="15" hasCustomPrompt="1"/>
          </p:nvPr>
        </p:nvSpPr>
        <p:spPr>
          <a:xfrm>
            <a:off x="5055878" y="3709616"/>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
        <p:nvSpPr>
          <p:cNvPr id="4" name="Content Placeholder 3">
            <a:extLst>
              <a:ext uri="{FF2B5EF4-FFF2-40B4-BE49-F238E27FC236}">
                <a16:creationId xmlns:a16="http://schemas.microsoft.com/office/drawing/2014/main" id="{F649E506-AD96-463A-84F2-AAE1BB90340A}"/>
              </a:ext>
            </a:extLst>
          </p:cNvPr>
          <p:cNvSpPr>
            <a:spLocks noGrp="1"/>
          </p:cNvSpPr>
          <p:nvPr>
            <p:ph sz="quarter" idx="16"/>
          </p:nvPr>
        </p:nvSpPr>
        <p:spPr>
          <a:xfrm>
            <a:off x="723900" y="3432556"/>
            <a:ext cx="1115568" cy="1115568"/>
          </a:xfrm>
        </p:spPr>
        <p:txBody>
          <a:bodyPr/>
          <a:lstStyle/>
          <a:p>
            <a:pPr lvl="0"/>
            <a:r>
              <a:rPr lang="en-US"/>
              <a:t>Click to edit Master text styles</a:t>
            </a:r>
          </a:p>
        </p:txBody>
      </p:sp>
      <p:sp>
        <p:nvSpPr>
          <p:cNvPr id="12" name="Content Placeholder 3">
            <a:extLst>
              <a:ext uri="{FF2B5EF4-FFF2-40B4-BE49-F238E27FC236}">
                <a16:creationId xmlns:a16="http://schemas.microsoft.com/office/drawing/2014/main" id="{D8A7706D-1D21-49ED-888E-699D6B6BE78C}"/>
              </a:ext>
            </a:extLst>
          </p:cNvPr>
          <p:cNvSpPr>
            <a:spLocks noGrp="1"/>
          </p:cNvSpPr>
          <p:nvPr>
            <p:ph sz="quarter" idx="17"/>
          </p:nvPr>
        </p:nvSpPr>
        <p:spPr>
          <a:xfrm>
            <a:off x="3852971" y="3429000"/>
            <a:ext cx="1115568" cy="1115568"/>
          </a:xfrm>
        </p:spPr>
        <p:txBody>
          <a:bodyPr/>
          <a:lstStyle/>
          <a:p>
            <a:pPr lvl="0"/>
            <a:r>
              <a:rPr lang="en-US"/>
              <a:t>Click to edit Master text styles</a:t>
            </a:r>
          </a:p>
        </p:txBody>
      </p:sp>
    </p:spTree>
    <p:extLst>
      <p:ext uri="{BB962C8B-B14F-4D97-AF65-F5344CB8AC3E}">
        <p14:creationId xmlns:p14="http://schemas.microsoft.com/office/powerpoint/2010/main" val="15161824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0E37-2066-457D-A866-CD6115300D34}"/>
              </a:ext>
            </a:extLst>
          </p:cNvPr>
          <p:cNvSpPr>
            <a:spLocks noGrp="1"/>
          </p:cNvSpPr>
          <p:nvPr>
            <p:ph type="ctrTitle"/>
          </p:nvPr>
        </p:nvSpPr>
        <p:spPr>
          <a:xfrm>
            <a:off x="1143000" y="841375"/>
            <a:ext cx="7010400" cy="1790700"/>
          </a:xfrm>
          <a:prstGeom prst="rect">
            <a:avLst/>
          </a:prstGeom>
        </p:spPr>
        <p:txBody>
          <a:bodyPr anchor="b">
            <a:normAutofit/>
          </a:bodyPr>
          <a:lstStyle>
            <a:lvl1pPr algn="ctr">
              <a:defRPr sz="3600" b="1">
                <a:solidFill>
                  <a:srgbClr val="1B4D81"/>
                </a:solidFill>
                <a:latin typeface="Lato" panose="020F0502020204030203"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BC01D0-B230-4859-8CF6-4664E1E5F385}"/>
              </a:ext>
            </a:extLst>
          </p:cNvPr>
          <p:cNvSpPr>
            <a:spLocks noGrp="1"/>
          </p:cNvSpPr>
          <p:nvPr>
            <p:ph type="subTitle" idx="1"/>
          </p:nvPr>
        </p:nvSpPr>
        <p:spPr>
          <a:xfrm>
            <a:off x="1143000" y="2701925"/>
            <a:ext cx="7010400" cy="1241425"/>
          </a:xfrm>
          <a:prstGeom prst="rect">
            <a:avLst/>
          </a:prstGeom>
        </p:spPr>
        <p:txBody>
          <a:bodyPr>
            <a:normAutofit/>
          </a:bodyPr>
          <a:lstStyle>
            <a:lvl1pPr marL="0" indent="0" algn="ctr">
              <a:buNone/>
              <a:defRPr sz="1800">
                <a:solidFill>
                  <a:srgbClr val="393A39"/>
                </a:solidFill>
                <a:latin typeface="Lato" panose="020F050202020403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52728661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F8A22-6A5B-4550-87C4-98CDB8846F3D}"/>
              </a:ext>
            </a:extLst>
          </p:cNvPr>
          <p:cNvSpPr>
            <a:spLocks noGrp="1"/>
          </p:cNvSpPr>
          <p:nvPr>
            <p:ph type="title"/>
          </p:nvPr>
        </p:nvSpPr>
        <p:spPr>
          <a:xfrm>
            <a:off x="628650" y="285750"/>
            <a:ext cx="8058150" cy="74295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67B1DA0-7E63-4CDE-961E-607D001A9B67}"/>
              </a:ext>
            </a:extLst>
          </p:cNvPr>
          <p:cNvSpPr>
            <a:spLocks noGrp="1"/>
          </p:cNvSpPr>
          <p:nvPr>
            <p:ph idx="1"/>
          </p:nvPr>
        </p:nvSpPr>
        <p:spPr>
          <a:xfrm>
            <a:off x="628650" y="1028700"/>
            <a:ext cx="8058150" cy="3752850"/>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488300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183CD7-383B-48A0-8B71-F06BC83DEDB6}"/>
              </a:ext>
            </a:extLst>
          </p:cNvPr>
          <p:cNvSpPr>
            <a:spLocks noGrp="1"/>
          </p:cNvSpPr>
          <p:nvPr>
            <p:ph sz="half" idx="1"/>
          </p:nvPr>
        </p:nvSpPr>
        <p:spPr>
          <a:xfrm>
            <a:off x="628650" y="1028700"/>
            <a:ext cx="3965576" cy="3752837"/>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03355965-8388-42DC-8FE0-FECC99CDC81E}"/>
              </a:ext>
            </a:extLst>
          </p:cNvPr>
          <p:cNvSpPr>
            <a:spLocks noGrp="1"/>
          </p:cNvSpPr>
          <p:nvPr>
            <p:ph sz="half" idx="2"/>
          </p:nvPr>
        </p:nvSpPr>
        <p:spPr>
          <a:xfrm>
            <a:off x="4721224" y="1028700"/>
            <a:ext cx="3965576" cy="3752837"/>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itle 1">
            <a:extLst>
              <a:ext uri="{FF2B5EF4-FFF2-40B4-BE49-F238E27FC236}">
                <a16:creationId xmlns:a16="http://schemas.microsoft.com/office/drawing/2014/main" id="{F0C35649-F5E1-436D-BCBC-468BEAF27C9D}"/>
              </a:ext>
            </a:extLst>
          </p:cNvPr>
          <p:cNvSpPr>
            <a:spLocks noGrp="1"/>
          </p:cNvSpPr>
          <p:nvPr>
            <p:ph type="title"/>
          </p:nvPr>
        </p:nvSpPr>
        <p:spPr>
          <a:xfrm>
            <a:off x="628650" y="285750"/>
            <a:ext cx="8058150" cy="74295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6702182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wo Content with Subtit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855CD0-D773-472C-923C-F2A3641F6698}"/>
              </a:ext>
            </a:extLst>
          </p:cNvPr>
          <p:cNvSpPr>
            <a:spLocks noGrp="1"/>
          </p:cNvSpPr>
          <p:nvPr>
            <p:ph type="body" idx="1"/>
          </p:nvPr>
        </p:nvSpPr>
        <p:spPr>
          <a:xfrm>
            <a:off x="630238" y="1028700"/>
            <a:ext cx="3970337" cy="628631"/>
          </a:xfrm>
          <a:prstGeom prst="rect">
            <a:avLst/>
          </a:prstGeom>
        </p:spPr>
        <p:txBody>
          <a:bodyPr anchor="t">
            <a:normAutofit/>
          </a:bodyPr>
          <a:lstStyle>
            <a:lvl1pPr marL="0" indent="0">
              <a:buNone/>
              <a:defRPr sz="1800" b="1">
                <a:solidFill>
                  <a:srgbClr val="393A39"/>
                </a:solidFill>
                <a:latin typeface="Lato" panose="020F050202020403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970D2E-452D-4D8D-8871-F92BDDC48512}"/>
              </a:ext>
            </a:extLst>
          </p:cNvPr>
          <p:cNvSpPr>
            <a:spLocks noGrp="1"/>
          </p:cNvSpPr>
          <p:nvPr>
            <p:ph sz="half" idx="2"/>
          </p:nvPr>
        </p:nvSpPr>
        <p:spPr>
          <a:xfrm>
            <a:off x="630238" y="1657331"/>
            <a:ext cx="3970337" cy="3124205"/>
          </a:xfrm>
          <a:prstGeom prst="rect">
            <a:avLst/>
          </a:prstGeom>
        </p:spPr>
        <p:txBody>
          <a:bodyPr>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21265C34-988A-4381-BE35-3CF7874797A1}"/>
              </a:ext>
            </a:extLst>
          </p:cNvPr>
          <p:cNvSpPr>
            <a:spLocks noGrp="1"/>
          </p:cNvSpPr>
          <p:nvPr>
            <p:ph type="body" sz="quarter" idx="3"/>
          </p:nvPr>
        </p:nvSpPr>
        <p:spPr>
          <a:xfrm>
            <a:off x="4714874" y="1028701"/>
            <a:ext cx="3971926" cy="628650"/>
          </a:xfrm>
          <a:prstGeom prst="rect">
            <a:avLst/>
          </a:prstGeom>
        </p:spPr>
        <p:txBody>
          <a:bodyPr anchor="t">
            <a:normAutofit/>
          </a:bodyPr>
          <a:lstStyle>
            <a:lvl1pPr marL="0" indent="0">
              <a:buNone/>
              <a:defRPr sz="1800" b="1">
                <a:solidFill>
                  <a:srgbClr val="393A39"/>
                </a:solidFill>
                <a:latin typeface="Lato" panose="020F050202020403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BAD278-0467-4156-945B-8A0C6FB1AAEA}"/>
              </a:ext>
            </a:extLst>
          </p:cNvPr>
          <p:cNvSpPr>
            <a:spLocks noGrp="1"/>
          </p:cNvSpPr>
          <p:nvPr>
            <p:ph sz="quarter" idx="4"/>
          </p:nvPr>
        </p:nvSpPr>
        <p:spPr>
          <a:xfrm>
            <a:off x="4714874" y="1657348"/>
            <a:ext cx="3971926" cy="3124187"/>
          </a:xfrm>
          <a:prstGeom prst="rect">
            <a:avLst/>
          </a:prstGeom>
        </p:spPr>
        <p:txBody>
          <a:bodyPr>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7" name="Title 1">
            <a:extLst>
              <a:ext uri="{FF2B5EF4-FFF2-40B4-BE49-F238E27FC236}">
                <a16:creationId xmlns:a16="http://schemas.microsoft.com/office/drawing/2014/main" id="{9B9489FC-5B9D-4C9C-A962-ECD59DECD47F}"/>
              </a:ext>
            </a:extLst>
          </p:cNvPr>
          <p:cNvSpPr>
            <a:spLocks noGrp="1"/>
          </p:cNvSpPr>
          <p:nvPr>
            <p:ph type="title"/>
          </p:nvPr>
        </p:nvSpPr>
        <p:spPr>
          <a:xfrm>
            <a:off x="628650" y="285750"/>
            <a:ext cx="8058150" cy="74295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4279048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Picture with Caption">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C4E7365-D38C-47DC-98CE-EFDE9B5AA7FB}"/>
              </a:ext>
            </a:extLst>
          </p:cNvPr>
          <p:cNvSpPr>
            <a:spLocks noGrp="1"/>
          </p:cNvSpPr>
          <p:nvPr>
            <p:ph idx="1"/>
          </p:nvPr>
        </p:nvSpPr>
        <p:spPr>
          <a:xfrm>
            <a:off x="628650" y="1028700"/>
            <a:ext cx="8058150" cy="3752850"/>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itle 1">
            <a:extLst>
              <a:ext uri="{FF2B5EF4-FFF2-40B4-BE49-F238E27FC236}">
                <a16:creationId xmlns:a16="http://schemas.microsoft.com/office/drawing/2014/main" id="{AE057F52-E5D6-4C4F-8C1F-48ED323FF9B6}"/>
              </a:ext>
            </a:extLst>
          </p:cNvPr>
          <p:cNvSpPr>
            <a:spLocks noGrp="1"/>
          </p:cNvSpPr>
          <p:nvPr>
            <p:ph type="title"/>
          </p:nvPr>
        </p:nvSpPr>
        <p:spPr>
          <a:xfrm>
            <a:off x="628650" y="285750"/>
            <a:ext cx="8058150" cy="742950"/>
          </a:xfrm>
          <a:prstGeom prst="rect">
            <a:avLst/>
          </a:prstGeom>
        </p:spPr>
        <p:txBody>
          <a:bodyPr>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CE51587-1A95-4AA5-AD68-679421FFF792}"/>
              </a:ext>
            </a:extLst>
          </p:cNvPr>
          <p:cNvSpPr>
            <a:spLocks noGrp="1"/>
          </p:cNvSpPr>
          <p:nvPr>
            <p:ph type="body" sz="quarter" idx="10"/>
          </p:nvPr>
        </p:nvSpPr>
        <p:spPr>
          <a:xfrm>
            <a:off x="5659622" y="4476750"/>
            <a:ext cx="3027178" cy="304800"/>
          </a:xfrm>
        </p:spPr>
        <p:txBody>
          <a:bodyPr>
            <a:normAutofit/>
          </a:bodyPr>
          <a:lstStyle>
            <a:lvl1pPr marL="0" indent="0">
              <a:buNone/>
              <a:defRPr sz="800" b="1" i="1">
                <a:solidFill>
                  <a:schemeClr val="accent2"/>
                </a:solidFill>
                <a:latin typeface="Lato" panose="020F0502020204030203" pitchFamily="34" charset="77"/>
              </a:defRPr>
            </a:lvl1pPr>
            <a:lvl2pPr marL="457200" indent="0">
              <a:buNone/>
              <a:defRPr/>
            </a:lvl2pPr>
            <a:lvl3pPr marL="914400" indent="0">
              <a:buNone/>
              <a:defRPr/>
            </a:lvl3pPr>
          </a:lstStyle>
          <a:p>
            <a:pPr lvl="0"/>
            <a:r>
              <a:rPr lang="en-US"/>
              <a:t>Click to edit Master text styles</a:t>
            </a:r>
          </a:p>
        </p:txBody>
      </p:sp>
    </p:spTree>
    <p:extLst>
      <p:ext uri="{BB962C8B-B14F-4D97-AF65-F5344CB8AC3E}">
        <p14:creationId xmlns:p14="http://schemas.microsoft.com/office/powerpoint/2010/main" val="1378949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9163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OPTIONAL Content with Pictur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463150-919C-4838-9C50-4A49E1F7035F}"/>
              </a:ext>
            </a:extLst>
          </p:cNvPr>
          <p:cNvSpPr>
            <a:spLocks noGrp="1"/>
          </p:cNvSpPr>
          <p:nvPr>
            <p:ph idx="1" hasCustomPrompt="1"/>
          </p:nvPr>
        </p:nvSpPr>
        <p:spPr>
          <a:xfrm>
            <a:off x="4114800" y="209551"/>
            <a:ext cx="4800600" cy="4724400"/>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2000">
                <a:latin typeface="Lato" panose="020F0502020204030203" pitchFamily="34" charset="0"/>
              </a:defRPr>
            </a:lvl4pPr>
            <a:lvl5pPr marL="1828800" indent="0">
              <a:buNone/>
              <a:defRPr sz="2000">
                <a:latin typeface="Lato" panose="020F0502020204030203" pitchFamily="34" charset="0"/>
              </a:defRPr>
            </a:lvl5pPr>
            <a:lvl6pPr>
              <a:defRPr sz="2000"/>
            </a:lvl6pPr>
            <a:lvl7pPr>
              <a:defRPr sz="2000"/>
            </a:lvl7pPr>
            <a:lvl8pPr>
              <a:defRPr sz="2000"/>
            </a:lvl8pPr>
            <a:lvl9pPr>
              <a:defRPr sz="2000"/>
            </a:lvl9pPr>
          </a:lstStyle>
          <a:p>
            <a:pPr lvl="0"/>
            <a:r>
              <a:rPr lang="en-US" dirty="0"/>
              <a:t>Click to </a:t>
            </a:r>
            <a:r>
              <a:rPr lang="en-US"/>
              <a:t>add image</a:t>
            </a:r>
            <a:endParaRPr lang="en-US" dirty="0"/>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072DF0CC-FE08-413C-BBD2-A8A78D851C51}"/>
              </a:ext>
            </a:extLst>
          </p:cNvPr>
          <p:cNvSpPr>
            <a:spLocks noGrp="1"/>
          </p:cNvSpPr>
          <p:nvPr>
            <p:ph type="title"/>
          </p:nvPr>
        </p:nvSpPr>
        <p:spPr>
          <a:xfrm>
            <a:off x="630238" y="742950"/>
            <a:ext cx="2949575" cy="80010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5" name="Content Placeholder 3">
            <a:extLst>
              <a:ext uri="{FF2B5EF4-FFF2-40B4-BE49-F238E27FC236}">
                <a16:creationId xmlns:a16="http://schemas.microsoft.com/office/drawing/2014/main" id="{341956C6-5D94-4460-ABB5-94D93E7EDC33}"/>
              </a:ext>
            </a:extLst>
          </p:cNvPr>
          <p:cNvSpPr>
            <a:spLocks noGrp="1"/>
          </p:cNvSpPr>
          <p:nvPr>
            <p:ph sz="half" idx="10"/>
          </p:nvPr>
        </p:nvSpPr>
        <p:spPr>
          <a:xfrm>
            <a:off x="630238" y="1543050"/>
            <a:ext cx="2949575" cy="3162300"/>
          </a:xfrm>
          <a:prstGeom prst="rect">
            <a:avLst/>
          </a:prstGeom>
        </p:spPr>
        <p:txBody>
          <a:bodyPr>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ext Placeholder 5">
            <a:extLst>
              <a:ext uri="{FF2B5EF4-FFF2-40B4-BE49-F238E27FC236}">
                <a16:creationId xmlns:a16="http://schemas.microsoft.com/office/drawing/2014/main" id="{6FA45BAD-29C1-9741-879D-03074B2081D1}"/>
              </a:ext>
            </a:extLst>
          </p:cNvPr>
          <p:cNvSpPr>
            <a:spLocks noGrp="1"/>
          </p:cNvSpPr>
          <p:nvPr>
            <p:ph type="body" sz="quarter" idx="11" hasCustomPrompt="1"/>
          </p:nvPr>
        </p:nvSpPr>
        <p:spPr>
          <a:xfrm>
            <a:off x="4114800" y="4402137"/>
            <a:ext cx="1981200" cy="531811"/>
          </a:xfrm>
        </p:spPr>
        <p:txBody>
          <a:bodyPr>
            <a:normAutofit/>
          </a:bodyPr>
          <a:lstStyle>
            <a:lvl1pPr marL="0" indent="0">
              <a:buNone/>
              <a:defRPr sz="800" b="1" i="1">
                <a:solidFill>
                  <a:srgbClr val="3B81B7"/>
                </a:solidFill>
                <a:latin typeface="Lato" panose="020F0502020204030203" pitchFamily="34" charset="77"/>
              </a:defRPr>
            </a:lvl1pPr>
          </a:lstStyle>
          <a:p>
            <a:pPr lvl="0"/>
            <a:r>
              <a:rPr lang="en-US" dirty="0"/>
              <a:t>Caption goes here</a:t>
            </a:r>
          </a:p>
        </p:txBody>
      </p:sp>
    </p:spTree>
    <p:extLst>
      <p:ext uri="{BB962C8B-B14F-4D97-AF65-F5344CB8AC3E}">
        <p14:creationId xmlns:p14="http://schemas.microsoft.com/office/powerpoint/2010/main" val="2647892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OPTIONAL Content with Picture with Fil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3887788" y="0"/>
            <a:ext cx="5256212" cy="5143500"/>
          </a:xfrm>
          <a:prstGeom prst="rect">
            <a:avLst/>
          </a:prstGeom>
          <a:solidFill>
            <a:srgbClr val="D3E2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630238" y="742950"/>
            <a:ext cx="2949575" cy="80010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4114800" y="209550"/>
            <a:ext cx="4800600" cy="4724400"/>
          </a:xfrm>
          <a:noFill/>
        </p:spPr>
        <p:txBody>
          <a:bodyPr/>
          <a:lstStyle>
            <a:lvl3pPr>
              <a:defRPr/>
            </a:lvl3pPr>
          </a:lstStyle>
          <a:p>
            <a:pPr lvl="0"/>
            <a:r>
              <a:rPr lang="en-US" dirty="0"/>
              <a:t>Click to add transparent background image</a:t>
            </a:r>
          </a:p>
          <a:p>
            <a:pPr lvl="1"/>
            <a:r>
              <a:rPr lang="en-US" dirty="0"/>
              <a:t>Second level</a:t>
            </a:r>
          </a:p>
          <a:p>
            <a:pPr lvl="2"/>
            <a:r>
              <a:rPr lang="en-US" dirty="0"/>
              <a:t>Third level</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630238" y="1543050"/>
            <a:ext cx="2949575" cy="3162300"/>
          </a:xfrm>
          <a:prstGeom prst="rect">
            <a:avLst/>
          </a:prstGeom>
        </p:spPr>
        <p:txBody>
          <a:bodyPr>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Rectangle 5">
            <a:extLst>
              <a:ext uri="{FF2B5EF4-FFF2-40B4-BE49-F238E27FC236}">
                <a16:creationId xmlns:a16="http://schemas.microsoft.com/office/drawing/2014/main" id="{A13657B1-724D-CF4D-8546-5933A6EDE2CA}"/>
              </a:ext>
            </a:extLst>
          </p:cNvPr>
          <p:cNvSpPr/>
          <p:nvPr userDrawn="1"/>
        </p:nvSpPr>
        <p:spPr>
          <a:xfrm>
            <a:off x="3887788" y="0"/>
            <a:ext cx="5256212" cy="5143500"/>
          </a:xfrm>
          <a:prstGeom prst="rect">
            <a:avLst/>
          </a:prstGeom>
          <a:solidFill>
            <a:srgbClr val="D3E2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32323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OPTIONAL Content with Picture with Fil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6172200" y="0"/>
            <a:ext cx="2971800" cy="5143500"/>
          </a:xfrm>
          <a:prstGeom prst="rect">
            <a:avLst/>
          </a:prstGeom>
          <a:solidFill>
            <a:srgbClr val="D3E2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630238" y="742950"/>
            <a:ext cx="5313362" cy="80010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6400800" y="209550"/>
            <a:ext cx="2514600" cy="4724400"/>
          </a:xfrm>
          <a:noFill/>
        </p:spPr>
        <p:txBody>
          <a:bodyPr/>
          <a:lstStyle>
            <a:lvl3pPr>
              <a:defRPr/>
            </a:lvl3pPr>
          </a:lstStyle>
          <a:p>
            <a:pPr lvl="0"/>
            <a:r>
              <a:rPr lang="en-US" dirty="0"/>
              <a:t>Click to add transparent background image</a:t>
            </a:r>
          </a:p>
          <a:p>
            <a:pPr lvl="1"/>
            <a:r>
              <a:rPr lang="en-US" dirty="0"/>
              <a:t>Second level</a:t>
            </a:r>
          </a:p>
          <a:p>
            <a:pPr lvl="2"/>
            <a:r>
              <a:rPr lang="en-US" dirty="0"/>
              <a:t>Third level</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630238" y="1543050"/>
            <a:ext cx="5313362" cy="3162300"/>
          </a:xfrm>
          <a:prstGeom prst="rect">
            <a:avLst/>
          </a:prstGeom>
        </p:spPr>
        <p:txBody>
          <a:bodyPr numCol="1">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Rectangle 5">
            <a:extLst>
              <a:ext uri="{FF2B5EF4-FFF2-40B4-BE49-F238E27FC236}">
                <a16:creationId xmlns:a16="http://schemas.microsoft.com/office/drawing/2014/main" id="{C1B36752-E546-6C43-B256-75517294F093}"/>
              </a:ext>
            </a:extLst>
          </p:cNvPr>
          <p:cNvSpPr/>
          <p:nvPr userDrawn="1"/>
        </p:nvSpPr>
        <p:spPr>
          <a:xfrm>
            <a:off x="6172200" y="0"/>
            <a:ext cx="2971800" cy="5143500"/>
          </a:xfrm>
          <a:prstGeom prst="rect">
            <a:avLst/>
          </a:prstGeom>
          <a:solidFill>
            <a:srgbClr val="D3E2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886168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TA: Contact U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438236-E9A1-5845-B207-CB91FAB12DBD}"/>
              </a:ext>
            </a:extLst>
          </p:cNvPr>
          <p:cNvPicPr>
            <a:picLocks noChangeAspect="1"/>
          </p:cNvPicPr>
          <p:nvPr/>
        </p:nvPicPr>
        <p:blipFill>
          <a:blip r:embed="rId2"/>
          <a:srcRect/>
          <a:stretch/>
        </p:blipFill>
        <p:spPr>
          <a:xfrm>
            <a:off x="0" y="0"/>
            <a:ext cx="9144000" cy="5143500"/>
          </a:xfrm>
          <a:prstGeom prst="rect">
            <a:avLst/>
          </a:prstGeom>
        </p:spPr>
      </p:pic>
      <p:sp>
        <p:nvSpPr>
          <p:cNvPr id="7" name="Content Placeholder 2">
            <a:extLst>
              <a:ext uri="{FF2B5EF4-FFF2-40B4-BE49-F238E27FC236}">
                <a16:creationId xmlns:a16="http://schemas.microsoft.com/office/drawing/2014/main" id="{FC4E7365-D38C-47DC-98CE-EFDE9B5AA7FB}"/>
              </a:ext>
            </a:extLst>
          </p:cNvPr>
          <p:cNvSpPr>
            <a:spLocks noGrp="1"/>
          </p:cNvSpPr>
          <p:nvPr>
            <p:ph idx="1" hasCustomPrompt="1"/>
          </p:nvPr>
        </p:nvSpPr>
        <p:spPr>
          <a:xfrm>
            <a:off x="304800" y="4469785"/>
            <a:ext cx="2133600" cy="923925"/>
          </a:xfrm>
          <a:prstGeom prst="rect">
            <a:avLst/>
          </a:prstGeom>
        </p:spPr>
        <p:txBody>
          <a:bodyPr>
            <a:normAutofit/>
          </a:bodyPr>
          <a:lstStyle>
            <a:lvl1pPr marL="0" indent="0">
              <a:spcBef>
                <a:spcPts val="100"/>
              </a:spcBef>
              <a:buNone/>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Add your country “</a:t>
            </a:r>
            <a:r>
              <a:rPr lang="en-US" dirty="0" err="1"/>
              <a:t>comsol.com</a:t>
            </a:r>
            <a:r>
              <a:rPr lang="en-US" dirty="0"/>
              <a:t>/contact” link here</a:t>
            </a:r>
          </a:p>
        </p:txBody>
      </p:sp>
      <p:sp>
        <p:nvSpPr>
          <p:cNvPr id="5" name="TextBox 4">
            <a:extLst>
              <a:ext uri="{FF2B5EF4-FFF2-40B4-BE49-F238E27FC236}">
                <a16:creationId xmlns:a16="http://schemas.microsoft.com/office/drawing/2014/main" id="{CC2B2EF8-F126-9449-AF26-554461030ADD}"/>
              </a:ext>
            </a:extLst>
          </p:cNvPr>
          <p:cNvSpPr txBox="1"/>
          <p:nvPr/>
        </p:nvSpPr>
        <p:spPr>
          <a:xfrm>
            <a:off x="304800" y="4019550"/>
            <a:ext cx="2514600" cy="461665"/>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a:t>
            </a:r>
          </a:p>
        </p:txBody>
      </p:sp>
      <p:pic>
        <p:nvPicPr>
          <p:cNvPr id="6" name="Picture 5">
            <a:extLst>
              <a:ext uri="{FF2B5EF4-FFF2-40B4-BE49-F238E27FC236}">
                <a16:creationId xmlns:a16="http://schemas.microsoft.com/office/drawing/2014/main" id="{7A3B49AB-FC17-FF4B-8241-5705038D7B2E}"/>
              </a:ext>
            </a:extLst>
          </p:cNvPr>
          <p:cNvPicPr>
            <a:picLocks noChangeAspect="1"/>
          </p:cNvPicPr>
          <p:nvPr userDrawn="1"/>
        </p:nvPicPr>
        <p:blipFill>
          <a:blip r:embed="rId2"/>
          <a:src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C6E04F5C-6940-174E-8A02-3B1DA3F93073}"/>
              </a:ext>
            </a:extLst>
          </p:cNvPr>
          <p:cNvSpPr txBox="1"/>
          <p:nvPr userDrawn="1"/>
        </p:nvSpPr>
        <p:spPr>
          <a:xfrm>
            <a:off x="304800" y="4019550"/>
            <a:ext cx="2514600" cy="461665"/>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a:t>
            </a:r>
          </a:p>
        </p:txBody>
      </p:sp>
    </p:spTree>
    <p:extLst>
      <p:ext uri="{BB962C8B-B14F-4D97-AF65-F5344CB8AC3E}">
        <p14:creationId xmlns:p14="http://schemas.microsoft.com/office/powerpoint/2010/main" val="299984189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TA: Live Dem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45252-8BBC-184E-9C41-612C8DD63D73}"/>
              </a:ext>
            </a:extLst>
          </p:cNvPr>
          <p:cNvPicPr>
            <a:picLocks noChangeAspect="1"/>
          </p:cNvPicPr>
          <p:nvPr/>
        </p:nvPicPr>
        <p:blipFill>
          <a:blip r:embed="rId2"/>
          <a:src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4267200" y="1428750"/>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 for a Live Demonstration</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4267200" y="2156996"/>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r>
              <a:rPr lang="en-US" sz="1600" b="0" i="0" dirty="0">
                <a:solidFill>
                  <a:schemeClr val="tx1"/>
                </a:solidFill>
                <a:latin typeface="Lato" panose="020F0502020204030203" pitchFamily="34" charset="77"/>
              </a:rPr>
              <a:t>/request-a-demo</a:t>
            </a:r>
          </a:p>
        </p:txBody>
      </p:sp>
      <p:pic>
        <p:nvPicPr>
          <p:cNvPr id="5" name="Picture 4">
            <a:extLst>
              <a:ext uri="{FF2B5EF4-FFF2-40B4-BE49-F238E27FC236}">
                <a16:creationId xmlns:a16="http://schemas.microsoft.com/office/drawing/2014/main" id="{EDA1C334-C14A-2A4B-A5F6-B5F4C348276D}"/>
              </a:ext>
            </a:extLst>
          </p:cNvPr>
          <p:cNvPicPr>
            <a:picLocks noChangeAspect="1"/>
          </p:cNvPicPr>
          <p:nvPr userDrawn="1"/>
        </p:nvPicPr>
        <p:blipFill>
          <a:blip r:embed="rId2"/>
          <a:srcRect/>
          <a:stretch/>
        </p:blipFill>
        <p:spPr>
          <a:xfrm>
            <a:off x="0" y="0"/>
            <a:ext cx="9144000" cy="5143500"/>
          </a:xfrm>
          <a:prstGeom prst="rect">
            <a:avLst/>
          </a:prstGeom>
        </p:spPr>
      </p:pic>
      <p:sp>
        <p:nvSpPr>
          <p:cNvPr id="6" name="TextBox 5">
            <a:extLst>
              <a:ext uri="{FF2B5EF4-FFF2-40B4-BE49-F238E27FC236}">
                <a16:creationId xmlns:a16="http://schemas.microsoft.com/office/drawing/2014/main" id="{4BDC2FDC-ADA8-6445-9345-91AEFCCDBFE3}"/>
              </a:ext>
            </a:extLst>
          </p:cNvPr>
          <p:cNvSpPr txBox="1"/>
          <p:nvPr userDrawn="1"/>
        </p:nvSpPr>
        <p:spPr>
          <a:xfrm>
            <a:off x="4267200" y="1428750"/>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 for a Live Demonstration</a:t>
            </a:r>
          </a:p>
        </p:txBody>
      </p:sp>
      <p:sp>
        <p:nvSpPr>
          <p:cNvPr id="7" name="TextBox 6">
            <a:hlinkClick r:id="rId3"/>
            <a:extLst>
              <a:ext uri="{FF2B5EF4-FFF2-40B4-BE49-F238E27FC236}">
                <a16:creationId xmlns:a16="http://schemas.microsoft.com/office/drawing/2014/main" id="{08FC4D0C-2263-4A43-A10A-9496CAC7690D}"/>
              </a:ext>
            </a:extLst>
          </p:cNvPr>
          <p:cNvSpPr txBox="1"/>
          <p:nvPr userDrawn="1"/>
        </p:nvSpPr>
        <p:spPr>
          <a:xfrm>
            <a:off x="4267200" y="2156996"/>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r>
              <a:rPr lang="en-US" sz="1600" b="0" i="0" dirty="0">
                <a:solidFill>
                  <a:schemeClr val="tx1"/>
                </a:solidFill>
                <a:latin typeface="Lato" panose="020F0502020204030203" pitchFamily="34" charset="77"/>
              </a:rPr>
              <a:t>/request-a-demo</a:t>
            </a:r>
          </a:p>
        </p:txBody>
      </p:sp>
    </p:spTree>
    <p:extLst>
      <p:ext uri="{BB962C8B-B14F-4D97-AF65-F5344CB8AC3E}">
        <p14:creationId xmlns:p14="http://schemas.microsoft.com/office/powerpoint/2010/main" val="11186277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TA: Resources to Star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5BA83A-FD71-394F-B4AF-D0F719851DD4}"/>
              </a:ext>
            </a:extLst>
          </p:cNvPr>
          <p:cNvPicPr>
            <a:picLocks noChangeAspect="1"/>
          </p:cNvPicPr>
          <p:nvPr/>
        </p:nvPicPr>
        <p:blipFill rotWithShape="1">
          <a:blip r:embed="rId2"/>
          <a:srcRect l="4202" b="7749"/>
          <a:stretch/>
        </p:blipFill>
        <p:spPr>
          <a:xfrm>
            <a:off x="457200" y="1"/>
            <a:ext cx="8686800" cy="470535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to Get Started</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 name="Rectangle 1">
            <a:hlinkClick r:id="rId4"/>
            <a:extLst>
              <a:ext uri="{FF2B5EF4-FFF2-40B4-BE49-F238E27FC236}">
                <a16:creationId xmlns:a16="http://schemas.microsoft.com/office/drawing/2014/main" id="{B166C7F8-C424-7449-A19A-6EFB37F971D8}"/>
              </a:ext>
            </a:extLst>
          </p:cNvPr>
          <p:cNvSpPr/>
          <p:nvPr/>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Rectangle 2">
            <a:hlinkClick r:id="rId5"/>
            <a:extLst>
              <a:ext uri="{FF2B5EF4-FFF2-40B4-BE49-F238E27FC236}">
                <a16:creationId xmlns:a16="http://schemas.microsoft.com/office/drawing/2014/main" id="{7542C372-51F9-7B49-95F3-2BB4DD107F2C}"/>
              </a:ext>
            </a:extLst>
          </p:cNvPr>
          <p:cNvSpPr/>
          <p:nvPr/>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hlinkClick r:id="rId6"/>
            <a:extLst>
              <a:ext uri="{FF2B5EF4-FFF2-40B4-BE49-F238E27FC236}">
                <a16:creationId xmlns:a16="http://schemas.microsoft.com/office/drawing/2014/main" id="{218B93B9-5E84-F144-B5CB-7142E73CC8BF}"/>
              </a:ext>
            </a:extLst>
          </p:cNvPr>
          <p:cNvSpPr/>
          <p:nvPr/>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hlinkClick r:id="rId7"/>
            <a:extLst>
              <a:ext uri="{FF2B5EF4-FFF2-40B4-BE49-F238E27FC236}">
                <a16:creationId xmlns:a16="http://schemas.microsoft.com/office/drawing/2014/main" id="{5AB17312-9520-7E42-A4CD-6B7EB6B7EF86}"/>
              </a:ext>
            </a:extLst>
          </p:cNvPr>
          <p:cNvSpPr/>
          <p:nvPr/>
        </p:nvSpPr>
        <p:spPr>
          <a:xfrm>
            <a:off x="3276600" y="3333750"/>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198FF72F-E3D1-AF42-993C-7B06016599E4}"/>
              </a:ext>
            </a:extLst>
          </p:cNvPr>
          <p:cNvPicPr>
            <a:picLocks noChangeAspect="1"/>
          </p:cNvPicPr>
          <p:nvPr userDrawn="1"/>
        </p:nvPicPr>
        <p:blipFill rotWithShape="1">
          <a:blip r:embed="rId2"/>
          <a:srcRect l="4202" b="7749"/>
          <a:stretch/>
        </p:blipFill>
        <p:spPr>
          <a:xfrm>
            <a:off x="457200" y="1"/>
            <a:ext cx="8686800" cy="4705350"/>
          </a:xfrm>
          <a:prstGeom prst="rect">
            <a:avLst/>
          </a:prstGeom>
        </p:spPr>
      </p:pic>
      <p:sp>
        <p:nvSpPr>
          <p:cNvPr id="11" name="TextBox 10">
            <a:extLst>
              <a:ext uri="{FF2B5EF4-FFF2-40B4-BE49-F238E27FC236}">
                <a16:creationId xmlns:a16="http://schemas.microsoft.com/office/drawing/2014/main" id="{C3CD8C59-FB30-6F4C-94F1-4CCD911B97D9}"/>
              </a:ext>
            </a:extLst>
          </p:cNvPr>
          <p:cNvSpPr txBox="1"/>
          <p:nvPr userDrawn="1"/>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to Get Started</a:t>
            </a:r>
          </a:p>
        </p:txBody>
      </p:sp>
      <p:sp>
        <p:nvSpPr>
          <p:cNvPr id="12" name="TextBox 11">
            <a:hlinkClick r:id="rId3"/>
            <a:extLst>
              <a:ext uri="{FF2B5EF4-FFF2-40B4-BE49-F238E27FC236}">
                <a16:creationId xmlns:a16="http://schemas.microsoft.com/office/drawing/2014/main" id="{4EF8A913-786B-1646-88E3-FF024F789A18}"/>
              </a:ext>
            </a:extLst>
          </p:cNvPr>
          <p:cNvSpPr txBox="1"/>
          <p:nvPr userDrawn="1"/>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13" name="Rectangle 12">
            <a:hlinkClick r:id="rId4"/>
            <a:extLst>
              <a:ext uri="{FF2B5EF4-FFF2-40B4-BE49-F238E27FC236}">
                <a16:creationId xmlns:a16="http://schemas.microsoft.com/office/drawing/2014/main" id="{71B220CB-1F79-D447-8221-FE5F05C24E3D}"/>
              </a:ext>
            </a:extLst>
          </p:cNvPr>
          <p:cNvSpPr/>
          <p:nvPr userDrawn="1"/>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4" name="Rectangle 13">
            <a:hlinkClick r:id="rId5"/>
            <a:extLst>
              <a:ext uri="{FF2B5EF4-FFF2-40B4-BE49-F238E27FC236}">
                <a16:creationId xmlns:a16="http://schemas.microsoft.com/office/drawing/2014/main" id="{F9664972-10AB-E64A-B493-6F4FDCF86360}"/>
              </a:ext>
            </a:extLst>
          </p:cNvPr>
          <p:cNvSpPr/>
          <p:nvPr userDrawn="1"/>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hlinkClick r:id="rId6"/>
            <a:extLst>
              <a:ext uri="{FF2B5EF4-FFF2-40B4-BE49-F238E27FC236}">
                <a16:creationId xmlns:a16="http://schemas.microsoft.com/office/drawing/2014/main" id="{7CAE7378-A27E-2846-B0DD-E4A3D83B8C9C}"/>
              </a:ext>
            </a:extLst>
          </p:cNvPr>
          <p:cNvSpPr/>
          <p:nvPr userDrawn="1"/>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hlinkClick r:id="rId7"/>
            <a:extLst>
              <a:ext uri="{FF2B5EF4-FFF2-40B4-BE49-F238E27FC236}">
                <a16:creationId xmlns:a16="http://schemas.microsoft.com/office/drawing/2014/main" id="{22FDC429-B384-6543-92F2-7781AB227850}"/>
              </a:ext>
            </a:extLst>
          </p:cNvPr>
          <p:cNvSpPr/>
          <p:nvPr userDrawn="1"/>
        </p:nvSpPr>
        <p:spPr>
          <a:xfrm>
            <a:off x="3276600" y="3333750"/>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010631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TA: Resources to Inspi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5BA83A-FD71-394F-B4AF-D0F719851DD4}"/>
              </a:ext>
            </a:extLst>
          </p:cNvPr>
          <p:cNvPicPr>
            <a:picLocks noChangeAspect="1"/>
          </p:cNvPicPr>
          <p:nvPr/>
        </p:nvPicPr>
        <p:blipFill rotWithShape="1">
          <a:blip r:embed="rId2"/>
          <a:srcRect l="4775" b="5992"/>
          <a:stretch/>
        </p:blipFill>
        <p:spPr>
          <a:xfrm>
            <a:off x="533399" y="0"/>
            <a:ext cx="8610601" cy="478155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for Inspiration</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 name="Rectangle 1">
            <a:hlinkClick r:id="rId4"/>
            <a:extLst>
              <a:ext uri="{FF2B5EF4-FFF2-40B4-BE49-F238E27FC236}">
                <a16:creationId xmlns:a16="http://schemas.microsoft.com/office/drawing/2014/main" id="{B166C7F8-C424-7449-A19A-6EFB37F971D8}"/>
              </a:ext>
            </a:extLst>
          </p:cNvPr>
          <p:cNvSpPr/>
          <p:nvPr/>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Rectangle 2">
            <a:hlinkClick r:id="rId5"/>
            <a:extLst>
              <a:ext uri="{FF2B5EF4-FFF2-40B4-BE49-F238E27FC236}">
                <a16:creationId xmlns:a16="http://schemas.microsoft.com/office/drawing/2014/main" id="{7542C372-51F9-7B49-95F3-2BB4DD107F2C}"/>
              </a:ext>
            </a:extLst>
          </p:cNvPr>
          <p:cNvSpPr/>
          <p:nvPr/>
        </p:nvSpPr>
        <p:spPr>
          <a:xfrm>
            <a:off x="3276600" y="2114550"/>
            <a:ext cx="24384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hlinkClick r:id="rId6"/>
            <a:extLst>
              <a:ext uri="{FF2B5EF4-FFF2-40B4-BE49-F238E27FC236}">
                <a16:creationId xmlns:a16="http://schemas.microsoft.com/office/drawing/2014/main" id="{218B93B9-5E84-F144-B5CB-7142E73CC8BF}"/>
              </a:ext>
            </a:extLst>
          </p:cNvPr>
          <p:cNvSpPr/>
          <p:nvPr/>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hlinkClick r:id="rId7"/>
            <a:extLst>
              <a:ext uri="{FF2B5EF4-FFF2-40B4-BE49-F238E27FC236}">
                <a16:creationId xmlns:a16="http://schemas.microsoft.com/office/drawing/2014/main" id="{5AB17312-9520-7E42-A4CD-6B7EB6B7EF86}"/>
              </a:ext>
            </a:extLst>
          </p:cNvPr>
          <p:cNvSpPr/>
          <p:nvPr/>
        </p:nvSpPr>
        <p:spPr>
          <a:xfrm>
            <a:off x="3276600" y="3333750"/>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hlinkClick r:id="rId7"/>
            <a:extLst>
              <a:ext uri="{FF2B5EF4-FFF2-40B4-BE49-F238E27FC236}">
                <a16:creationId xmlns:a16="http://schemas.microsoft.com/office/drawing/2014/main" id="{FB176131-B89E-304A-92DF-9CD3D468CD52}"/>
              </a:ext>
            </a:extLst>
          </p:cNvPr>
          <p:cNvSpPr/>
          <p:nvPr/>
        </p:nvSpPr>
        <p:spPr>
          <a:xfrm>
            <a:off x="661542" y="2114550"/>
            <a:ext cx="2514600" cy="1143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hlinkClick r:id="rId8"/>
            <a:extLst>
              <a:ext uri="{FF2B5EF4-FFF2-40B4-BE49-F238E27FC236}">
                <a16:creationId xmlns:a16="http://schemas.microsoft.com/office/drawing/2014/main" id="{D57913DA-4C41-E144-8C67-313CA8644FB7}"/>
              </a:ext>
            </a:extLst>
          </p:cNvPr>
          <p:cNvSpPr/>
          <p:nvPr/>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hlinkClick r:id="rId9"/>
            <a:extLst>
              <a:ext uri="{FF2B5EF4-FFF2-40B4-BE49-F238E27FC236}">
                <a16:creationId xmlns:a16="http://schemas.microsoft.com/office/drawing/2014/main" id="{84D23C97-34CA-EB47-8438-4CEEB5B8B203}"/>
              </a:ext>
            </a:extLst>
          </p:cNvPr>
          <p:cNvSpPr/>
          <p:nvPr/>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hlinkClick r:id="rId5"/>
            <a:extLst>
              <a:ext uri="{FF2B5EF4-FFF2-40B4-BE49-F238E27FC236}">
                <a16:creationId xmlns:a16="http://schemas.microsoft.com/office/drawing/2014/main" id="{E56E6BD5-8E0F-3E4D-AD7C-420C316889E3}"/>
              </a:ext>
            </a:extLst>
          </p:cNvPr>
          <p:cNvSpPr/>
          <p:nvPr/>
        </p:nvSpPr>
        <p:spPr>
          <a:xfrm>
            <a:off x="3200400" y="3333750"/>
            <a:ext cx="25146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A7F129A0-6FCE-4A49-9C46-C99BFD5BE22B}"/>
              </a:ext>
            </a:extLst>
          </p:cNvPr>
          <p:cNvPicPr>
            <a:picLocks noChangeAspect="1"/>
          </p:cNvPicPr>
          <p:nvPr userDrawn="1"/>
        </p:nvPicPr>
        <p:blipFill rotWithShape="1">
          <a:blip r:embed="rId2"/>
          <a:srcRect l="4775" b="5992"/>
          <a:stretch/>
        </p:blipFill>
        <p:spPr>
          <a:xfrm>
            <a:off x="533399" y="0"/>
            <a:ext cx="8610601" cy="4781550"/>
          </a:xfrm>
          <a:prstGeom prst="rect">
            <a:avLst/>
          </a:prstGeom>
        </p:spPr>
      </p:pic>
      <p:sp>
        <p:nvSpPr>
          <p:cNvPr id="14" name="TextBox 13">
            <a:extLst>
              <a:ext uri="{FF2B5EF4-FFF2-40B4-BE49-F238E27FC236}">
                <a16:creationId xmlns:a16="http://schemas.microsoft.com/office/drawing/2014/main" id="{67E0B4A1-8C95-994B-8E19-EA2100863C28}"/>
              </a:ext>
            </a:extLst>
          </p:cNvPr>
          <p:cNvSpPr txBox="1"/>
          <p:nvPr userDrawn="1"/>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for Inspiration</a:t>
            </a:r>
          </a:p>
        </p:txBody>
      </p:sp>
      <p:sp>
        <p:nvSpPr>
          <p:cNvPr id="15" name="TextBox 14">
            <a:hlinkClick r:id="rId3"/>
            <a:extLst>
              <a:ext uri="{FF2B5EF4-FFF2-40B4-BE49-F238E27FC236}">
                <a16:creationId xmlns:a16="http://schemas.microsoft.com/office/drawing/2014/main" id="{9A02A6E6-EE2B-BA49-AAFB-14C7F86BD0C1}"/>
              </a:ext>
            </a:extLst>
          </p:cNvPr>
          <p:cNvSpPr txBox="1"/>
          <p:nvPr userDrawn="1"/>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16" name="Rectangle 15">
            <a:hlinkClick r:id="rId4"/>
            <a:extLst>
              <a:ext uri="{FF2B5EF4-FFF2-40B4-BE49-F238E27FC236}">
                <a16:creationId xmlns:a16="http://schemas.microsoft.com/office/drawing/2014/main" id="{3834425C-C002-784B-94B7-B7AF16237B52}"/>
              </a:ext>
            </a:extLst>
          </p:cNvPr>
          <p:cNvSpPr/>
          <p:nvPr userDrawn="1"/>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7" name="Rectangle 16">
            <a:hlinkClick r:id="rId5"/>
            <a:extLst>
              <a:ext uri="{FF2B5EF4-FFF2-40B4-BE49-F238E27FC236}">
                <a16:creationId xmlns:a16="http://schemas.microsoft.com/office/drawing/2014/main" id="{A961250F-6D10-364C-847A-A87D68346CEC}"/>
              </a:ext>
            </a:extLst>
          </p:cNvPr>
          <p:cNvSpPr/>
          <p:nvPr userDrawn="1"/>
        </p:nvSpPr>
        <p:spPr>
          <a:xfrm>
            <a:off x="3276600" y="2114550"/>
            <a:ext cx="24384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hlinkClick r:id="rId6"/>
            <a:extLst>
              <a:ext uri="{FF2B5EF4-FFF2-40B4-BE49-F238E27FC236}">
                <a16:creationId xmlns:a16="http://schemas.microsoft.com/office/drawing/2014/main" id="{AEC07ABA-C104-F44A-8FA1-AE123324E92D}"/>
              </a:ext>
            </a:extLst>
          </p:cNvPr>
          <p:cNvSpPr/>
          <p:nvPr userDrawn="1"/>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hlinkClick r:id="rId7"/>
            <a:extLst>
              <a:ext uri="{FF2B5EF4-FFF2-40B4-BE49-F238E27FC236}">
                <a16:creationId xmlns:a16="http://schemas.microsoft.com/office/drawing/2014/main" id="{8782DDB1-B0B2-B24E-9B02-BFBD539B7D81}"/>
              </a:ext>
            </a:extLst>
          </p:cNvPr>
          <p:cNvSpPr/>
          <p:nvPr userDrawn="1"/>
        </p:nvSpPr>
        <p:spPr>
          <a:xfrm>
            <a:off x="3276600" y="3333750"/>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hlinkClick r:id="rId7"/>
            <a:extLst>
              <a:ext uri="{FF2B5EF4-FFF2-40B4-BE49-F238E27FC236}">
                <a16:creationId xmlns:a16="http://schemas.microsoft.com/office/drawing/2014/main" id="{70B011C4-6E2E-3C4E-9A3C-C02A1C740BE5}"/>
              </a:ext>
            </a:extLst>
          </p:cNvPr>
          <p:cNvSpPr/>
          <p:nvPr userDrawn="1"/>
        </p:nvSpPr>
        <p:spPr>
          <a:xfrm>
            <a:off x="661542" y="2114550"/>
            <a:ext cx="2514600" cy="1143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hlinkClick r:id="rId8"/>
            <a:extLst>
              <a:ext uri="{FF2B5EF4-FFF2-40B4-BE49-F238E27FC236}">
                <a16:creationId xmlns:a16="http://schemas.microsoft.com/office/drawing/2014/main" id="{292A8504-7919-4F44-A6EC-94556E1D3C75}"/>
              </a:ext>
            </a:extLst>
          </p:cNvPr>
          <p:cNvSpPr/>
          <p:nvPr userDrawn="1"/>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hlinkClick r:id="rId9"/>
            <a:extLst>
              <a:ext uri="{FF2B5EF4-FFF2-40B4-BE49-F238E27FC236}">
                <a16:creationId xmlns:a16="http://schemas.microsoft.com/office/drawing/2014/main" id="{537C1D02-DB5F-ED48-B54B-D176282F99E9}"/>
              </a:ext>
            </a:extLst>
          </p:cNvPr>
          <p:cNvSpPr/>
          <p:nvPr userDrawn="1"/>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hlinkClick r:id="rId5"/>
            <a:extLst>
              <a:ext uri="{FF2B5EF4-FFF2-40B4-BE49-F238E27FC236}">
                <a16:creationId xmlns:a16="http://schemas.microsoft.com/office/drawing/2014/main" id="{B898C693-3D9B-6A41-9019-FA09DD379F94}"/>
              </a:ext>
            </a:extLst>
          </p:cNvPr>
          <p:cNvSpPr/>
          <p:nvPr userDrawn="1"/>
        </p:nvSpPr>
        <p:spPr>
          <a:xfrm>
            <a:off x="3200400" y="3333750"/>
            <a:ext cx="25146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24029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p:nvPr>
        </p:nvSpPr>
        <p:spPr>
          <a:xfrm>
            <a:off x="623888" y="1282700"/>
            <a:ext cx="8062912" cy="2139950"/>
          </a:xfrm>
          <a:prstGeom prst="rect">
            <a:avLst/>
          </a:prstGeom>
        </p:spPr>
        <p:txBody>
          <a:bodyPr anchor="b">
            <a:normAutofit/>
          </a:bodyPr>
          <a:lstStyle>
            <a:lvl1pPr>
              <a:defRPr sz="3600" b="1">
                <a:solidFill>
                  <a:srgbClr val="1B4D81"/>
                </a:solidFill>
                <a:latin typeface="Lato" panose="020F0502020204030203"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623888" y="3441700"/>
            <a:ext cx="1837944"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623888" y="3714750"/>
            <a:ext cx="1837944"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
        <p:nvSpPr>
          <p:cNvPr id="5" name="Text Placeholder 2">
            <a:extLst>
              <a:ext uri="{FF2B5EF4-FFF2-40B4-BE49-F238E27FC236}">
                <a16:creationId xmlns:a16="http://schemas.microsoft.com/office/drawing/2014/main" id="{286E2C5B-58AD-4D69-8653-58174ACC8AD7}"/>
              </a:ext>
            </a:extLst>
          </p:cNvPr>
          <p:cNvSpPr>
            <a:spLocks noGrp="1"/>
          </p:cNvSpPr>
          <p:nvPr>
            <p:ph type="body" idx="11" hasCustomPrompt="1"/>
          </p:nvPr>
        </p:nvSpPr>
        <p:spPr>
          <a:xfrm>
            <a:off x="2729294" y="3452729"/>
            <a:ext cx="1837944"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6" name="Text Placeholder 2">
            <a:extLst>
              <a:ext uri="{FF2B5EF4-FFF2-40B4-BE49-F238E27FC236}">
                <a16:creationId xmlns:a16="http://schemas.microsoft.com/office/drawing/2014/main" id="{8599CD08-F90D-4D15-9B4E-79BB92E4CDF2}"/>
              </a:ext>
            </a:extLst>
          </p:cNvPr>
          <p:cNvSpPr>
            <a:spLocks noGrp="1"/>
          </p:cNvSpPr>
          <p:nvPr>
            <p:ph type="body" idx="12" hasCustomPrompt="1"/>
          </p:nvPr>
        </p:nvSpPr>
        <p:spPr>
          <a:xfrm>
            <a:off x="2729294" y="3725779"/>
            <a:ext cx="1837944"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Tree>
    <p:extLst>
      <p:ext uri="{BB962C8B-B14F-4D97-AF65-F5344CB8AC3E}">
        <p14:creationId xmlns:p14="http://schemas.microsoft.com/office/powerpoint/2010/main" val="28301536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AA8A8-3946-DE4F-97CB-CBC48B9F7A60}"/>
              </a:ext>
            </a:extLst>
          </p:cNvPr>
          <p:cNvSpPr/>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FDE514-B9D5-4E6A-B99C-10D5D54F711D}"/>
              </a:ext>
            </a:extLst>
          </p:cNvPr>
          <p:cNvSpPr>
            <a:spLocks noGrp="1"/>
          </p:cNvSpPr>
          <p:nvPr>
            <p:ph type="title"/>
          </p:nvPr>
        </p:nvSpPr>
        <p:spPr>
          <a:xfrm>
            <a:off x="623888" y="3028950"/>
            <a:ext cx="8062912" cy="1231900"/>
          </a:xfrm>
          <a:prstGeom prst="rect">
            <a:avLst/>
          </a:prstGeom>
        </p:spPr>
        <p:txBody>
          <a:bodyPr anchor="b">
            <a:normAutofit/>
          </a:bodyPr>
          <a:lstStyle>
            <a:lvl1pPr>
              <a:defRPr sz="3600" b="1">
                <a:solidFill>
                  <a:schemeClr val="bg1"/>
                </a:solidFill>
                <a:latin typeface="Lato" panose="020F0502020204030203"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623888" y="4267777"/>
            <a:ext cx="1837944" cy="349250"/>
          </a:xfrm>
          <a:prstGeom prst="rect">
            <a:avLst/>
          </a:prstGeom>
        </p:spPr>
        <p:txBody>
          <a:bodyPr anchor="b">
            <a:normAutofit/>
          </a:bodyPr>
          <a:lstStyle>
            <a:lvl1pPr marL="0" indent="0">
              <a:spcBef>
                <a:spcPts val="100"/>
              </a:spcBef>
              <a:buNone/>
              <a:defRPr sz="1800">
                <a:solidFill>
                  <a:schemeClr val="bg2"/>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623888" y="4540827"/>
            <a:ext cx="1837944" cy="453190"/>
          </a:xfrm>
          <a:prstGeom prst="rect">
            <a:avLst/>
          </a:prstGeom>
        </p:spPr>
        <p:txBody>
          <a:bodyPr>
            <a:normAutofit/>
          </a:bodyPr>
          <a:lstStyle>
            <a:lvl1pPr marL="0" indent="0">
              <a:spcBef>
                <a:spcPts val="100"/>
              </a:spcBef>
              <a:buNone/>
              <a:defRPr sz="1200" b="0" i="0">
                <a:solidFill>
                  <a:schemeClr val="bg2"/>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
        <p:nvSpPr>
          <p:cNvPr id="5" name="Text Placeholder 2">
            <a:extLst>
              <a:ext uri="{FF2B5EF4-FFF2-40B4-BE49-F238E27FC236}">
                <a16:creationId xmlns:a16="http://schemas.microsoft.com/office/drawing/2014/main" id="{286E2C5B-58AD-4D69-8653-58174ACC8AD7}"/>
              </a:ext>
            </a:extLst>
          </p:cNvPr>
          <p:cNvSpPr>
            <a:spLocks noGrp="1"/>
          </p:cNvSpPr>
          <p:nvPr>
            <p:ph type="body" idx="11" hasCustomPrompt="1"/>
          </p:nvPr>
        </p:nvSpPr>
        <p:spPr>
          <a:xfrm>
            <a:off x="2729294" y="4278806"/>
            <a:ext cx="1837944" cy="349250"/>
          </a:xfrm>
          <a:prstGeom prst="rect">
            <a:avLst/>
          </a:prstGeom>
        </p:spPr>
        <p:txBody>
          <a:bodyPr anchor="b">
            <a:normAutofit/>
          </a:bodyPr>
          <a:lstStyle>
            <a:lvl1pPr marL="0" indent="0">
              <a:spcBef>
                <a:spcPts val="100"/>
              </a:spcBef>
              <a:buNone/>
              <a:defRPr sz="1800">
                <a:solidFill>
                  <a:schemeClr val="bg2"/>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6" name="Text Placeholder 2">
            <a:extLst>
              <a:ext uri="{FF2B5EF4-FFF2-40B4-BE49-F238E27FC236}">
                <a16:creationId xmlns:a16="http://schemas.microsoft.com/office/drawing/2014/main" id="{8599CD08-F90D-4D15-9B4E-79BB92E4CDF2}"/>
              </a:ext>
            </a:extLst>
          </p:cNvPr>
          <p:cNvSpPr>
            <a:spLocks noGrp="1"/>
          </p:cNvSpPr>
          <p:nvPr>
            <p:ph type="body" idx="12" hasCustomPrompt="1"/>
          </p:nvPr>
        </p:nvSpPr>
        <p:spPr>
          <a:xfrm>
            <a:off x="2729294" y="4551856"/>
            <a:ext cx="1837944" cy="453190"/>
          </a:xfrm>
          <a:prstGeom prst="rect">
            <a:avLst/>
          </a:prstGeom>
        </p:spPr>
        <p:txBody>
          <a:bodyPr>
            <a:normAutofit/>
          </a:bodyPr>
          <a:lstStyle>
            <a:lvl1pPr marL="0" indent="0">
              <a:spcBef>
                <a:spcPts val="100"/>
              </a:spcBef>
              <a:buNone/>
              <a:defRPr sz="1200" b="0" i="0">
                <a:solidFill>
                  <a:schemeClr val="bg2"/>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
        <p:nvSpPr>
          <p:cNvPr id="8" name="Rectangle 7">
            <a:extLst>
              <a:ext uri="{FF2B5EF4-FFF2-40B4-BE49-F238E27FC236}">
                <a16:creationId xmlns:a16="http://schemas.microsoft.com/office/drawing/2014/main" id="{38AFA993-957A-4B73-911C-9E0D5D7AC20B}"/>
              </a:ext>
            </a:extLst>
          </p:cNvPr>
          <p:cNvSpPr/>
          <p:nvPr userDrawn="1"/>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9063612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Slide with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p:nvPr>
        </p:nvSpPr>
        <p:spPr>
          <a:xfrm>
            <a:off x="623888" y="1282700"/>
            <a:ext cx="8062912" cy="2139950"/>
          </a:xfrm>
          <a:prstGeom prst="rect">
            <a:avLst/>
          </a:prstGeom>
        </p:spPr>
        <p:txBody>
          <a:bodyPr anchor="b">
            <a:normAutofit/>
          </a:bodyPr>
          <a:lstStyle>
            <a:lvl1pPr>
              <a:defRPr sz="3600" b="1">
                <a:solidFill>
                  <a:srgbClr val="1B4D81"/>
                </a:solidFill>
                <a:latin typeface="Lato" panose="020F0502020204030203" pitchFamily="34" charset="0"/>
              </a:defRPr>
            </a:lvl1pPr>
          </a:lstStyle>
          <a:p>
            <a:r>
              <a:rPr lang="en-US"/>
              <a:t>Click to edit Master title style</a:t>
            </a:r>
            <a:endParaRPr lang="en-US" dirty="0"/>
          </a:p>
        </p:txBody>
      </p:sp>
      <p:sp>
        <p:nvSpPr>
          <p:cNvPr id="8" name="Text Placeholder 2">
            <a:extLst>
              <a:ext uri="{FF2B5EF4-FFF2-40B4-BE49-F238E27FC236}">
                <a16:creationId xmlns:a16="http://schemas.microsoft.com/office/drawing/2014/main" id="{04FF62A3-F460-4741-8342-309E52138A71}"/>
              </a:ext>
            </a:extLst>
          </p:cNvPr>
          <p:cNvSpPr>
            <a:spLocks noGrp="1"/>
          </p:cNvSpPr>
          <p:nvPr>
            <p:ph type="body" idx="1" hasCustomPrompt="1"/>
          </p:nvPr>
        </p:nvSpPr>
        <p:spPr>
          <a:xfrm>
            <a:off x="1928812" y="3436566"/>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9" name="Text Placeholder 2">
            <a:extLst>
              <a:ext uri="{FF2B5EF4-FFF2-40B4-BE49-F238E27FC236}">
                <a16:creationId xmlns:a16="http://schemas.microsoft.com/office/drawing/2014/main" id="{AF8AF9C0-51D9-4A91-8E30-9CA60298FBC0}"/>
              </a:ext>
            </a:extLst>
          </p:cNvPr>
          <p:cNvSpPr>
            <a:spLocks noGrp="1"/>
          </p:cNvSpPr>
          <p:nvPr>
            <p:ph type="body" idx="13" hasCustomPrompt="1"/>
          </p:nvPr>
        </p:nvSpPr>
        <p:spPr>
          <a:xfrm>
            <a:off x="1928812" y="3709616"/>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
        <p:nvSpPr>
          <p:cNvPr id="10" name="Text Placeholder 2">
            <a:extLst>
              <a:ext uri="{FF2B5EF4-FFF2-40B4-BE49-F238E27FC236}">
                <a16:creationId xmlns:a16="http://schemas.microsoft.com/office/drawing/2014/main" id="{C4298647-61D0-4FBB-8F52-37C8A845D3E8}"/>
              </a:ext>
            </a:extLst>
          </p:cNvPr>
          <p:cNvSpPr>
            <a:spLocks noGrp="1"/>
          </p:cNvSpPr>
          <p:nvPr>
            <p:ph type="body" idx="14" hasCustomPrompt="1"/>
          </p:nvPr>
        </p:nvSpPr>
        <p:spPr>
          <a:xfrm>
            <a:off x="5055878" y="3436566"/>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11" name="Text Placeholder 2">
            <a:extLst>
              <a:ext uri="{FF2B5EF4-FFF2-40B4-BE49-F238E27FC236}">
                <a16:creationId xmlns:a16="http://schemas.microsoft.com/office/drawing/2014/main" id="{F578A0BF-E876-40F4-A20B-1A438C7EEFAC}"/>
              </a:ext>
            </a:extLst>
          </p:cNvPr>
          <p:cNvSpPr>
            <a:spLocks noGrp="1"/>
          </p:cNvSpPr>
          <p:nvPr>
            <p:ph type="body" idx="15" hasCustomPrompt="1"/>
          </p:nvPr>
        </p:nvSpPr>
        <p:spPr>
          <a:xfrm>
            <a:off x="5055878" y="3709616"/>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
        <p:nvSpPr>
          <p:cNvPr id="4" name="Content Placeholder 3">
            <a:extLst>
              <a:ext uri="{FF2B5EF4-FFF2-40B4-BE49-F238E27FC236}">
                <a16:creationId xmlns:a16="http://schemas.microsoft.com/office/drawing/2014/main" id="{F649E506-AD96-463A-84F2-AAE1BB90340A}"/>
              </a:ext>
            </a:extLst>
          </p:cNvPr>
          <p:cNvSpPr>
            <a:spLocks noGrp="1"/>
          </p:cNvSpPr>
          <p:nvPr>
            <p:ph sz="quarter" idx="16"/>
          </p:nvPr>
        </p:nvSpPr>
        <p:spPr>
          <a:xfrm>
            <a:off x="723900" y="3432556"/>
            <a:ext cx="1115568" cy="1115568"/>
          </a:xfrm>
        </p:spPr>
        <p:txBody>
          <a:bodyPr/>
          <a:lstStyle/>
          <a:p>
            <a:pPr lvl="0"/>
            <a:r>
              <a:rPr lang="en-US"/>
              <a:t>Edit Master text styles</a:t>
            </a:r>
          </a:p>
        </p:txBody>
      </p:sp>
      <p:sp>
        <p:nvSpPr>
          <p:cNvPr id="12" name="Content Placeholder 3">
            <a:extLst>
              <a:ext uri="{FF2B5EF4-FFF2-40B4-BE49-F238E27FC236}">
                <a16:creationId xmlns:a16="http://schemas.microsoft.com/office/drawing/2014/main" id="{D8A7706D-1D21-49ED-888E-699D6B6BE78C}"/>
              </a:ext>
            </a:extLst>
          </p:cNvPr>
          <p:cNvSpPr>
            <a:spLocks noGrp="1"/>
          </p:cNvSpPr>
          <p:nvPr>
            <p:ph sz="quarter" idx="17"/>
          </p:nvPr>
        </p:nvSpPr>
        <p:spPr>
          <a:xfrm>
            <a:off x="3852971" y="3429000"/>
            <a:ext cx="1115568" cy="1115568"/>
          </a:xfrm>
        </p:spPr>
        <p:txBody>
          <a:bodyPr/>
          <a:lstStyle/>
          <a:p>
            <a:pPr lvl="0"/>
            <a:r>
              <a:rPr lang="en-US"/>
              <a:t>Edit Master text styles</a:t>
            </a:r>
          </a:p>
        </p:txBody>
      </p:sp>
    </p:spTree>
    <p:extLst>
      <p:ext uri="{BB962C8B-B14F-4D97-AF65-F5344CB8AC3E}">
        <p14:creationId xmlns:p14="http://schemas.microsoft.com/office/powerpoint/2010/main" val="1044623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0E37-2066-457D-A866-CD6115300D34}"/>
              </a:ext>
            </a:extLst>
          </p:cNvPr>
          <p:cNvSpPr>
            <a:spLocks noGrp="1"/>
          </p:cNvSpPr>
          <p:nvPr>
            <p:ph type="ctrTitle"/>
          </p:nvPr>
        </p:nvSpPr>
        <p:spPr>
          <a:xfrm>
            <a:off x="1143000" y="841375"/>
            <a:ext cx="7010400" cy="1790700"/>
          </a:xfrm>
          <a:prstGeom prst="rect">
            <a:avLst/>
          </a:prstGeom>
        </p:spPr>
        <p:txBody>
          <a:bodyPr anchor="b">
            <a:normAutofit/>
          </a:bodyPr>
          <a:lstStyle>
            <a:lvl1pPr algn="ctr">
              <a:defRPr sz="3600" b="1">
                <a:solidFill>
                  <a:srgbClr val="1B4D81"/>
                </a:solidFill>
                <a:latin typeface="Lato" panose="020F0502020204030203"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BC01D0-B230-4859-8CF6-4664E1E5F385}"/>
              </a:ext>
            </a:extLst>
          </p:cNvPr>
          <p:cNvSpPr>
            <a:spLocks noGrp="1"/>
          </p:cNvSpPr>
          <p:nvPr>
            <p:ph type="subTitle" idx="1"/>
          </p:nvPr>
        </p:nvSpPr>
        <p:spPr>
          <a:xfrm>
            <a:off x="1143000" y="2701925"/>
            <a:ext cx="7010400" cy="1241425"/>
          </a:xfrm>
          <a:prstGeom prst="rect">
            <a:avLst/>
          </a:prstGeom>
        </p:spPr>
        <p:txBody>
          <a:bodyPr>
            <a:normAutofit/>
          </a:bodyPr>
          <a:lstStyle>
            <a:lvl1pPr marL="0" indent="0" algn="ctr">
              <a:buNone/>
              <a:defRPr sz="1800">
                <a:solidFill>
                  <a:srgbClr val="393A39"/>
                </a:solidFill>
                <a:latin typeface="Lato" panose="020F050202020403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28321879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F8A22-6A5B-4550-87C4-98CDB8846F3D}"/>
              </a:ext>
            </a:extLst>
          </p:cNvPr>
          <p:cNvSpPr>
            <a:spLocks noGrp="1"/>
          </p:cNvSpPr>
          <p:nvPr>
            <p:ph type="title"/>
          </p:nvPr>
        </p:nvSpPr>
        <p:spPr>
          <a:xfrm>
            <a:off x="628650" y="285750"/>
            <a:ext cx="8058150" cy="74295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67B1DA0-7E63-4CDE-961E-607D001A9B67}"/>
              </a:ext>
            </a:extLst>
          </p:cNvPr>
          <p:cNvSpPr>
            <a:spLocks noGrp="1"/>
          </p:cNvSpPr>
          <p:nvPr>
            <p:ph idx="1"/>
          </p:nvPr>
        </p:nvSpPr>
        <p:spPr>
          <a:xfrm>
            <a:off x="628650" y="1028700"/>
            <a:ext cx="8058150" cy="3752850"/>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5170965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183CD7-383B-48A0-8B71-F06BC83DEDB6}"/>
              </a:ext>
            </a:extLst>
          </p:cNvPr>
          <p:cNvSpPr>
            <a:spLocks noGrp="1"/>
          </p:cNvSpPr>
          <p:nvPr>
            <p:ph sz="half" idx="1"/>
          </p:nvPr>
        </p:nvSpPr>
        <p:spPr>
          <a:xfrm>
            <a:off x="628650" y="1028700"/>
            <a:ext cx="3965576" cy="3752837"/>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03355965-8388-42DC-8FE0-FECC99CDC81E}"/>
              </a:ext>
            </a:extLst>
          </p:cNvPr>
          <p:cNvSpPr>
            <a:spLocks noGrp="1"/>
          </p:cNvSpPr>
          <p:nvPr>
            <p:ph sz="half" idx="2"/>
          </p:nvPr>
        </p:nvSpPr>
        <p:spPr>
          <a:xfrm>
            <a:off x="4721224" y="1028700"/>
            <a:ext cx="3965576" cy="3752837"/>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Edit Master text styles</a:t>
            </a:r>
          </a:p>
          <a:p>
            <a:pPr lvl="1"/>
            <a:r>
              <a:rPr lang="en-US"/>
              <a:t>Second level</a:t>
            </a:r>
          </a:p>
          <a:p>
            <a:pPr lvl="2"/>
            <a:r>
              <a:rPr lang="en-US"/>
              <a:t>Third level</a:t>
            </a:r>
          </a:p>
        </p:txBody>
      </p:sp>
      <p:sp>
        <p:nvSpPr>
          <p:cNvPr id="5" name="Title 1">
            <a:extLst>
              <a:ext uri="{FF2B5EF4-FFF2-40B4-BE49-F238E27FC236}">
                <a16:creationId xmlns:a16="http://schemas.microsoft.com/office/drawing/2014/main" id="{F0C35649-F5E1-436D-BCBC-468BEAF27C9D}"/>
              </a:ext>
            </a:extLst>
          </p:cNvPr>
          <p:cNvSpPr>
            <a:spLocks noGrp="1"/>
          </p:cNvSpPr>
          <p:nvPr>
            <p:ph type="title"/>
          </p:nvPr>
        </p:nvSpPr>
        <p:spPr>
          <a:xfrm>
            <a:off x="628650" y="285750"/>
            <a:ext cx="8058150" cy="74295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89609620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wo Content with Subtit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855CD0-D773-472C-923C-F2A3641F6698}"/>
              </a:ext>
            </a:extLst>
          </p:cNvPr>
          <p:cNvSpPr>
            <a:spLocks noGrp="1"/>
          </p:cNvSpPr>
          <p:nvPr>
            <p:ph type="body" idx="1"/>
          </p:nvPr>
        </p:nvSpPr>
        <p:spPr>
          <a:xfrm>
            <a:off x="630238" y="1028700"/>
            <a:ext cx="3970337" cy="628631"/>
          </a:xfrm>
          <a:prstGeom prst="rect">
            <a:avLst/>
          </a:prstGeom>
        </p:spPr>
        <p:txBody>
          <a:bodyPr anchor="t">
            <a:normAutofit/>
          </a:bodyPr>
          <a:lstStyle>
            <a:lvl1pPr marL="0" indent="0">
              <a:buNone/>
              <a:defRPr sz="1800" b="1">
                <a:solidFill>
                  <a:srgbClr val="393A39"/>
                </a:solidFill>
                <a:latin typeface="Lato" panose="020F050202020403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0970D2E-452D-4D8D-8871-F92BDDC48512}"/>
              </a:ext>
            </a:extLst>
          </p:cNvPr>
          <p:cNvSpPr>
            <a:spLocks noGrp="1"/>
          </p:cNvSpPr>
          <p:nvPr>
            <p:ph sz="half" idx="2"/>
          </p:nvPr>
        </p:nvSpPr>
        <p:spPr>
          <a:xfrm>
            <a:off x="630238" y="1657331"/>
            <a:ext cx="3970337" cy="3124205"/>
          </a:xfrm>
          <a:prstGeom prst="rect">
            <a:avLst/>
          </a:prstGeom>
        </p:spPr>
        <p:txBody>
          <a:bodyPr>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21265C34-988A-4381-BE35-3CF7874797A1}"/>
              </a:ext>
            </a:extLst>
          </p:cNvPr>
          <p:cNvSpPr>
            <a:spLocks noGrp="1"/>
          </p:cNvSpPr>
          <p:nvPr>
            <p:ph type="body" sz="quarter" idx="3"/>
          </p:nvPr>
        </p:nvSpPr>
        <p:spPr>
          <a:xfrm>
            <a:off x="4714874" y="1028701"/>
            <a:ext cx="3971926" cy="628650"/>
          </a:xfrm>
          <a:prstGeom prst="rect">
            <a:avLst/>
          </a:prstGeom>
        </p:spPr>
        <p:txBody>
          <a:bodyPr anchor="t">
            <a:normAutofit/>
          </a:bodyPr>
          <a:lstStyle>
            <a:lvl1pPr marL="0" indent="0">
              <a:buNone/>
              <a:defRPr sz="1800" b="1">
                <a:solidFill>
                  <a:srgbClr val="393A39"/>
                </a:solidFill>
                <a:latin typeface="Lato" panose="020F050202020403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FBAD278-0467-4156-945B-8A0C6FB1AAEA}"/>
              </a:ext>
            </a:extLst>
          </p:cNvPr>
          <p:cNvSpPr>
            <a:spLocks noGrp="1"/>
          </p:cNvSpPr>
          <p:nvPr>
            <p:ph sz="quarter" idx="4"/>
          </p:nvPr>
        </p:nvSpPr>
        <p:spPr>
          <a:xfrm>
            <a:off x="4714874" y="1657348"/>
            <a:ext cx="3971926" cy="3124187"/>
          </a:xfrm>
          <a:prstGeom prst="rect">
            <a:avLst/>
          </a:prstGeom>
        </p:spPr>
        <p:txBody>
          <a:bodyPr>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Edit Master text styles</a:t>
            </a:r>
          </a:p>
          <a:p>
            <a:pPr lvl="1"/>
            <a:r>
              <a:rPr lang="en-US"/>
              <a:t>Second level</a:t>
            </a:r>
          </a:p>
          <a:p>
            <a:pPr lvl="2"/>
            <a:r>
              <a:rPr lang="en-US"/>
              <a:t>Third level</a:t>
            </a:r>
          </a:p>
        </p:txBody>
      </p:sp>
      <p:sp>
        <p:nvSpPr>
          <p:cNvPr id="7" name="Title 1">
            <a:extLst>
              <a:ext uri="{FF2B5EF4-FFF2-40B4-BE49-F238E27FC236}">
                <a16:creationId xmlns:a16="http://schemas.microsoft.com/office/drawing/2014/main" id="{9B9489FC-5B9D-4C9C-A962-ECD59DECD47F}"/>
              </a:ext>
            </a:extLst>
          </p:cNvPr>
          <p:cNvSpPr>
            <a:spLocks noGrp="1"/>
          </p:cNvSpPr>
          <p:nvPr>
            <p:ph type="title"/>
          </p:nvPr>
        </p:nvSpPr>
        <p:spPr>
          <a:xfrm>
            <a:off x="628650" y="285750"/>
            <a:ext cx="8058150" cy="74295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66448922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and Picture with Caption">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C4E7365-D38C-47DC-98CE-EFDE9B5AA7FB}"/>
              </a:ext>
            </a:extLst>
          </p:cNvPr>
          <p:cNvSpPr>
            <a:spLocks noGrp="1"/>
          </p:cNvSpPr>
          <p:nvPr>
            <p:ph idx="1"/>
          </p:nvPr>
        </p:nvSpPr>
        <p:spPr>
          <a:xfrm>
            <a:off x="628650" y="1028700"/>
            <a:ext cx="8058150" cy="3752850"/>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Edit Master text styles</a:t>
            </a:r>
          </a:p>
          <a:p>
            <a:pPr lvl="1"/>
            <a:r>
              <a:rPr lang="en-US"/>
              <a:t>Second level</a:t>
            </a:r>
          </a:p>
          <a:p>
            <a:pPr lvl="2"/>
            <a:r>
              <a:rPr lang="en-US"/>
              <a:t>Third level</a:t>
            </a:r>
          </a:p>
        </p:txBody>
      </p:sp>
      <p:sp>
        <p:nvSpPr>
          <p:cNvPr id="6" name="Title 1">
            <a:extLst>
              <a:ext uri="{FF2B5EF4-FFF2-40B4-BE49-F238E27FC236}">
                <a16:creationId xmlns:a16="http://schemas.microsoft.com/office/drawing/2014/main" id="{AE057F52-E5D6-4C4F-8C1F-48ED323FF9B6}"/>
              </a:ext>
            </a:extLst>
          </p:cNvPr>
          <p:cNvSpPr>
            <a:spLocks noGrp="1"/>
          </p:cNvSpPr>
          <p:nvPr>
            <p:ph type="title"/>
          </p:nvPr>
        </p:nvSpPr>
        <p:spPr>
          <a:xfrm>
            <a:off x="628650" y="285750"/>
            <a:ext cx="8058150" cy="742950"/>
          </a:xfrm>
          <a:prstGeom prst="rect">
            <a:avLst/>
          </a:prstGeom>
        </p:spPr>
        <p:txBody>
          <a:bodyPr>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CE51587-1A95-4AA5-AD68-679421FFF792}"/>
              </a:ext>
            </a:extLst>
          </p:cNvPr>
          <p:cNvSpPr>
            <a:spLocks noGrp="1"/>
          </p:cNvSpPr>
          <p:nvPr>
            <p:ph type="body" sz="quarter" idx="10"/>
          </p:nvPr>
        </p:nvSpPr>
        <p:spPr>
          <a:xfrm>
            <a:off x="5659622" y="4476750"/>
            <a:ext cx="3027178" cy="304800"/>
          </a:xfrm>
        </p:spPr>
        <p:txBody>
          <a:bodyPr>
            <a:normAutofit/>
          </a:bodyPr>
          <a:lstStyle>
            <a:lvl1pPr marL="0" indent="0">
              <a:buNone/>
              <a:defRPr sz="800" b="1" i="1">
                <a:solidFill>
                  <a:schemeClr val="accent2"/>
                </a:solidFill>
                <a:latin typeface="Lato" panose="020F0502020204030203" pitchFamily="34" charset="77"/>
              </a:defRPr>
            </a:lvl1pPr>
            <a:lvl2pPr marL="457200" indent="0">
              <a:buNone/>
              <a:defRPr/>
            </a:lvl2pPr>
            <a:lvl3pPr marL="914400" indent="0">
              <a:buNone/>
              <a:defRPr/>
            </a:lvl3pPr>
          </a:lstStyle>
          <a:p>
            <a:pPr lvl="0"/>
            <a:r>
              <a:rPr lang="en-US"/>
              <a:t>Edit Master text styles</a:t>
            </a:r>
          </a:p>
        </p:txBody>
      </p:sp>
    </p:spTree>
    <p:extLst>
      <p:ext uri="{BB962C8B-B14F-4D97-AF65-F5344CB8AC3E}">
        <p14:creationId xmlns:p14="http://schemas.microsoft.com/office/powerpoint/2010/main" val="358303717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1052741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OPTIONAL Content with Picture with Fil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3887788" y="0"/>
            <a:ext cx="5256212" cy="5143500"/>
          </a:xfrm>
          <a:prstGeom prst="rect">
            <a:avLst/>
          </a:prstGeom>
          <a:solidFill>
            <a:srgbClr val="D3E2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630238" y="742950"/>
            <a:ext cx="2949575" cy="80010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4114800" y="209550"/>
            <a:ext cx="4800600" cy="4724400"/>
          </a:xfrm>
          <a:noFill/>
        </p:spPr>
        <p:txBody>
          <a:bodyPr/>
          <a:lstStyle>
            <a:lvl3pPr>
              <a:defRPr/>
            </a:lvl3pPr>
          </a:lstStyle>
          <a:p>
            <a:pPr lvl="0"/>
            <a:r>
              <a:rPr lang="en-US" dirty="0"/>
              <a:t>Click to add transparent background image</a:t>
            </a:r>
          </a:p>
          <a:p>
            <a:pPr lvl="1"/>
            <a:r>
              <a:rPr lang="en-US" dirty="0"/>
              <a:t>Second level</a:t>
            </a:r>
          </a:p>
          <a:p>
            <a:pPr lvl="2"/>
            <a:r>
              <a:rPr lang="en-US" dirty="0"/>
              <a:t>Third level</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630238" y="1543050"/>
            <a:ext cx="2949575" cy="3162300"/>
          </a:xfrm>
          <a:prstGeom prst="rect">
            <a:avLst/>
          </a:prstGeom>
        </p:spPr>
        <p:txBody>
          <a:bodyPr>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Edit Master text styles</a:t>
            </a:r>
          </a:p>
          <a:p>
            <a:pPr lvl="1"/>
            <a:r>
              <a:rPr lang="en-US"/>
              <a:t>Second level</a:t>
            </a:r>
          </a:p>
          <a:p>
            <a:pPr lvl="2"/>
            <a:r>
              <a:rPr lang="en-US"/>
              <a:t>Third level</a:t>
            </a:r>
          </a:p>
        </p:txBody>
      </p:sp>
      <p:sp>
        <p:nvSpPr>
          <p:cNvPr id="6" name="Rectangle 5">
            <a:extLst>
              <a:ext uri="{FF2B5EF4-FFF2-40B4-BE49-F238E27FC236}">
                <a16:creationId xmlns:a16="http://schemas.microsoft.com/office/drawing/2014/main" id="{55C06D07-35E3-4579-A891-4900581753AC}"/>
              </a:ext>
            </a:extLst>
          </p:cNvPr>
          <p:cNvSpPr/>
          <p:nvPr userDrawn="1"/>
        </p:nvSpPr>
        <p:spPr>
          <a:xfrm>
            <a:off x="3887788" y="0"/>
            <a:ext cx="5256212" cy="5143500"/>
          </a:xfrm>
          <a:prstGeom prst="rect">
            <a:avLst/>
          </a:prstGeom>
          <a:solidFill>
            <a:srgbClr val="D3E2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113812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OPTIONAL Content with Pictur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630238" y="742950"/>
            <a:ext cx="2949575" cy="80010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4114800" y="209550"/>
            <a:ext cx="4800600" cy="4724400"/>
          </a:xfrm>
          <a:noFill/>
        </p:spPr>
        <p:txBody>
          <a:bodyPr/>
          <a:lstStyle>
            <a:lvl3pPr>
              <a:defRPr/>
            </a:lvl3pPr>
          </a:lstStyle>
          <a:p>
            <a:pPr lvl="0"/>
            <a:r>
              <a:rPr lang="en-US" dirty="0"/>
              <a:t>Click to add transparent background image</a:t>
            </a:r>
          </a:p>
          <a:p>
            <a:pPr lvl="1"/>
            <a:r>
              <a:rPr lang="en-US" dirty="0"/>
              <a:t>Second level</a:t>
            </a:r>
          </a:p>
          <a:p>
            <a:pPr lvl="2"/>
            <a:r>
              <a:rPr lang="en-US" dirty="0"/>
              <a:t>Third level</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630238" y="1543050"/>
            <a:ext cx="2949575" cy="3162300"/>
          </a:xfrm>
          <a:prstGeom prst="rect">
            <a:avLst/>
          </a:prstGeom>
        </p:spPr>
        <p:txBody>
          <a:bodyPr>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73649931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1_OPTIONAL Content with Picture with Fil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6172200" y="0"/>
            <a:ext cx="2971800" cy="5143500"/>
          </a:xfrm>
          <a:prstGeom prst="rect">
            <a:avLst/>
          </a:prstGeom>
          <a:solidFill>
            <a:srgbClr val="D3E2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630238" y="742950"/>
            <a:ext cx="5313362" cy="80010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6400800" y="209550"/>
            <a:ext cx="2514600" cy="4724400"/>
          </a:xfrm>
          <a:noFill/>
        </p:spPr>
        <p:txBody>
          <a:bodyPr/>
          <a:lstStyle>
            <a:lvl3pPr>
              <a:defRPr/>
            </a:lvl3pPr>
          </a:lstStyle>
          <a:p>
            <a:pPr lvl="0"/>
            <a:r>
              <a:rPr lang="en-US" dirty="0"/>
              <a:t>Click to add transparent background image</a:t>
            </a:r>
          </a:p>
          <a:p>
            <a:pPr lvl="1"/>
            <a:r>
              <a:rPr lang="en-US" dirty="0"/>
              <a:t>Second level</a:t>
            </a:r>
          </a:p>
          <a:p>
            <a:pPr lvl="2"/>
            <a:r>
              <a:rPr lang="en-US" dirty="0"/>
              <a:t>Third level</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630238" y="1543050"/>
            <a:ext cx="5313362" cy="3162300"/>
          </a:xfrm>
          <a:prstGeom prst="rect">
            <a:avLst/>
          </a:prstGeom>
        </p:spPr>
        <p:txBody>
          <a:bodyPr numCol="1">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Edit Master text styles</a:t>
            </a:r>
          </a:p>
          <a:p>
            <a:pPr lvl="1"/>
            <a:r>
              <a:rPr lang="en-US"/>
              <a:t>Second level</a:t>
            </a:r>
          </a:p>
          <a:p>
            <a:pPr lvl="2"/>
            <a:r>
              <a:rPr lang="en-US"/>
              <a:t>Third level</a:t>
            </a:r>
          </a:p>
        </p:txBody>
      </p:sp>
      <p:sp>
        <p:nvSpPr>
          <p:cNvPr id="6" name="Rectangle 5">
            <a:extLst>
              <a:ext uri="{FF2B5EF4-FFF2-40B4-BE49-F238E27FC236}">
                <a16:creationId xmlns:a16="http://schemas.microsoft.com/office/drawing/2014/main" id="{BA59BC3D-A6DC-44CA-BBC5-8AB9D2887531}"/>
              </a:ext>
            </a:extLst>
          </p:cNvPr>
          <p:cNvSpPr/>
          <p:nvPr userDrawn="1"/>
        </p:nvSpPr>
        <p:spPr>
          <a:xfrm>
            <a:off x="6172200" y="0"/>
            <a:ext cx="2971800" cy="5143500"/>
          </a:xfrm>
          <a:prstGeom prst="rect">
            <a:avLst/>
          </a:prstGeom>
          <a:solidFill>
            <a:srgbClr val="D3E2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167204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TA: Contact U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438236-E9A1-5845-B207-CB91FAB12DBD}"/>
              </a:ext>
            </a:extLst>
          </p:cNvPr>
          <p:cNvPicPr>
            <a:picLocks noChangeAspect="1"/>
          </p:cNvPicPr>
          <p:nvPr/>
        </p:nvPicPr>
        <p:blipFill>
          <a:blip r:embed="rId2"/>
          <a:srcRect/>
          <a:stretch/>
        </p:blipFill>
        <p:spPr>
          <a:xfrm>
            <a:off x="0" y="0"/>
            <a:ext cx="9144000" cy="5143500"/>
          </a:xfrm>
          <a:prstGeom prst="rect">
            <a:avLst/>
          </a:prstGeom>
        </p:spPr>
      </p:pic>
      <p:sp>
        <p:nvSpPr>
          <p:cNvPr id="7" name="Content Placeholder 2">
            <a:extLst>
              <a:ext uri="{FF2B5EF4-FFF2-40B4-BE49-F238E27FC236}">
                <a16:creationId xmlns:a16="http://schemas.microsoft.com/office/drawing/2014/main" id="{FC4E7365-D38C-47DC-98CE-EFDE9B5AA7FB}"/>
              </a:ext>
            </a:extLst>
          </p:cNvPr>
          <p:cNvSpPr>
            <a:spLocks noGrp="1"/>
          </p:cNvSpPr>
          <p:nvPr>
            <p:ph idx="1" hasCustomPrompt="1"/>
          </p:nvPr>
        </p:nvSpPr>
        <p:spPr>
          <a:xfrm>
            <a:off x="304800" y="4469785"/>
            <a:ext cx="2133600" cy="923925"/>
          </a:xfrm>
          <a:prstGeom prst="rect">
            <a:avLst/>
          </a:prstGeom>
        </p:spPr>
        <p:txBody>
          <a:bodyPr>
            <a:normAutofit/>
          </a:bodyPr>
          <a:lstStyle>
            <a:lvl1pPr marL="0" indent="0">
              <a:spcBef>
                <a:spcPts val="100"/>
              </a:spcBef>
              <a:buNone/>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Add your country “</a:t>
            </a:r>
            <a:r>
              <a:rPr lang="en-US" dirty="0" err="1"/>
              <a:t>comsol.com</a:t>
            </a:r>
            <a:r>
              <a:rPr lang="en-US" dirty="0"/>
              <a:t>/contact” link here</a:t>
            </a:r>
          </a:p>
        </p:txBody>
      </p:sp>
      <p:sp>
        <p:nvSpPr>
          <p:cNvPr id="5" name="TextBox 4">
            <a:extLst>
              <a:ext uri="{FF2B5EF4-FFF2-40B4-BE49-F238E27FC236}">
                <a16:creationId xmlns:a16="http://schemas.microsoft.com/office/drawing/2014/main" id="{CC2B2EF8-F126-9449-AF26-554461030ADD}"/>
              </a:ext>
            </a:extLst>
          </p:cNvPr>
          <p:cNvSpPr txBox="1"/>
          <p:nvPr/>
        </p:nvSpPr>
        <p:spPr>
          <a:xfrm>
            <a:off x="304800" y="4019550"/>
            <a:ext cx="2514600" cy="461665"/>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a:t>
            </a:r>
          </a:p>
        </p:txBody>
      </p:sp>
      <p:pic>
        <p:nvPicPr>
          <p:cNvPr id="6" name="Picture 5">
            <a:extLst>
              <a:ext uri="{FF2B5EF4-FFF2-40B4-BE49-F238E27FC236}">
                <a16:creationId xmlns:a16="http://schemas.microsoft.com/office/drawing/2014/main" id="{924FFC0B-806B-4BBE-A6A2-63123065EAE9}"/>
              </a:ext>
            </a:extLst>
          </p:cNvPr>
          <p:cNvPicPr>
            <a:picLocks noChangeAspect="1"/>
          </p:cNvPicPr>
          <p:nvPr userDrawn="1"/>
        </p:nvPicPr>
        <p:blipFill>
          <a:blip r:embed="rId2"/>
          <a:src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AFC1507C-9C9F-4F38-A862-FF9FB13BF9A0}"/>
              </a:ext>
            </a:extLst>
          </p:cNvPr>
          <p:cNvSpPr txBox="1"/>
          <p:nvPr userDrawn="1"/>
        </p:nvSpPr>
        <p:spPr>
          <a:xfrm>
            <a:off x="304800" y="4019550"/>
            <a:ext cx="2514600" cy="461665"/>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a:t>
            </a:r>
          </a:p>
        </p:txBody>
      </p:sp>
    </p:spTree>
    <p:extLst>
      <p:ext uri="{BB962C8B-B14F-4D97-AF65-F5344CB8AC3E}">
        <p14:creationId xmlns:p14="http://schemas.microsoft.com/office/powerpoint/2010/main" val="131901413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TA: Live Dem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45252-8BBC-184E-9C41-612C8DD63D73}"/>
              </a:ext>
            </a:extLst>
          </p:cNvPr>
          <p:cNvPicPr>
            <a:picLocks noChangeAspect="1"/>
          </p:cNvPicPr>
          <p:nvPr/>
        </p:nvPicPr>
        <p:blipFill>
          <a:blip r:embed="rId2"/>
          <a:src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4267200" y="1428750"/>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 for a Live Demonstration</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4267200" y="2156996"/>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r>
              <a:rPr lang="en-US" sz="1600" b="0" i="0" dirty="0">
                <a:solidFill>
                  <a:schemeClr val="tx1"/>
                </a:solidFill>
                <a:latin typeface="Lato" panose="020F0502020204030203" pitchFamily="34" charset="77"/>
              </a:rPr>
              <a:t>/request-a-demo</a:t>
            </a:r>
          </a:p>
        </p:txBody>
      </p:sp>
      <p:pic>
        <p:nvPicPr>
          <p:cNvPr id="5" name="Picture 4">
            <a:extLst>
              <a:ext uri="{FF2B5EF4-FFF2-40B4-BE49-F238E27FC236}">
                <a16:creationId xmlns:a16="http://schemas.microsoft.com/office/drawing/2014/main" id="{1E0B19EC-A237-4BD3-B5CB-C3BF5A29AA56}"/>
              </a:ext>
            </a:extLst>
          </p:cNvPr>
          <p:cNvPicPr>
            <a:picLocks noChangeAspect="1"/>
          </p:cNvPicPr>
          <p:nvPr userDrawn="1"/>
        </p:nvPicPr>
        <p:blipFill>
          <a:blip r:embed="rId2"/>
          <a:srcRect/>
          <a:stretch/>
        </p:blipFill>
        <p:spPr>
          <a:xfrm>
            <a:off x="0" y="0"/>
            <a:ext cx="9144000" cy="5143500"/>
          </a:xfrm>
          <a:prstGeom prst="rect">
            <a:avLst/>
          </a:prstGeom>
        </p:spPr>
      </p:pic>
      <p:sp>
        <p:nvSpPr>
          <p:cNvPr id="6" name="TextBox 5">
            <a:extLst>
              <a:ext uri="{FF2B5EF4-FFF2-40B4-BE49-F238E27FC236}">
                <a16:creationId xmlns:a16="http://schemas.microsoft.com/office/drawing/2014/main" id="{C59AD6EA-4A1B-4158-ACEF-74AD6840E069}"/>
              </a:ext>
            </a:extLst>
          </p:cNvPr>
          <p:cNvSpPr txBox="1"/>
          <p:nvPr userDrawn="1"/>
        </p:nvSpPr>
        <p:spPr>
          <a:xfrm>
            <a:off x="4267200" y="1428750"/>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 for a Live Demonstration</a:t>
            </a:r>
          </a:p>
        </p:txBody>
      </p:sp>
      <p:sp>
        <p:nvSpPr>
          <p:cNvPr id="7" name="TextBox 6">
            <a:hlinkClick r:id="rId3"/>
            <a:extLst>
              <a:ext uri="{FF2B5EF4-FFF2-40B4-BE49-F238E27FC236}">
                <a16:creationId xmlns:a16="http://schemas.microsoft.com/office/drawing/2014/main" id="{1E1A543D-6BD8-40E1-B9A8-8D6755D3369E}"/>
              </a:ext>
            </a:extLst>
          </p:cNvPr>
          <p:cNvSpPr txBox="1"/>
          <p:nvPr userDrawn="1"/>
        </p:nvSpPr>
        <p:spPr>
          <a:xfrm>
            <a:off x="4267200" y="2156996"/>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r>
              <a:rPr lang="en-US" sz="1600" b="0" i="0" dirty="0">
                <a:solidFill>
                  <a:schemeClr val="tx1"/>
                </a:solidFill>
                <a:latin typeface="Lato" panose="020F0502020204030203" pitchFamily="34" charset="77"/>
              </a:rPr>
              <a:t>/request-a-demo</a:t>
            </a:r>
          </a:p>
        </p:txBody>
      </p:sp>
    </p:spTree>
    <p:extLst>
      <p:ext uri="{BB962C8B-B14F-4D97-AF65-F5344CB8AC3E}">
        <p14:creationId xmlns:p14="http://schemas.microsoft.com/office/powerpoint/2010/main" val="1899282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TA: Resources to Star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5BA83A-FD71-394F-B4AF-D0F719851DD4}"/>
              </a:ext>
            </a:extLst>
          </p:cNvPr>
          <p:cNvPicPr>
            <a:picLocks noChangeAspect="1"/>
          </p:cNvPicPr>
          <p:nvPr/>
        </p:nvPicPr>
        <p:blipFill rotWithShape="1">
          <a:blip r:embed="rId2"/>
          <a:srcRect l="4202" b="7749"/>
          <a:stretch/>
        </p:blipFill>
        <p:spPr>
          <a:xfrm>
            <a:off x="457200" y="1"/>
            <a:ext cx="8686800" cy="470535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to Get Started</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 name="Rectangle 1">
            <a:hlinkClick r:id="rId4"/>
            <a:extLst>
              <a:ext uri="{FF2B5EF4-FFF2-40B4-BE49-F238E27FC236}">
                <a16:creationId xmlns:a16="http://schemas.microsoft.com/office/drawing/2014/main" id="{B166C7F8-C424-7449-A19A-6EFB37F971D8}"/>
              </a:ext>
            </a:extLst>
          </p:cNvPr>
          <p:cNvSpPr/>
          <p:nvPr/>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Rectangle 2">
            <a:hlinkClick r:id="rId5"/>
            <a:extLst>
              <a:ext uri="{FF2B5EF4-FFF2-40B4-BE49-F238E27FC236}">
                <a16:creationId xmlns:a16="http://schemas.microsoft.com/office/drawing/2014/main" id="{7542C372-51F9-7B49-95F3-2BB4DD107F2C}"/>
              </a:ext>
            </a:extLst>
          </p:cNvPr>
          <p:cNvSpPr/>
          <p:nvPr/>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hlinkClick r:id="rId6"/>
            <a:extLst>
              <a:ext uri="{FF2B5EF4-FFF2-40B4-BE49-F238E27FC236}">
                <a16:creationId xmlns:a16="http://schemas.microsoft.com/office/drawing/2014/main" id="{218B93B9-5E84-F144-B5CB-7142E73CC8BF}"/>
              </a:ext>
            </a:extLst>
          </p:cNvPr>
          <p:cNvSpPr/>
          <p:nvPr/>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hlinkClick r:id="rId7"/>
            <a:extLst>
              <a:ext uri="{FF2B5EF4-FFF2-40B4-BE49-F238E27FC236}">
                <a16:creationId xmlns:a16="http://schemas.microsoft.com/office/drawing/2014/main" id="{5AB17312-9520-7E42-A4CD-6B7EB6B7EF86}"/>
              </a:ext>
            </a:extLst>
          </p:cNvPr>
          <p:cNvSpPr/>
          <p:nvPr/>
        </p:nvSpPr>
        <p:spPr>
          <a:xfrm>
            <a:off x="3276600" y="3333750"/>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1D54DC46-7284-482F-AE31-BAF04FD79337}"/>
              </a:ext>
            </a:extLst>
          </p:cNvPr>
          <p:cNvPicPr>
            <a:picLocks noChangeAspect="1"/>
          </p:cNvPicPr>
          <p:nvPr userDrawn="1"/>
        </p:nvPicPr>
        <p:blipFill rotWithShape="1">
          <a:blip r:embed="rId2"/>
          <a:srcRect l="4202" b="7749"/>
          <a:stretch/>
        </p:blipFill>
        <p:spPr>
          <a:xfrm>
            <a:off x="457200" y="1"/>
            <a:ext cx="8686800" cy="4705350"/>
          </a:xfrm>
          <a:prstGeom prst="rect">
            <a:avLst/>
          </a:prstGeom>
        </p:spPr>
      </p:pic>
      <p:sp>
        <p:nvSpPr>
          <p:cNvPr id="11" name="TextBox 10">
            <a:extLst>
              <a:ext uri="{FF2B5EF4-FFF2-40B4-BE49-F238E27FC236}">
                <a16:creationId xmlns:a16="http://schemas.microsoft.com/office/drawing/2014/main" id="{55C5D835-5CB8-43C8-9455-7D0A80193FC5}"/>
              </a:ext>
            </a:extLst>
          </p:cNvPr>
          <p:cNvSpPr txBox="1"/>
          <p:nvPr userDrawn="1"/>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to Get Started</a:t>
            </a:r>
          </a:p>
        </p:txBody>
      </p:sp>
      <p:sp>
        <p:nvSpPr>
          <p:cNvPr id="12" name="TextBox 11">
            <a:hlinkClick r:id="rId3"/>
            <a:extLst>
              <a:ext uri="{FF2B5EF4-FFF2-40B4-BE49-F238E27FC236}">
                <a16:creationId xmlns:a16="http://schemas.microsoft.com/office/drawing/2014/main" id="{AFC7AC20-C7C3-4350-A340-1F82CA1ADE15}"/>
              </a:ext>
            </a:extLst>
          </p:cNvPr>
          <p:cNvSpPr txBox="1"/>
          <p:nvPr userDrawn="1"/>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13" name="Rectangle 12">
            <a:hlinkClick r:id="rId4"/>
            <a:extLst>
              <a:ext uri="{FF2B5EF4-FFF2-40B4-BE49-F238E27FC236}">
                <a16:creationId xmlns:a16="http://schemas.microsoft.com/office/drawing/2014/main" id="{7C4EC04A-1302-4A47-8B0D-211CC7FBA7E3}"/>
              </a:ext>
            </a:extLst>
          </p:cNvPr>
          <p:cNvSpPr/>
          <p:nvPr userDrawn="1"/>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4" name="Rectangle 13">
            <a:hlinkClick r:id="rId5"/>
            <a:extLst>
              <a:ext uri="{FF2B5EF4-FFF2-40B4-BE49-F238E27FC236}">
                <a16:creationId xmlns:a16="http://schemas.microsoft.com/office/drawing/2014/main" id="{E7C1408C-4473-4CC6-B156-8D3D0F59BD44}"/>
              </a:ext>
            </a:extLst>
          </p:cNvPr>
          <p:cNvSpPr/>
          <p:nvPr userDrawn="1"/>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hlinkClick r:id="rId6"/>
            <a:extLst>
              <a:ext uri="{FF2B5EF4-FFF2-40B4-BE49-F238E27FC236}">
                <a16:creationId xmlns:a16="http://schemas.microsoft.com/office/drawing/2014/main" id="{6920BAF0-05EA-406C-9F6C-EB6D2B98E8DA}"/>
              </a:ext>
            </a:extLst>
          </p:cNvPr>
          <p:cNvSpPr/>
          <p:nvPr userDrawn="1"/>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hlinkClick r:id="rId7"/>
            <a:extLst>
              <a:ext uri="{FF2B5EF4-FFF2-40B4-BE49-F238E27FC236}">
                <a16:creationId xmlns:a16="http://schemas.microsoft.com/office/drawing/2014/main" id="{486BA9C1-FD4C-4124-B909-A7C9A2F7930D}"/>
              </a:ext>
            </a:extLst>
          </p:cNvPr>
          <p:cNvSpPr/>
          <p:nvPr userDrawn="1"/>
        </p:nvSpPr>
        <p:spPr>
          <a:xfrm>
            <a:off x="3276600" y="3333750"/>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369121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TA: Resources to Inspi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5BA83A-FD71-394F-B4AF-D0F719851DD4}"/>
              </a:ext>
            </a:extLst>
          </p:cNvPr>
          <p:cNvPicPr>
            <a:picLocks noChangeAspect="1"/>
          </p:cNvPicPr>
          <p:nvPr/>
        </p:nvPicPr>
        <p:blipFill rotWithShape="1">
          <a:blip r:embed="rId2"/>
          <a:srcRect l="4775" b="5992"/>
          <a:stretch/>
        </p:blipFill>
        <p:spPr>
          <a:xfrm>
            <a:off x="533399" y="0"/>
            <a:ext cx="8610601" cy="478155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for Inspiration</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 name="Rectangle 1">
            <a:hlinkClick r:id="rId4"/>
            <a:extLst>
              <a:ext uri="{FF2B5EF4-FFF2-40B4-BE49-F238E27FC236}">
                <a16:creationId xmlns:a16="http://schemas.microsoft.com/office/drawing/2014/main" id="{B166C7F8-C424-7449-A19A-6EFB37F971D8}"/>
              </a:ext>
            </a:extLst>
          </p:cNvPr>
          <p:cNvSpPr/>
          <p:nvPr/>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Rectangle 2">
            <a:hlinkClick r:id="rId5"/>
            <a:extLst>
              <a:ext uri="{FF2B5EF4-FFF2-40B4-BE49-F238E27FC236}">
                <a16:creationId xmlns:a16="http://schemas.microsoft.com/office/drawing/2014/main" id="{7542C372-51F9-7B49-95F3-2BB4DD107F2C}"/>
              </a:ext>
            </a:extLst>
          </p:cNvPr>
          <p:cNvSpPr/>
          <p:nvPr/>
        </p:nvSpPr>
        <p:spPr>
          <a:xfrm>
            <a:off x="3276600" y="2114550"/>
            <a:ext cx="24384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hlinkClick r:id="rId6"/>
            <a:extLst>
              <a:ext uri="{FF2B5EF4-FFF2-40B4-BE49-F238E27FC236}">
                <a16:creationId xmlns:a16="http://schemas.microsoft.com/office/drawing/2014/main" id="{218B93B9-5E84-F144-B5CB-7142E73CC8BF}"/>
              </a:ext>
            </a:extLst>
          </p:cNvPr>
          <p:cNvSpPr/>
          <p:nvPr/>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hlinkClick r:id="rId7"/>
            <a:extLst>
              <a:ext uri="{FF2B5EF4-FFF2-40B4-BE49-F238E27FC236}">
                <a16:creationId xmlns:a16="http://schemas.microsoft.com/office/drawing/2014/main" id="{5AB17312-9520-7E42-A4CD-6B7EB6B7EF86}"/>
              </a:ext>
            </a:extLst>
          </p:cNvPr>
          <p:cNvSpPr/>
          <p:nvPr/>
        </p:nvSpPr>
        <p:spPr>
          <a:xfrm>
            <a:off x="3276600" y="3333750"/>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hlinkClick r:id="rId7"/>
            <a:extLst>
              <a:ext uri="{FF2B5EF4-FFF2-40B4-BE49-F238E27FC236}">
                <a16:creationId xmlns:a16="http://schemas.microsoft.com/office/drawing/2014/main" id="{FB176131-B89E-304A-92DF-9CD3D468CD52}"/>
              </a:ext>
            </a:extLst>
          </p:cNvPr>
          <p:cNvSpPr/>
          <p:nvPr/>
        </p:nvSpPr>
        <p:spPr>
          <a:xfrm>
            <a:off x="661542" y="2114550"/>
            <a:ext cx="2514600" cy="1143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hlinkClick r:id="rId8"/>
            <a:extLst>
              <a:ext uri="{FF2B5EF4-FFF2-40B4-BE49-F238E27FC236}">
                <a16:creationId xmlns:a16="http://schemas.microsoft.com/office/drawing/2014/main" id="{D57913DA-4C41-E144-8C67-313CA8644FB7}"/>
              </a:ext>
            </a:extLst>
          </p:cNvPr>
          <p:cNvSpPr/>
          <p:nvPr/>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hlinkClick r:id="rId9"/>
            <a:extLst>
              <a:ext uri="{FF2B5EF4-FFF2-40B4-BE49-F238E27FC236}">
                <a16:creationId xmlns:a16="http://schemas.microsoft.com/office/drawing/2014/main" id="{84D23C97-34CA-EB47-8438-4CEEB5B8B203}"/>
              </a:ext>
            </a:extLst>
          </p:cNvPr>
          <p:cNvSpPr/>
          <p:nvPr/>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hlinkClick r:id="rId5"/>
            <a:extLst>
              <a:ext uri="{FF2B5EF4-FFF2-40B4-BE49-F238E27FC236}">
                <a16:creationId xmlns:a16="http://schemas.microsoft.com/office/drawing/2014/main" id="{E56E6BD5-8E0F-3E4D-AD7C-420C316889E3}"/>
              </a:ext>
            </a:extLst>
          </p:cNvPr>
          <p:cNvSpPr/>
          <p:nvPr/>
        </p:nvSpPr>
        <p:spPr>
          <a:xfrm>
            <a:off x="3200400" y="3333750"/>
            <a:ext cx="25146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71A0AFBD-4A8E-4AC5-93A9-B1364E7C1BE0}"/>
              </a:ext>
            </a:extLst>
          </p:cNvPr>
          <p:cNvPicPr>
            <a:picLocks noChangeAspect="1"/>
          </p:cNvPicPr>
          <p:nvPr userDrawn="1"/>
        </p:nvPicPr>
        <p:blipFill rotWithShape="1">
          <a:blip r:embed="rId2"/>
          <a:srcRect l="4775" b="5992"/>
          <a:stretch/>
        </p:blipFill>
        <p:spPr>
          <a:xfrm>
            <a:off x="533399" y="0"/>
            <a:ext cx="8610601" cy="4781550"/>
          </a:xfrm>
          <a:prstGeom prst="rect">
            <a:avLst/>
          </a:prstGeom>
        </p:spPr>
      </p:pic>
      <p:sp>
        <p:nvSpPr>
          <p:cNvPr id="14" name="TextBox 13">
            <a:extLst>
              <a:ext uri="{FF2B5EF4-FFF2-40B4-BE49-F238E27FC236}">
                <a16:creationId xmlns:a16="http://schemas.microsoft.com/office/drawing/2014/main" id="{B5D816B3-51A3-457D-B3B7-C7CE8D74AD9E}"/>
              </a:ext>
            </a:extLst>
          </p:cNvPr>
          <p:cNvSpPr txBox="1"/>
          <p:nvPr userDrawn="1"/>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for Inspiration</a:t>
            </a:r>
          </a:p>
        </p:txBody>
      </p:sp>
      <p:sp>
        <p:nvSpPr>
          <p:cNvPr id="15" name="TextBox 14">
            <a:hlinkClick r:id="rId3"/>
            <a:extLst>
              <a:ext uri="{FF2B5EF4-FFF2-40B4-BE49-F238E27FC236}">
                <a16:creationId xmlns:a16="http://schemas.microsoft.com/office/drawing/2014/main" id="{F79E5395-E53E-4F47-B98C-195EA85AB3F4}"/>
              </a:ext>
            </a:extLst>
          </p:cNvPr>
          <p:cNvSpPr txBox="1"/>
          <p:nvPr userDrawn="1"/>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16" name="Rectangle 15">
            <a:hlinkClick r:id="rId4"/>
            <a:extLst>
              <a:ext uri="{FF2B5EF4-FFF2-40B4-BE49-F238E27FC236}">
                <a16:creationId xmlns:a16="http://schemas.microsoft.com/office/drawing/2014/main" id="{EC90FD9B-1EDE-4123-B942-AFC4CC03F4E6}"/>
              </a:ext>
            </a:extLst>
          </p:cNvPr>
          <p:cNvSpPr/>
          <p:nvPr userDrawn="1"/>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7" name="Rectangle 16">
            <a:hlinkClick r:id="rId5"/>
            <a:extLst>
              <a:ext uri="{FF2B5EF4-FFF2-40B4-BE49-F238E27FC236}">
                <a16:creationId xmlns:a16="http://schemas.microsoft.com/office/drawing/2014/main" id="{3BB0EB72-ED23-4EC6-8E1A-399D4743C12E}"/>
              </a:ext>
            </a:extLst>
          </p:cNvPr>
          <p:cNvSpPr/>
          <p:nvPr userDrawn="1"/>
        </p:nvSpPr>
        <p:spPr>
          <a:xfrm>
            <a:off x="3276600" y="2114550"/>
            <a:ext cx="24384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hlinkClick r:id="rId6"/>
            <a:extLst>
              <a:ext uri="{FF2B5EF4-FFF2-40B4-BE49-F238E27FC236}">
                <a16:creationId xmlns:a16="http://schemas.microsoft.com/office/drawing/2014/main" id="{F9EA6F91-75B6-496D-8C99-9605B61EA6D4}"/>
              </a:ext>
            </a:extLst>
          </p:cNvPr>
          <p:cNvSpPr/>
          <p:nvPr userDrawn="1"/>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hlinkClick r:id="rId7"/>
            <a:extLst>
              <a:ext uri="{FF2B5EF4-FFF2-40B4-BE49-F238E27FC236}">
                <a16:creationId xmlns:a16="http://schemas.microsoft.com/office/drawing/2014/main" id="{8673B24A-512F-4EE7-B3F2-08CBB7106E24}"/>
              </a:ext>
            </a:extLst>
          </p:cNvPr>
          <p:cNvSpPr/>
          <p:nvPr userDrawn="1"/>
        </p:nvSpPr>
        <p:spPr>
          <a:xfrm>
            <a:off x="3276600" y="3333750"/>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hlinkClick r:id="rId7"/>
            <a:extLst>
              <a:ext uri="{FF2B5EF4-FFF2-40B4-BE49-F238E27FC236}">
                <a16:creationId xmlns:a16="http://schemas.microsoft.com/office/drawing/2014/main" id="{08F24D3C-8801-4783-85F5-4D46ACC7F230}"/>
              </a:ext>
            </a:extLst>
          </p:cNvPr>
          <p:cNvSpPr/>
          <p:nvPr userDrawn="1"/>
        </p:nvSpPr>
        <p:spPr>
          <a:xfrm>
            <a:off x="661542" y="2114550"/>
            <a:ext cx="2514600" cy="1143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hlinkClick r:id="rId8"/>
            <a:extLst>
              <a:ext uri="{FF2B5EF4-FFF2-40B4-BE49-F238E27FC236}">
                <a16:creationId xmlns:a16="http://schemas.microsoft.com/office/drawing/2014/main" id="{5A900587-75E4-4D3F-AF7B-22FA6FD87829}"/>
              </a:ext>
            </a:extLst>
          </p:cNvPr>
          <p:cNvSpPr/>
          <p:nvPr userDrawn="1"/>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hlinkClick r:id="rId9"/>
            <a:extLst>
              <a:ext uri="{FF2B5EF4-FFF2-40B4-BE49-F238E27FC236}">
                <a16:creationId xmlns:a16="http://schemas.microsoft.com/office/drawing/2014/main" id="{7A9E2963-8199-4F06-A105-49FF0D1981DF}"/>
              </a:ext>
            </a:extLst>
          </p:cNvPr>
          <p:cNvSpPr/>
          <p:nvPr userDrawn="1"/>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hlinkClick r:id="rId5"/>
            <a:extLst>
              <a:ext uri="{FF2B5EF4-FFF2-40B4-BE49-F238E27FC236}">
                <a16:creationId xmlns:a16="http://schemas.microsoft.com/office/drawing/2014/main" id="{8C5C0F44-26D0-4484-BA78-F277B3A94F40}"/>
              </a:ext>
            </a:extLst>
          </p:cNvPr>
          <p:cNvSpPr/>
          <p:nvPr userDrawn="1"/>
        </p:nvSpPr>
        <p:spPr>
          <a:xfrm>
            <a:off x="3200400" y="3333750"/>
            <a:ext cx="25146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952897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Slid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hasCustomPrompt="1"/>
          </p:nvPr>
        </p:nvSpPr>
        <p:spPr>
          <a:xfrm>
            <a:off x="457200" y="1282701"/>
            <a:ext cx="8062912" cy="2139950"/>
          </a:xfrm>
          <a:prstGeom prst="rect">
            <a:avLst/>
          </a:prstGeom>
        </p:spPr>
        <p:txBody>
          <a:bodyPr lIns="0" anchor="b">
            <a:normAutofit/>
          </a:bodyPr>
          <a:lstStyle>
            <a:lvl1pPr>
              <a:defRPr sz="3600" b="1">
                <a:solidFill>
                  <a:schemeClr val="accent1"/>
                </a:solidFill>
                <a:latin typeface="Lato" panose="020F0502020204030203" pitchFamily="34" charset="0"/>
              </a:defRPr>
            </a:lvl1pPr>
          </a:lstStyle>
          <a:p>
            <a:r>
              <a:rPr lang="en-US" dirty="0"/>
              <a:t>Title slide, title can be move up or down or shortened from the right (don’t change left alignment)</a:t>
            </a:r>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457200" y="3441700"/>
            <a:ext cx="1837944" cy="349250"/>
          </a:xfrm>
          <a:prstGeom prst="rect">
            <a:avLst/>
          </a:prstGeom>
        </p:spPr>
        <p:txBody>
          <a:bodyPr lIns="0"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457200" y="3714750"/>
            <a:ext cx="1837944"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7" name="Text Placeholder 2">
            <a:extLst>
              <a:ext uri="{FF2B5EF4-FFF2-40B4-BE49-F238E27FC236}">
                <a16:creationId xmlns:a16="http://schemas.microsoft.com/office/drawing/2014/main" id="{3583D1A5-22CF-F34D-AF0D-75799674EC8E}"/>
              </a:ext>
            </a:extLst>
          </p:cNvPr>
          <p:cNvSpPr>
            <a:spLocks noGrp="1"/>
          </p:cNvSpPr>
          <p:nvPr>
            <p:ph type="body" idx="11" hasCustomPrompt="1"/>
          </p:nvPr>
        </p:nvSpPr>
        <p:spPr>
          <a:xfrm>
            <a:off x="2559504" y="3441700"/>
            <a:ext cx="1837944" cy="349250"/>
          </a:xfrm>
          <a:prstGeom prst="rect">
            <a:avLst/>
          </a:prstGeom>
        </p:spPr>
        <p:txBody>
          <a:bodyPr lIns="0"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8" name="Text Placeholder 2">
            <a:extLst>
              <a:ext uri="{FF2B5EF4-FFF2-40B4-BE49-F238E27FC236}">
                <a16:creationId xmlns:a16="http://schemas.microsoft.com/office/drawing/2014/main" id="{9124A687-6C32-7540-A2D4-388F8BD968F2}"/>
              </a:ext>
            </a:extLst>
          </p:cNvPr>
          <p:cNvSpPr>
            <a:spLocks noGrp="1"/>
          </p:cNvSpPr>
          <p:nvPr>
            <p:ph type="body" idx="12" hasCustomPrompt="1"/>
          </p:nvPr>
        </p:nvSpPr>
        <p:spPr>
          <a:xfrm>
            <a:off x="2559504" y="3714750"/>
            <a:ext cx="1837944" cy="453190"/>
          </a:xfrm>
          <a:prstGeom prst="rect">
            <a:avLst/>
          </a:prstGeom>
        </p:spPr>
        <p:txBody>
          <a:bodyPr lIns="0">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Tree>
    <p:extLst>
      <p:ext uri="{BB962C8B-B14F-4D97-AF65-F5344CB8AC3E}">
        <p14:creationId xmlns:p14="http://schemas.microsoft.com/office/powerpoint/2010/main" val="8626018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Slide (blu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AA8A8-3946-DE4F-97CB-CBC48B9F7A60}"/>
              </a:ext>
            </a:extLst>
          </p:cNvPr>
          <p:cNvSpPr/>
          <p:nvPr/>
        </p:nvSpPr>
        <p:spPr>
          <a:xfrm>
            <a:off x="1" y="0"/>
            <a:ext cx="9160329"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04FDE514-B9D5-4E6A-B99C-10D5D54F711D}"/>
              </a:ext>
            </a:extLst>
          </p:cNvPr>
          <p:cNvSpPr>
            <a:spLocks noGrp="1"/>
          </p:cNvSpPr>
          <p:nvPr>
            <p:ph type="title" hasCustomPrompt="1"/>
          </p:nvPr>
        </p:nvSpPr>
        <p:spPr>
          <a:xfrm>
            <a:off x="457200" y="3028950"/>
            <a:ext cx="8062912" cy="1231900"/>
          </a:xfrm>
          <a:prstGeom prst="rect">
            <a:avLst/>
          </a:prstGeom>
        </p:spPr>
        <p:txBody>
          <a:bodyPr lIns="0" anchor="b">
            <a:normAutofit/>
          </a:bodyPr>
          <a:lstStyle>
            <a:lvl1pPr>
              <a:defRPr sz="3600" b="1">
                <a:solidFill>
                  <a:schemeClr val="bg2"/>
                </a:solidFill>
                <a:latin typeface="Lato" panose="020F0502020204030203" pitchFamily="34" charset="0"/>
              </a:defRPr>
            </a:lvl1pPr>
          </a:lstStyle>
          <a:p>
            <a:r>
              <a:rPr lang="en-US" dirty="0"/>
              <a:t>Title slide, title can be move up or down or shortened from the right (don’t change left alignment)</a:t>
            </a:r>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457200" y="4267777"/>
            <a:ext cx="1837944" cy="349250"/>
          </a:xfrm>
          <a:prstGeom prst="rect">
            <a:avLst/>
          </a:prstGeom>
        </p:spPr>
        <p:txBody>
          <a:bodyPr lIns="0" anchor="b">
            <a:normAutofit/>
          </a:bodyPr>
          <a:lstStyle>
            <a:lvl1pPr marL="0" indent="0">
              <a:spcBef>
                <a:spcPts val="100"/>
              </a:spcBef>
              <a:buNone/>
              <a:defRPr sz="1800">
                <a:solidFill>
                  <a:schemeClr val="bg1"/>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457200" y="4540827"/>
            <a:ext cx="1837944" cy="453190"/>
          </a:xfrm>
          <a:prstGeom prst="rect">
            <a:avLst/>
          </a:prstGeom>
        </p:spPr>
        <p:txBody>
          <a:bodyPr lIns="0">
            <a:normAutofit/>
          </a:bodyPr>
          <a:lstStyle>
            <a:lvl1pPr marL="0" indent="0">
              <a:spcBef>
                <a:spcPts val="100"/>
              </a:spcBef>
              <a:buNone/>
              <a:defRPr sz="1200" b="0" i="0">
                <a:solidFill>
                  <a:schemeClr val="bg1"/>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11" name="Text Placeholder 2">
            <a:extLst>
              <a:ext uri="{FF2B5EF4-FFF2-40B4-BE49-F238E27FC236}">
                <a16:creationId xmlns:a16="http://schemas.microsoft.com/office/drawing/2014/main" id="{C6B669F9-06F9-674C-A466-9F41F054404A}"/>
              </a:ext>
            </a:extLst>
          </p:cNvPr>
          <p:cNvSpPr>
            <a:spLocks noGrp="1"/>
          </p:cNvSpPr>
          <p:nvPr>
            <p:ph type="body" idx="11" hasCustomPrompt="1"/>
          </p:nvPr>
        </p:nvSpPr>
        <p:spPr>
          <a:xfrm>
            <a:off x="2559503" y="4267777"/>
            <a:ext cx="1837944" cy="349250"/>
          </a:xfrm>
          <a:prstGeom prst="rect">
            <a:avLst/>
          </a:prstGeom>
        </p:spPr>
        <p:txBody>
          <a:bodyPr lIns="0" anchor="b">
            <a:normAutofit/>
          </a:bodyPr>
          <a:lstStyle>
            <a:lvl1pPr marL="0" indent="0">
              <a:spcBef>
                <a:spcPts val="100"/>
              </a:spcBef>
              <a:buNone/>
              <a:defRPr sz="1800">
                <a:solidFill>
                  <a:schemeClr val="bg1"/>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12" name="Text Placeholder 2">
            <a:extLst>
              <a:ext uri="{FF2B5EF4-FFF2-40B4-BE49-F238E27FC236}">
                <a16:creationId xmlns:a16="http://schemas.microsoft.com/office/drawing/2014/main" id="{F336E6D4-E374-ED4B-914F-92F896FA83BD}"/>
              </a:ext>
            </a:extLst>
          </p:cNvPr>
          <p:cNvSpPr>
            <a:spLocks noGrp="1"/>
          </p:cNvSpPr>
          <p:nvPr>
            <p:ph type="body" idx="12" hasCustomPrompt="1"/>
          </p:nvPr>
        </p:nvSpPr>
        <p:spPr>
          <a:xfrm>
            <a:off x="2559503" y="4540827"/>
            <a:ext cx="1837944" cy="453190"/>
          </a:xfrm>
          <a:prstGeom prst="rect">
            <a:avLst/>
          </a:prstGeom>
        </p:spPr>
        <p:txBody>
          <a:bodyPr lIns="0">
            <a:normAutofit/>
          </a:bodyPr>
          <a:lstStyle>
            <a:lvl1pPr marL="0" indent="0">
              <a:spcBef>
                <a:spcPts val="100"/>
              </a:spcBef>
              <a:buNone/>
              <a:defRPr sz="1200" b="0" i="0">
                <a:solidFill>
                  <a:schemeClr val="bg1"/>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Tree>
    <p:extLst>
      <p:ext uri="{BB962C8B-B14F-4D97-AF65-F5344CB8AC3E}">
        <p14:creationId xmlns:p14="http://schemas.microsoft.com/office/powerpoint/2010/main" val="270866643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Slide (with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hasCustomPrompt="1"/>
          </p:nvPr>
        </p:nvSpPr>
        <p:spPr>
          <a:xfrm>
            <a:off x="395289" y="1282701"/>
            <a:ext cx="8062912" cy="2139950"/>
          </a:xfrm>
          <a:prstGeom prst="rect">
            <a:avLst/>
          </a:prstGeom>
        </p:spPr>
        <p:txBody>
          <a:bodyPr lIns="0" anchor="b">
            <a:normAutofit/>
          </a:bodyPr>
          <a:lstStyle>
            <a:lvl1pPr>
              <a:defRPr sz="3600" b="1">
                <a:solidFill>
                  <a:schemeClr val="accent1"/>
                </a:solidFill>
                <a:latin typeface="Lato" panose="020F0502020204030203" pitchFamily="34" charset="0"/>
              </a:defRPr>
            </a:lvl1pPr>
          </a:lstStyle>
          <a:p>
            <a:r>
              <a:rPr lang="en-US" dirty="0"/>
              <a:t>Title slide, title can be move up or down or shortened from the right (don’t change left alignment)</a:t>
            </a:r>
          </a:p>
        </p:txBody>
      </p:sp>
      <p:sp>
        <p:nvSpPr>
          <p:cNvPr id="8" name="Text Placeholder 2">
            <a:extLst>
              <a:ext uri="{FF2B5EF4-FFF2-40B4-BE49-F238E27FC236}">
                <a16:creationId xmlns:a16="http://schemas.microsoft.com/office/drawing/2014/main" id="{04FF62A3-F460-4741-8342-309E52138A71}"/>
              </a:ext>
            </a:extLst>
          </p:cNvPr>
          <p:cNvSpPr>
            <a:spLocks noGrp="1"/>
          </p:cNvSpPr>
          <p:nvPr>
            <p:ph type="body" idx="1" hasCustomPrompt="1"/>
          </p:nvPr>
        </p:nvSpPr>
        <p:spPr>
          <a:xfrm>
            <a:off x="1600201" y="3436567"/>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9" name="Text Placeholder 2">
            <a:extLst>
              <a:ext uri="{FF2B5EF4-FFF2-40B4-BE49-F238E27FC236}">
                <a16:creationId xmlns:a16="http://schemas.microsoft.com/office/drawing/2014/main" id="{AF8AF9C0-51D9-4A91-8E30-9CA60298FBC0}"/>
              </a:ext>
            </a:extLst>
          </p:cNvPr>
          <p:cNvSpPr>
            <a:spLocks noGrp="1"/>
          </p:cNvSpPr>
          <p:nvPr>
            <p:ph type="body" idx="13" hasCustomPrompt="1"/>
          </p:nvPr>
        </p:nvSpPr>
        <p:spPr>
          <a:xfrm>
            <a:off x="1600201" y="3709617"/>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10" name="Text Placeholder 2">
            <a:extLst>
              <a:ext uri="{FF2B5EF4-FFF2-40B4-BE49-F238E27FC236}">
                <a16:creationId xmlns:a16="http://schemas.microsoft.com/office/drawing/2014/main" id="{C4298647-61D0-4FBB-8F52-37C8A845D3E8}"/>
              </a:ext>
            </a:extLst>
          </p:cNvPr>
          <p:cNvSpPr>
            <a:spLocks noGrp="1"/>
          </p:cNvSpPr>
          <p:nvPr>
            <p:ph type="body" idx="14" hasCustomPrompt="1"/>
          </p:nvPr>
        </p:nvSpPr>
        <p:spPr>
          <a:xfrm>
            <a:off x="4727267" y="3436567"/>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11" name="Text Placeholder 2">
            <a:extLst>
              <a:ext uri="{FF2B5EF4-FFF2-40B4-BE49-F238E27FC236}">
                <a16:creationId xmlns:a16="http://schemas.microsoft.com/office/drawing/2014/main" id="{F578A0BF-E876-40F4-A20B-1A438C7EEFAC}"/>
              </a:ext>
            </a:extLst>
          </p:cNvPr>
          <p:cNvSpPr>
            <a:spLocks noGrp="1"/>
          </p:cNvSpPr>
          <p:nvPr>
            <p:ph type="body" idx="15" hasCustomPrompt="1"/>
          </p:nvPr>
        </p:nvSpPr>
        <p:spPr>
          <a:xfrm>
            <a:off x="4727267" y="3709617"/>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4" name="Content Placeholder 3">
            <a:extLst>
              <a:ext uri="{FF2B5EF4-FFF2-40B4-BE49-F238E27FC236}">
                <a16:creationId xmlns:a16="http://schemas.microsoft.com/office/drawing/2014/main" id="{F649E506-AD96-463A-84F2-AAE1BB90340A}"/>
              </a:ext>
            </a:extLst>
          </p:cNvPr>
          <p:cNvSpPr>
            <a:spLocks noGrp="1"/>
          </p:cNvSpPr>
          <p:nvPr>
            <p:ph sz="quarter" idx="16"/>
          </p:nvPr>
        </p:nvSpPr>
        <p:spPr>
          <a:xfrm>
            <a:off x="395288" y="3432556"/>
            <a:ext cx="1115568" cy="1115568"/>
          </a:xfrm>
        </p:spPr>
        <p:txBody>
          <a:bodyPr/>
          <a:lstStyle/>
          <a:p>
            <a:pPr lvl="0"/>
            <a:r>
              <a:rPr lang="en-US"/>
              <a:t>Click to edit Master text styles</a:t>
            </a:r>
          </a:p>
        </p:txBody>
      </p:sp>
      <p:sp>
        <p:nvSpPr>
          <p:cNvPr id="12" name="Content Placeholder 3">
            <a:extLst>
              <a:ext uri="{FF2B5EF4-FFF2-40B4-BE49-F238E27FC236}">
                <a16:creationId xmlns:a16="http://schemas.microsoft.com/office/drawing/2014/main" id="{D8A7706D-1D21-49ED-888E-699D6B6BE78C}"/>
              </a:ext>
            </a:extLst>
          </p:cNvPr>
          <p:cNvSpPr>
            <a:spLocks noGrp="1"/>
          </p:cNvSpPr>
          <p:nvPr>
            <p:ph sz="quarter" idx="17"/>
          </p:nvPr>
        </p:nvSpPr>
        <p:spPr>
          <a:xfrm>
            <a:off x="3524359" y="3429000"/>
            <a:ext cx="1115568" cy="1115568"/>
          </a:xfrm>
        </p:spPr>
        <p:txBody>
          <a:bodyPr/>
          <a:lstStyle/>
          <a:p>
            <a:pPr lvl="0"/>
            <a:r>
              <a:rPr lang="en-US"/>
              <a:t>Click to edit Master text styles</a:t>
            </a:r>
          </a:p>
        </p:txBody>
      </p:sp>
    </p:spTree>
    <p:extLst>
      <p:ext uri="{BB962C8B-B14F-4D97-AF65-F5344CB8AC3E}">
        <p14:creationId xmlns:p14="http://schemas.microsoft.com/office/powerpoint/2010/main" val="301617431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Section Header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0E37-2066-457D-A866-CD6115300D34}"/>
              </a:ext>
            </a:extLst>
          </p:cNvPr>
          <p:cNvSpPr>
            <a:spLocks noGrp="1"/>
          </p:cNvSpPr>
          <p:nvPr>
            <p:ph type="ctrTitle" hasCustomPrompt="1"/>
          </p:nvPr>
        </p:nvSpPr>
        <p:spPr>
          <a:xfrm>
            <a:off x="1143000" y="841375"/>
            <a:ext cx="7010400" cy="1790700"/>
          </a:xfrm>
          <a:prstGeom prst="rect">
            <a:avLst/>
          </a:prstGeom>
        </p:spPr>
        <p:txBody>
          <a:bodyPr anchor="b">
            <a:normAutofit/>
          </a:bodyPr>
          <a:lstStyle>
            <a:lvl1pPr algn="ctr">
              <a:defRPr sz="3600" b="1">
                <a:solidFill>
                  <a:schemeClr val="accent1"/>
                </a:solidFill>
                <a:latin typeface="Lato" panose="020F0502020204030203" pitchFamily="34" charset="0"/>
              </a:defRPr>
            </a:lvl1pPr>
          </a:lstStyle>
          <a:p>
            <a:r>
              <a:rPr lang="en-US" dirty="0"/>
              <a:t>Section Header title</a:t>
            </a:r>
          </a:p>
        </p:txBody>
      </p:sp>
      <p:sp>
        <p:nvSpPr>
          <p:cNvPr id="3" name="Subtitle 2">
            <a:extLst>
              <a:ext uri="{FF2B5EF4-FFF2-40B4-BE49-F238E27FC236}">
                <a16:creationId xmlns:a16="http://schemas.microsoft.com/office/drawing/2014/main" id="{FBBC01D0-B230-4859-8CF6-4664E1E5F385}"/>
              </a:ext>
            </a:extLst>
          </p:cNvPr>
          <p:cNvSpPr>
            <a:spLocks noGrp="1"/>
          </p:cNvSpPr>
          <p:nvPr>
            <p:ph type="subTitle" idx="1" hasCustomPrompt="1"/>
          </p:nvPr>
        </p:nvSpPr>
        <p:spPr>
          <a:xfrm>
            <a:off x="1143000" y="2701926"/>
            <a:ext cx="7010400" cy="1241425"/>
          </a:xfrm>
          <a:prstGeom prst="rect">
            <a:avLst/>
          </a:prstGeom>
        </p:spPr>
        <p:txBody>
          <a:bodyPr>
            <a:normAutofit/>
          </a:bodyPr>
          <a:lstStyle>
            <a:lvl1pPr marL="0" indent="0" algn="ctr">
              <a:buNone/>
              <a:defRPr sz="1800">
                <a:solidFill>
                  <a:srgbClr val="393A39"/>
                </a:solidFill>
                <a:latin typeface="Lato" panose="020F0502020204030203"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dirty="0"/>
              <a:t>Section subtitle</a:t>
            </a:r>
          </a:p>
        </p:txBody>
      </p:sp>
    </p:spTree>
    <p:extLst>
      <p:ext uri="{BB962C8B-B14F-4D97-AF65-F5344CB8AC3E}">
        <p14:creationId xmlns:p14="http://schemas.microsoft.com/office/powerpoint/2010/main" val="374320044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Section Header (1 imag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5C75013-BE00-9D42-B3E2-0277BC8801EC}"/>
              </a:ext>
            </a:extLst>
          </p:cNvPr>
          <p:cNvSpPr/>
          <p:nvPr/>
        </p:nvSpPr>
        <p:spPr>
          <a:xfrm>
            <a:off x="685800" y="1055688"/>
            <a:ext cx="8085668" cy="40878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685800" y="1055689"/>
            <a:ext cx="8077200" cy="4087812"/>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457200" y="3058220"/>
            <a:ext cx="2650067" cy="899764"/>
          </a:xfrm>
          <a:solidFill>
            <a:schemeClr val="tx2"/>
          </a:solidFill>
        </p:spPr>
        <p:txBody>
          <a:bodyPr lIns="137160" tIns="45720" rIns="137160" bIns="45720" anchor="b" anchorCtr="0">
            <a:noAutofit/>
          </a:bodyPr>
          <a:lstStyle>
            <a:lvl1pPr marL="0" indent="0">
              <a:buNone/>
              <a:defRPr sz="2700" b="1">
                <a:solidFill>
                  <a:schemeClr val="accent3"/>
                </a:solidFill>
              </a:defRPr>
            </a:lvl1pPr>
            <a:lvl2pPr>
              <a:defRPr>
                <a:solidFill>
                  <a:schemeClr val="bg2"/>
                </a:solidFill>
              </a:defRPr>
            </a:lvl2pPr>
            <a:lvl3pPr>
              <a:defRPr>
                <a:solidFill>
                  <a:schemeClr val="bg2"/>
                </a:solidFill>
              </a:defRPr>
            </a:lvl3pPr>
          </a:lstStyle>
          <a:p>
            <a:pPr lvl="0"/>
            <a:r>
              <a:rPr lang="en-US" dirty="0"/>
              <a:t>Section Header Title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457200" y="3957986"/>
            <a:ext cx="2650067" cy="899764"/>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SHORT Body text here</a:t>
            </a:r>
          </a:p>
        </p:txBody>
      </p:sp>
      <p:sp>
        <p:nvSpPr>
          <p:cNvPr id="12" name="Text Placeholder 2">
            <a:extLst>
              <a:ext uri="{FF2B5EF4-FFF2-40B4-BE49-F238E27FC236}">
                <a16:creationId xmlns:a16="http://schemas.microsoft.com/office/drawing/2014/main" id="{BC42EB25-D658-9942-9DB4-E2923B92DF11}"/>
              </a:ext>
            </a:extLst>
          </p:cNvPr>
          <p:cNvSpPr>
            <a:spLocks noGrp="1"/>
          </p:cNvSpPr>
          <p:nvPr>
            <p:ph type="body" sz="quarter" idx="12" hasCustomPrompt="1"/>
          </p:nvPr>
        </p:nvSpPr>
        <p:spPr>
          <a:xfrm>
            <a:off x="6553200" y="4781550"/>
            <a:ext cx="2133600" cy="304800"/>
          </a:xfrm>
        </p:spPr>
        <p:txBody>
          <a:bodyPr>
            <a:normAutofit/>
          </a:bodyPr>
          <a:lstStyle>
            <a:lvl1pPr marL="0" indent="0" algn="r">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Caption in this style only if necessary</a:t>
            </a:r>
          </a:p>
        </p:txBody>
      </p:sp>
      <p:sp>
        <p:nvSpPr>
          <p:cNvPr id="14" name="Content Placeholder 3">
            <a:extLst>
              <a:ext uri="{FF2B5EF4-FFF2-40B4-BE49-F238E27FC236}">
                <a16:creationId xmlns:a16="http://schemas.microsoft.com/office/drawing/2014/main" id="{E80C21CB-A127-4642-94A3-3D6DB9505036}"/>
              </a:ext>
            </a:extLst>
          </p:cNvPr>
          <p:cNvSpPr>
            <a:spLocks noGrp="1"/>
          </p:cNvSpPr>
          <p:nvPr>
            <p:ph sz="quarter" idx="30" hasCustomPrompt="1"/>
          </p:nvPr>
        </p:nvSpPr>
        <p:spPr>
          <a:xfrm>
            <a:off x="457200" y="2674679"/>
            <a:ext cx="2650067" cy="383540"/>
          </a:xfrm>
          <a:solidFill>
            <a:schemeClr val="tx2"/>
          </a:solidFill>
        </p:spPr>
        <p:txBody>
          <a:bodyPr lIns="137160" tIns="45720" rIns="137160" bIns="0" anchor="b" anchorCtr="0">
            <a:normAutofit/>
          </a:bodyPr>
          <a:lstStyle>
            <a:lvl1pPr marL="0" indent="0">
              <a:buNone/>
              <a:defRPr sz="1200" b="1" i="0">
                <a:solidFill>
                  <a:srgbClr val="84C2EA"/>
                </a:solidFill>
                <a:latin typeface="Lato Black" panose="020F0502020204030203" pitchFamily="34" charset="77"/>
              </a:defRPr>
            </a:lvl1pPr>
            <a:lvl2pPr>
              <a:defRPr>
                <a:solidFill>
                  <a:schemeClr val="bg2"/>
                </a:solidFill>
              </a:defRPr>
            </a:lvl2pPr>
            <a:lvl3pPr>
              <a:defRPr>
                <a:solidFill>
                  <a:schemeClr val="bg2"/>
                </a:solidFill>
              </a:defRPr>
            </a:lvl3pPr>
          </a:lstStyle>
          <a:p>
            <a:pPr lvl="0"/>
            <a:r>
              <a:rPr lang="en-US" dirty="0"/>
              <a:t>SHORT HEADER ALL CAPS!</a:t>
            </a:r>
          </a:p>
        </p:txBody>
      </p:sp>
    </p:spTree>
    <p:extLst>
      <p:ext uri="{BB962C8B-B14F-4D97-AF65-F5344CB8AC3E}">
        <p14:creationId xmlns:p14="http://schemas.microsoft.com/office/powerpoint/2010/main" val="162992988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Basic: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F8A22-6A5B-4550-87C4-98CDB8846F3D}"/>
              </a:ext>
            </a:extLst>
          </p:cNvPr>
          <p:cNvSpPr>
            <a:spLocks noGrp="1"/>
          </p:cNvSpPr>
          <p:nvPr>
            <p:ph type="title" hasCustomPrompt="1"/>
          </p:nvPr>
        </p:nvSpPr>
        <p:spPr>
          <a:xfrm>
            <a:off x="457200" y="590550"/>
            <a:ext cx="8305800"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dirty="0"/>
              <a:t>Title goes here, can be aligned top middle or </a:t>
            </a:r>
            <a:r>
              <a:rPr lang="en-US" dirty="0" err="1"/>
              <a:t>botton</a:t>
            </a:r>
            <a:r>
              <a:rPr lang="en-US" dirty="0"/>
              <a:t> depending on if one or two lines or if you need more space*</a:t>
            </a:r>
          </a:p>
        </p:txBody>
      </p:sp>
      <p:sp>
        <p:nvSpPr>
          <p:cNvPr id="3" name="Content Placeholder 2">
            <a:extLst>
              <a:ext uri="{FF2B5EF4-FFF2-40B4-BE49-F238E27FC236}">
                <a16:creationId xmlns:a16="http://schemas.microsoft.com/office/drawing/2014/main" id="{B67B1DA0-7E63-4CDE-961E-607D001A9B67}"/>
              </a:ext>
            </a:extLst>
          </p:cNvPr>
          <p:cNvSpPr>
            <a:spLocks noGrp="1"/>
          </p:cNvSpPr>
          <p:nvPr>
            <p:ph idx="1"/>
          </p:nvPr>
        </p:nvSpPr>
        <p:spPr>
          <a:xfrm>
            <a:off x="457200" y="1333500"/>
            <a:ext cx="8305800" cy="3752850"/>
          </a:xfrm>
          <a:prstGeom prst="rect">
            <a:avLst/>
          </a:prstGeom>
        </p:spPr>
        <p:txBody>
          <a:bodyPr lIns="0">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4934986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asic: 2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183CD7-383B-48A0-8B71-F06BC83DEDB6}"/>
              </a:ext>
            </a:extLst>
          </p:cNvPr>
          <p:cNvSpPr>
            <a:spLocks noGrp="1"/>
          </p:cNvSpPr>
          <p:nvPr>
            <p:ph sz="half" idx="1"/>
          </p:nvPr>
        </p:nvSpPr>
        <p:spPr>
          <a:xfrm>
            <a:off x="457201" y="1333514"/>
            <a:ext cx="4112486" cy="3752837"/>
          </a:xfrm>
          <a:prstGeom prst="rect">
            <a:avLst/>
          </a:prstGeom>
        </p:spPr>
        <p:txBody>
          <a:bodyPr lIns="0">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03355965-8388-42DC-8FE0-FECC99CDC81E}"/>
              </a:ext>
            </a:extLst>
          </p:cNvPr>
          <p:cNvSpPr>
            <a:spLocks noGrp="1"/>
          </p:cNvSpPr>
          <p:nvPr>
            <p:ph sz="half" idx="2"/>
          </p:nvPr>
        </p:nvSpPr>
        <p:spPr>
          <a:xfrm>
            <a:off x="4726714" y="1333514"/>
            <a:ext cx="4036286" cy="3752837"/>
          </a:xfrm>
          <a:prstGeom prst="rect">
            <a:avLst/>
          </a:prstGeom>
        </p:spPr>
        <p:txBody>
          <a:bodyPr lIns="0">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itle 1">
            <a:extLst>
              <a:ext uri="{FF2B5EF4-FFF2-40B4-BE49-F238E27FC236}">
                <a16:creationId xmlns:a16="http://schemas.microsoft.com/office/drawing/2014/main" id="{F0C35649-F5E1-436D-BCBC-468BEAF27C9D}"/>
              </a:ext>
            </a:extLst>
          </p:cNvPr>
          <p:cNvSpPr>
            <a:spLocks noGrp="1"/>
          </p:cNvSpPr>
          <p:nvPr>
            <p:ph type="title" hasCustomPrompt="1"/>
          </p:nvPr>
        </p:nvSpPr>
        <p:spPr>
          <a:xfrm>
            <a:off x="457200" y="590563"/>
            <a:ext cx="8305801"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dirty="0"/>
              <a:t>Title goes here, can be aligned top middle or </a:t>
            </a:r>
            <a:r>
              <a:rPr lang="en-US" dirty="0" err="1"/>
              <a:t>botton</a:t>
            </a:r>
            <a:r>
              <a:rPr lang="en-US" dirty="0"/>
              <a:t> depending on if one or two lines or if you need more space*</a:t>
            </a:r>
          </a:p>
        </p:txBody>
      </p:sp>
    </p:spTree>
    <p:extLst>
      <p:ext uri="{BB962C8B-B14F-4D97-AF65-F5344CB8AC3E}">
        <p14:creationId xmlns:p14="http://schemas.microsoft.com/office/powerpoint/2010/main" val="182863366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asic: 2 column subtitle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855CD0-D773-472C-923C-F2A3641F6698}"/>
              </a:ext>
            </a:extLst>
          </p:cNvPr>
          <p:cNvSpPr>
            <a:spLocks noGrp="1"/>
          </p:cNvSpPr>
          <p:nvPr>
            <p:ph type="body" idx="1" hasCustomPrompt="1"/>
          </p:nvPr>
        </p:nvSpPr>
        <p:spPr>
          <a:xfrm>
            <a:off x="458789" y="1333515"/>
            <a:ext cx="4041574" cy="628631"/>
          </a:xfrm>
          <a:prstGeom prst="rect">
            <a:avLst/>
          </a:prstGeom>
        </p:spPr>
        <p:txBody>
          <a:bodyPr lIns="0" anchor="b">
            <a:normAutofit/>
          </a:bodyPr>
          <a:lstStyle>
            <a:lvl1pPr marL="0" indent="0">
              <a:buNone/>
              <a:defRPr sz="1800" b="1">
                <a:solidFill>
                  <a:srgbClr val="393A39"/>
                </a:solidFill>
                <a:latin typeface="Lato" panose="020F0502020204030203" pitchFamily="34" charset="0"/>
              </a:defRPr>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dirty="0"/>
              <a:t>Use this slide mostly to compare things</a:t>
            </a:r>
          </a:p>
        </p:txBody>
      </p:sp>
      <p:sp>
        <p:nvSpPr>
          <p:cNvPr id="4" name="Content Placeholder 3">
            <a:extLst>
              <a:ext uri="{FF2B5EF4-FFF2-40B4-BE49-F238E27FC236}">
                <a16:creationId xmlns:a16="http://schemas.microsoft.com/office/drawing/2014/main" id="{A0970D2E-452D-4D8D-8871-F92BDDC48512}"/>
              </a:ext>
            </a:extLst>
          </p:cNvPr>
          <p:cNvSpPr>
            <a:spLocks noGrp="1"/>
          </p:cNvSpPr>
          <p:nvPr>
            <p:ph sz="half" idx="2"/>
          </p:nvPr>
        </p:nvSpPr>
        <p:spPr>
          <a:xfrm>
            <a:off x="458789" y="1962146"/>
            <a:ext cx="4041574" cy="3124205"/>
          </a:xfrm>
          <a:prstGeom prst="rect">
            <a:avLst/>
          </a:prstGeom>
        </p:spPr>
        <p:txBody>
          <a:bodyPr lIns="0">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21265C34-988A-4381-BE35-3CF7874797A1}"/>
              </a:ext>
            </a:extLst>
          </p:cNvPr>
          <p:cNvSpPr>
            <a:spLocks noGrp="1"/>
          </p:cNvSpPr>
          <p:nvPr>
            <p:ph type="body" sz="quarter" idx="3"/>
          </p:nvPr>
        </p:nvSpPr>
        <p:spPr>
          <a:xfrm>
            <a:off x="4719808" y="1333515"/>
            <a:ext cx="4043192" cy="628650"/>
          </a:xfrm>
          <a:prstGeom prst="rect">
            <a:avLst/>
          </a:prstGeom>
        </p:spPr>
        <p:txBody>
          <a:bodyPr lIns="0" anchor="b">
            <a:normAutofit/>
          </a:bodyPr>
          <a:lstStyle>
            <a:lvl1pPr marL="0" indent="0">
              <a:buNone/>
              <a:defRPr sz="1800" b="1">
                <a:solidFill>
                  <a:srgbClr val="393A39"/>
                </a:solidFill>
                <a:latin typeface="Lato" panose="020F0502020204030203" pitchFamily="34" charset="0"/>
              </a:defRPr>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BAD278-0467-4156-945B-8A0C6FB1AAEA}"/>
              </a:ext>
            </a:extLst>
          </p:cNvPr>
          <p:cNvSpPr>
            <a:spLocks noGrp="1"/>
          </p:cNvSpPr>
          <p:nvPr>
            <p:ph sz="quarter" idx="4"/>
          </p:nvPr>
        </p:nvSpPr>
        <p:spPr>
          <a:xfrm>
            <a:off x="4719808" y="1962163"/>
            <a:ext cx="4043192" cy="3124187"/>
          </a:xfrm>
          <a:prstGeom prst="rect">
            <a:avLst/>
          </a:prstGeom>
        </p:spPr>
        <p:txBody>
          <a:bodyPr lIns="0">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7" name="Title 1">
            <a:extLst>
              <a:ext uri="{FF2B5EF4-FFF2-40B4-BE49-F238E27FC236}">
                <a16:creationId xmlns:a16="http://schemas.microsoft.com/office/drawing/2014/main" id="{9B9489FC-5B9D-4C9C-A962-ECD59DECD47F}"/>
              </a:ext>
            </a:extLst>
          </p:cNvPr>
          <p:cNvSpPr>
            <a:spLocks noGrp="1"/>
          </p:cNvSpPr>
          <p:nvPr>
            <p:ph type="title" hasCustomPrompt="1"/>
          </p:nvPr>
        </p:nvSpPr>
        <p:spPr>
          <a:xfrm>
            <a:off x="457200" y="590564"/>
            <a:ext cx="8305800"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dirty="0"/>
              <a:t>Title goes here, can be aligned top middle or </a:t>
            </a:r>
            <a:r>
              <a:rPr lang="en-US" dirty="0" err="1"/>
              <a:t>botton</a:t>
            </a:r>
            <a:r>
              <a:rPr lang="en-US" dirty="0"/>
              <a:t> depending on if one or two lines or if you need more space*</a:t>
            </a:r>
          </a:p>
        </p:txBody>
      </p:sp>
    </p:spTree>
    <p:extLst>
      <p:ext uri="{BB962C8B-B14F-4D97-AF65-F5344CB8AC3E}">
        <p14:creationId xmlns:p14="http://schemas.microsoft.com/office/powerpoint/2010/main" val="68589834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085362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asic + 1 Small Image (transparent) ">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6172200" y="0"/>
            <a:ext cx="29718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itle 1">
            <a:extLst>
              <a:ext uri="{FF2B5EF4-FFF2-40B4-BE49-F238E27FC236}">
                <a16:creationId xmlns:a16="http://schemas.microsoft.com/office/drawing/2014/main" id="{439FB627-FD00-4FAF-95D2-71E0F07CFB84}"/>
              </a:ext>
            </a:extLst>
          </p:cNvPr>
          <p:cNvSpPr>
            <a:spLocks noGrp="1"/>
          </p:cNvSpPr>
          <p:nvPr>
            <p:ph type="title" hasCustomPrompt="1"/>
          </p:nvPr>
        </p:nvSpPr>
        <p:spPr>
          <a:xfrm>
            <a:off x="457201" y="819150"/>
            <a:ext cx="53133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dirty="0"/>
              <a:t>Title, aligned bottom, don’t hit enter</a:t>
            </a:r>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6172200" y="0"/>
            <a:ext cx="2971800" cy="5143500"/>
          </a:xfrm>
          <a:noFill/>
        </p:spPr>
        <p:txBody>
          <a:bodyPr/>
          <a:lstStyle>
            <a:lvl1pPr marL="0" indent="0">
              <a:buNone/>
              <a:defRPr/>
            </a:lvl1pPr>
            <a:lvl2pPr marL="292093" indent="0">
              <a:buFont typeface="Arial" panose="020B0604020202020204" pitchFamily="34" charset="0"/>
              <a:buNone/>
              <a:defRPr/>
            </a:lvl2pPr>
            <a:lvl3pPr marL="576248" indent="0">
              <a:buNone/>
              <a:defRPr/>
            </a:lvl3pPr>
          </a:lstStyle>
          <a:p>
            <a:pPr lvl="0"/>
            <a:r>
              <a:rPr lang="en-US" dirty="0"/>
              <a:t>Transparent background model image or diagram ONLY (no images that already have backgrounds at all, no screenshots either). Take image to the edges and use cropping, don’t just float within it.</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457201" y="1619250"/>
            <a:ext cx="5313362" cy="3162300"/>
          </a:xfrm>
          <a:prstGeom prst="rect">
            <a:avLst/>
          </a:prstGeom>
        </p:spPr>
        <p:txBody>
          <a:bodyPr lIns="0" numCol="1">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26066BEB-7D2D-5A43-9F67-5650CF5696CF}"/>
              </a:ext>
            </a:extLst>
          </p:cNvPr>
          <p:cNvSpPr>
            <a:spLocks noGrp="1"/>
          </p:cNvSpPr>
          <p:nvPr>
            <p:ph type="body" sz="quarter" idx="12" hasCustomPrompt="1"/>
          </p:nvPr>
        </p:nvSpPr>
        <p:spPr>
          <a:xfrm>
            <a:off x="6392008" y="4629150"/>
            <a:ext cx="2523392" cy="304800"/>
          </a:xfrm>
        </p:spPr>
        <p:txBody>
          <a:bodyPr>
            <a:normAutofit/>
          </a:bodyPr>
          <a:lstStyle>
            <a:lvl1pPr marL="0" indent="0">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Caption in this style only if necessary (move to be near image)</a:t>
            </a:r>
          </a:p>
        </p:txBody>
      </p:sp>
    </p:spTree>
    <p:extLst>
      <p:ext uri="{BB962C8B-B14F-4D97-AF65-F5344CB8AC3E}">
        <p14:creationId xmlns:p14="http://schemas.microsoft.com/office/powerpoint/2010/main" val="268760800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Basic + 1 Image (transpar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3887788" y="0"/>
            <a:ext cx="5256212"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819150"/>
            <a:ext cx="2949575"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4114800" y="209550"/>
            <a:ext cx="4800600" cy="4724400"/>
          </a:xfrm>
          <a:noFill/>
        </p:spPr>
        <p:txBody>
          <a:bodyPr/>
          <a:lstStyle>
            <a:lvl1pPr marL="0" indent="0">
              <a:buNone/>
              <a:defRPr/>
            </a:lvl1pPr>
            <a:lvl3pPr>
              <a:defRPr/>
            </a:lvl3pPr>
          </a:lstStyle>
          <a:p>
            <a:pPr lvl="0"/>
            <a:r>
              <a:rPr lang="en-US" dirty="0"/>
              <a:t>Transparent background model image or diagram ONLY (no images that already have backgrounds at all, no screenshots either). Take image to the edges and use cropping, don’t just float within it.</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457201" y="1619250"/>
            <a:ext cx="2949575" cy="31623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EAFD1F65-F171-7645-9310-3848480AA1B7}"/>
              </a:ext>
            </a:extLst>
          </p:cNvPr>
          <p:cNvSpPr>
            <a:spLocks noGrp="1"/>
          </p:cNvSpPr>
          <p:nvPr>
            <p:ph type="body" sz="quarter" idx="12" hasCustomPrompt="1"/>
          </p:nvPr>
        </p:nvSpPr>
        <p:spPr>
          <a:xfrm>
            <a:off x="4114800" y="4629150"/>
            <a:ext cx="3103378" cy="304800"/>
          </a:xfrm>
        </p:spPr>
        <p:txBody>
          <a:bodyPr>
            <a:normAutofit/>
          </a:bodyPr>
          <a:lstStyle>
            <a:lvl1pPr marL="0" indent="0">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Caption in this style only if necessary (move to be near image)</a:t>
            </a:r>
          </a:p>
        </p:txBody>
      </p:sp>
    </p:spTree>
    <p:extLst>
      <p:ext uri="{BB962C8B-B14F-4D97-AF65-F5344CB8AC3E}">
        <p14:creationId xmlns:p14="http://schemas.microsoft.com/office/powerpoint/2010/main" val="349957555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Basic + 1 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819150"/>
            <a:ext cx="2949575"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4114800" y="209550"/>
            <a:ext cx="4800600" cy="4724400"/>
          </a:xfrm>
          <a:noFill/>
        </p:spPr>
        <p:txBody>
          <a:bodyPr/>
          <a:lstStyle>
            <a:lvl1pPr marL="0" indent="0">
              <a:buNone/>
              <a:defRPr/>
            </a:lvl1pPr>
            <a:lvl3pPr>
              <a:defRPr/>
            </a:lvl3pPr>
          </a:lstStyle>
          <a:p>
            <a:pPr lvl="0"/>
            <a:r>
              <a:rPr lang="en-US" dirty="0"/>
              <a:t>This space is for images or diagrams</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hasCustomPrompt="1"/>
          </p:nvPr>
        </p:nvSpPr>
        <p:spPr>
          <a:xfrm>
            <a:off x="457201" y="1619250"/>
            <a:ext cx="2949575" cy="31623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This text box can be extended to the right if needed (do NOT change the left alignment)</a:t>
            </a:r>
          </a:p>
          <a:p>
            <a:pPr lvl="1"/>
            <a:r>
              <a:rPr lang="en-US" dirty="0"/>
              <a:t>Second level</a:t>
            </a:r>
          </a:p>
          <a:p>
            <a:pPr lvl="2"/>
            <a:r>
              <a:rPr lang="en-US" dirty="0"/>
              <a:t>Third level</a:t>
            </a:r>
          </a:p>
        </p:txBody>
      </p:sp>
      <p:sp>
        <p:nvSpPr>
          <p:cNvPr id="6" name="Text Placeholder 2">
            <a:extLst>
              <a:ext uri="{FF2B5EF4-FFF2-40B4-BE49-F238E27FC236}">
                <a16:creationId xmlns:a16="http://schemas.microsoft.com/office/drawing/2014/main" id="{0530032C-BEDF-DA40-8660-8F9EF489DC38}"/>
              </a:ext>
            </a:extLst>
          </p:cNvPr>
          <p:cNvSpPr>
            <a:spLocks noGrp="1"/>
          </p:cNvSpPr>
          <p:nvPr>
            <p:ph type="body" sz="quarter" idx="12" hasCustomPrompt="1"/>
          </p:nvPr>
        </p:nvSpPr>
        <p:spPr>
          <a:xfrm>
            <a:off x="4114800" y="4629150"/>
            <a:ext cx="3103378" cy="304800"/>
          </a:xfrm>
        </p:spPr>
        <p:txBody>
          <a:bodyPr>
            <a:normAutofit/>
          </a:bodyPr>
          <a:lstStyle>
            <a:lvl1pPr marL="0" indent="0">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Caption in this style only if necessary (move to be near image)</a:t>
            </a:r>
          </a:p>
        </p:txBody>
      </p:sp>
    </p:spTree>
    <p:extLst>
      <p:ext uri="{BB962C8B-B14F-4D97-AF65-F5344CB8AC3E}">
        <p14:creationId xmlns:p14="http://schemas.microsoft.com/office/powerpoint/2010/main" val="85892860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Full UI (uncropp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D31936-C3F8-4543-8C3C-56E4DA99C47C}"/>
              </a:ext>
            </a:extLst>
          </p:cNvPr>
          <p:cNvSpPr/>
          <p:nvPr/>
        </p:nvSpPr>
        <p:spPr>
          <a:xfrm>
            <a:off x="0" y="-19050"/>
            <a:ext cx="9144000" cy="3619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1143001" y="971551"/>
            <a:ext cx="7699124" cy="4330757"/>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Full GUI image ONLY, cropped off at the bottom a little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hasCustomPrompt="1"/>
          </p:nvPr>
        </p:nvSpPr>
        <p:spPr>
          <a:xfrm>
            <a:off x="1066800" y="115217"/>
            <a:ext cx="5410200" cy="326781"/>
          </a:xfrm>
          <a:prstGeom prst="rect">
            <a:avLst/>
          </a:prstGeom>
        </p:spPr>
        <p:txBody>
          <a:bodyPr lIns="91440" anchor="t">
            <a:normAutofit/>
          </a:bodyPr>
          <a:lstStyle>
            <a:lvl1pPr>
              <a:defRPr sz="1000" b="1" i="0">
                <a:solidFill>
                  <a:schemeClr val="accent2"/>
                </a:solidFill>
                <a:latin typeface="Lato Black" panose="020F0502020204030203" pitchFamily="34" charset="77"/>
              </a:defRPr>
            </a:lvl1pPr>
          </a:lstStyle>
          <a:p>
            <a:r>
              <a:rPr lang="en-US" dirty="0"/>
              <a:t>ALL CAPS SMALL TITLE***</a:t>
            </a:r>
          </a:p>
        </p:txBody>
      </p:sp>
      <p:pic>
        <p:nvPicPr>
          <p:cNvPr id="8" name="Picture 7">
            <a:extLst>
              <a:ext uri="{FF2B5EF4-FFF2-40B4-BE49-F238E27FC236}">
                <a16:creationId xmlns:a16="http://schemas.microsoft.com/office/drawing/2014/main" id="{19E75701-0E22-4B4A-8AA4-6D0F867616DF}"/>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11" name="Picture 10">
            <a:extLst>
              <a:ext uri="{FF2B5EF4-FFF2-40B4-BE49-F238E27FC236}">
                <a16:creationId xmlns:a16="http://schemas.microsoft.com/office/drawing/2014/main" id="{DD5DBF44-D76D-FF41-BCD4-B3E4748860A2}"/>
              </a:ext>
            </a:extLst>
          </p:cNvPr>
          <p:cNvPicPr>
            <a:picLocks noChangeAspect="1"/>
          </p:cNvPicPr>
          <p:nvPr/>
        </p:nvPicPr>
        <p:blipFill>
          <a:blip r:embed="rId3"/>
          <a:stretch>
            <a:fillRect/>
          </a:stretch>
        </p:blipFill>
        <p:spPr>
          <a:xfrm>
            <a:off x="115779" y="223914"/>
            <a:ext cx="752320" cy="69658"/>
          </a:xfrm>
          <a:prstGeom prst="rect">
            <a:avLst/>
          </a:prstGeom>
        </p:spPr>
      </p:pic>
    </p:spTree>
    <p:extLst>
      <p:ext uri="{BB962C8B-B14F-4D97-AF65-F5344CB8AC3E}">
        <p14:creationId xmlns:p14="http://schemas.microsoft.com/office/powerpoint/2010/main" val="31052310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Full UI + Bullets">
    <p:spTree>
      <p:nvGrpSpPr>
        <p:cNvPr id="1" name=""/>
        <p:cNvGrpSpPr/>
        <p:nvPr/>
      </p:nvGrpSpPr>
      <p:grpSpPr>
        <a:xfrm>
          <a:off x="0" y="0"/>
          <a:ext cx="0" cy="0"/>
          <a:chOff x="0" y="0"/>
          <a:chExt cx="0" cy="0"/>
        </a:xfrm>
      </p:grpSpPr>
      <p:sp>
        <p:nvSpPr>
          <p:cNvPr id="6" name="Content Placeholder 3">
            <a:extLst>
              <a:ext uri="{FF2B5EF4-FFF2-40B4-BE49-F238E27FC236}">
                <a16:creationId xmlns:a16="http://schemas.microsoft.com/office/drawing/2014/main" id="{605A7786-1341-C946-B039-5154A953C255}"/>
              </a:ext>
            </a:extLst>
          </p:cNvPr>
          <p:cNvSpPr>
            <a:spLocks noGrp="1"/>
          </p:cNvSpPr>
          <p:nvPr>
            <p:ph sz="half" idx="18" hasCustomPrompt="1"/>
          </p:nvPr>
        </p:nvSpPr>
        <p:spPr>
          <a:xfrm>
            <a:off x="457201" y="3034641"/>
            <a:ext cx="2417762" cy="167071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This space is meant for body text not bullets</a:t>
            </a:r>
          </a:p>
          <a:p>
            <a:pPr lvl="1"/>
            <a:r>
              <a:rPr lang="en-US" dirty="0"/>
              <a:t>Second level</a:t>
            </a:r>
          </a:p>
          <a:p>
            <a:pPr lvl="2"/>
            <a:r>
              <a:rPr lang="en-US" dirty="0"/>
              <a:t>Third level</a:t>
            </a:r>
          </a:p>
        </p:txBody>
      </p:sp>
      <p:sp>
        <p:nvSpPr>
          <p:cNvPr id="2" name="Rectangle 1">
            <a:extLst>
              <a:ext uri="{FF2B5EF4-FFF2-40B4-BE49-F238E27FC236}">
                <a16:creationId xmlns:a16="http://schemas.microsoft.com/office/drawing/2014/main" id="{24948BB7-C5F7-154F-ABB6-A26EB95A5488}"/>
              </a:ext>
            </a:extLst>
          </p:cNvPr>
          <p:cNvSpPr/>
          <p:nvPr/>
        </p:nvSpPr>
        <p:spPr>
          <a:xfrm>
            <a:off x="0" y="1047750"/>
            <a:ext cx="37338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3271058" y="436767"/>
            <a:ext cx="5872941" cy="4706734"/>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Full GUI image ONLY, cropped off the bottom and off the right side!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1200150"/>
            <a:ext cx="2417762" cy="15240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06189479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Full UI + 2 Subsections">
    <p:spTree>
      <p:nvGrpSpPr>
        <p:cNvPr id="1" name=""/>
        <p:cNvGrpSpPr/>
        <p:nvPr/>
      </p:nvGrpSpPr>
      <p:grpSpPr>
        <a:xfrm>
          <a:off x="0" y="0"/>
          <a:ext cx="0" cy="0"/>
          <a:chOff x="0" y="0"/>
          <a:chExt cx="0" cy="0"/>
        </a:xfrm>
      </p:grpSpPr>
      <p:sp>
        <p:nvSpPr>
          <p:cNvPr id="8" name="Content Placeholder 3">
            <a:extLst>
              <a:ext uri="{FF2B5EF4-FFF2-40B4-BE49-F238E27FC236}">
                <a16:creationId xmlns:a16="http://schemas.microsoft.com/office/drawing/2014/main" id="{C10A5AEE-B817-934D-8242-D5F59127342B}"/>
              </a:ext>
            </a:extLst>
          </p:cNvPr>
          <p:cNvSpPr>
            <a:spLocks noGrp="1"/>
          </p:cNvSpPr>
          <p:nvPr>
            <p:ph sz="quarter" idx="15" hasCustomPrompt="1"/>
          </p:nvPr>
        </p:nvSpPr>
        <p:spPr>
          <a:xfrm>
            <a:off x="-2" y="2724151"/>
            <a:ext cx="1634721" cy="685801"/>
          </a:xfrm>
          <a:solidFill>
            <a:schemeClr val="tx2"/>
          </a:solidFill>
        </p:spPr>
        <p:txBody>
          <a:bodyPr lIns="274320" tIns="137160" rIns="137160" bIns="45720" anchor="b" anchorCtr="0">
            <a:noAutofit/>
          </a:bodyPr>
          <a:lstStyle>
            <a:lvl1pPr marL="0" indent="0">
              <a:buNone/>
              <a:defRPr sz="12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1" name="Content Placeholder 3">
            <a:extLst>
              <a:ext uri="{FF2B5EF4-FFF2-40B4-BE49-F238E27FC236}">
                <a16:creationId xmlns:a16="http://schemas.microsoft.com/office/drawing/2014/main" id="{3AB85344-0F9C-6349-9259-7612E08CF13D}"/>
              </a:ext>
            </a:extLst>
          </p:cNvPr>
          <p:cNvSpPr>
            <a:spLocks noGrp="1"/>
          </p:cNvSpPr>
          <p:nvPr>
            <p:ph sz="quarter" idx="16" hasCustomPrompt="1"/>
          </p:nvPr>
        </p:nvSpPr>
        <p:spPr>
          <a:xfrm>
            <a:off x="-2" y="3409951"/>
            <a:ext cx="1634721" cy="1447800"/>
          </a:xfrm>
          <a:solidFill>
            <a:schemeClr val="tx2"/>
          </a:solidFill>
        </p:spPr>
        <p:txBody>
          <a:bodyPr lIns="274320" tIns="45720" rIns="137160" bIns="137160">
            <a:normAutofit/>
          </a:bodyPr>
          <a:lstStyle>
            <a:lvl1pPr>
              <a:defRPr>
                <a:solidFill>
                  <a:schemeClr val="bg2"/>
                </a:solidFill>
              </a:defRPr>
            </a:lvl1pPr>
            <a:lvl2pPr marL="6350" indent="0">
              <a:buFont typeface="Arial" panose="020B0604020202020204" pitchFamily="34" charset="0"/>
              <a:buNone/>
              <a:tabLst/>
              <a:defRPr sz="1100">
                <a:solidFill>
                  <a:schemeClr val="bg2"/>
                </a:solidFill>
              </a:defRPr>
            </a:lvl2pPr>
            <a:lvl3pPr>
              <a:defRPr>
                <a:solidFill>
                  <a:schemeClr val="bg2"/>
                </a:solidFill>
              </a:defRPr>
            </a:lvl3pPr>
          </a:lstStyle>
          <a:p>
            <a:pPr lvl="1"/>
            <a:r>
              <a:rPr lang="en-US" dirty="0"/>
              <a:t>Short body text</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14287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2" name="Content Placeholder 3">
            <a:extLst>
              <a:ext uri="{FF2B5EF4-FFF2-40B4-BE49-F238E27FC236}">
                <a16:creationId xmlns:a16="http://schemas.microsoft.com/office/drawing/2014/main" id="{CF2C3E51-2315-174E-85AB-DC5362D83E82}"/>
              </a:ext>
            </a:extLst>
          </p:cNvPr>
          <p:cNvSpPr>
            <a:spLocks noGrp="1"/>
          </p:cNvSpPr>
          <p:nvPr>
            <p:ph sz="quarter" idx="18" hasCustomPrompt="1"/>
          </p:nvPr>
        </p:nvSpPr>
        <p:spPr>
          <a:xfrm>
            <a:off x="1634717" y="2724151"/>
            <a:ext cx="1634721" cy="685801"/>
          </a:xfrm>
          <a:solidFill>
            <a:schemeClr val="tx2"/>
          </a:solidFill>
        </p:spPr>
        <p:txBody>
          <a:bodyPr lIns="137160" tIns="137160" rIns="274320" bIns="45720" anchor="b" anchorCtr="0">
            <a:noAutofit/>
          </a:bodyPr>
          <a:lstStyle>
            <a:lvl1pPr marL="0" indent="0">
              <a:buNone/>
              <a:defRPr sz="12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3" name="Content Placeholder 3">
            <a:extLst>
              <a:ext uri="{FF2B5EF4-FFF2-40B4-BE49-F238E27FC236}">
                <a16:creationId xmlns:a16="http://schemas.microsoft.com/office/drawing/2014/main" id="{D082C563-7E09-194A-B0C7-0427D9FEA226}"/>
              </a:ext>
            </a:extLst>
          </p:cNvPr>
          <p:cNvSpPr>
            <a:spLocks noGrp="1"/>
          </p:cNvSpPr>
          <p:nvPr>
            <p:ph sz="quarter" idx="19" hasCustomPrompt="1"/>
          </p:nvPr>
        </p:nvSpPr>
        <p:spPr>
          <a:xfrm>
            <a:off x="1634717" y="3409951"/>
            <a:ext cx="1634721" cy="1447800"/>
          </a:xfrm>
          <a:solidFill>
            <a:schemeClr val="tx2"/>
          </a:solidFill>
        </p:spPr>
        <p:txBody>
          <a:bodyPr lIns="137160" tIns="45720" rIns="274320" bIns="137160">
            <a:normAutofit/>
          </a:bodyPr>
          <a:lstStyle>
            <a:lvl1pPr>
              <a:defRPr>
                <a:solidFill>
                  <a:schemeClr val="bg2"/>
                </a:solidFill>
              </a:defRPr>
            </a:lvl1pPr>
            <a:lvl2pPr marL="6350" indent="0">
              <a:buFont typeface="Arial" panose="020B0604020202020204" pitchFamily="34" charset="0"/>
              <a:buNone/>
              <a:tabLst/>
              <a:defRPr sz="1100">
                <a:solidFill>
                  <a:schemeClr val="bg2"/>
                </a:solidFill>
              </a:defRPr>
            </a:lvl2pPr>
            <a:lvl3pPr>
              <a:defRPr>
                <a:solidFill>
                  <a:schemeClr val="bg2"/>
                </a:solidFill>
              </a:defRPr>
            </a:lvl3pPr>
          </a:lstStyle>
          <a:p>
            <a:pPr lvl="1"/>
            <a:r>
              <a:rPr lang="en-US" dirty="0"/>
              <a:t>Short body text</a:t>
            </a:r>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3271058" y="436767"/>
            <a:ext cx="5872941" cy="4706734"/>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Full GUI image ONLY, cropped off the bottom and off the right side!</a:t>
            </a:r>
          </a:p>
        </p:txBody>
      </p:sp>
    </p:spTree>
    <p:extLst>
      <p:ext uri="{BB962C8B-B14F-4D97-AF65-F5344CB8AC3E}">
        <p14:creationId xmlns:p14="http://schemas.microsoft.com/office/powerpoint/2010/main" val="188420574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Cropped UI + Bulle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914401" y="742950"/>
            <a:ext cx="2971801" cy="44005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234180" y="1009650"/>
            <a:ext cx="422402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234180" y="2190750"/>
            <a:ext cx="422402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39267105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Cropped UI + 2 Subsectio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0" y="2603501"/>
            <a:ext cx="9144000" cy="2539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762000" y="742950"/>
            <a:ext cx="3124200" cy="44005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234180" y="1009650"/>
            <a:ext cx="4355321" cy="91440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25" name="Content Placeholder 3">
            <a:extLst>
              <a:ext uri="{FF2B5EF4-FFF2-40B4-BE49-F238E27FC236}">
                <a16:creationId xmlns:a16="http://schemas.microsoft.com/office/drawing/2014/main" id="{CDB8CB3B-090E-084B-9773-1D5AA8B26B3D}"/>
              </a:ext>
            </a:extLst>
          </p:cNvPr>
          <p:cNvSpPr>
            <a:spLocks noGrp="1"/>
          </p:cNvSpPr>
          <p:nvPr>
            <p:ph sz="quarter" idx="19" hasCustomPrompt="1"/>
          </p:nvPr>
        </p:nvSpPr>
        <p:spPr>
          <a:xfrm>
            <a:off x="4233401" y="2606675"/>
            <a:ext cx="210312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94DC190C-3A71-1240-860F-43C561E0C456}"/>
              </a:ext>
            </a:extLst>
          </p:cNvPr>
          <p:cNvSpPr>
            <a:spLocks noGrp="1"/>
          </p:cNvSpPr>
          <p:nvPr>
            <p:ph sz="quarter" idx="21" hasCustomPrompt="1"/>
          </p:nvPr>
        </p:nvSpPr>
        <p:spPr>
          <a:xfrm>
            <a:off x="6497207" y="2606675"/>
            <a:ext cx="2103119"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1" name="Content Placeholder 3">
            <a:extLst>
              <a:ext uri="{FF2B5EF4-FFF2-40B4-BE49-F238E27FC236}">
                <a16:creationId xmlns:a16="http://schemas.microsoft.com/office/drawing/2014/main" id="{5DF5F889-043E-614B-93E1-565AC48AF894}"/>
              </a:ext>
            </a:extLst>
          </p:cNvPr>
          <p:cNvSpPr>
            <a:spLocks noGrp="1"/>
          </p:cNvSpPr>
          <p:nvPr>
            <p:ph sz="half" idx="22" hasCustomPrompt="1"/>
          </p:nvPr>
        </p:nvSpPr>
        <p:spPr>
          <a:xfrm>
            <a:off x="4233402" y="2963189"/>
            <a:ext cx="2103121" cy="1743114"/>
          </a:xfrm>
          <a:prstGeom prst="rect">
            <a:avLst/>
          </a:prstGeom>
          <a:solidFill>
            <a:schemeClr val="bg1">
              <a:lumMod val="95000"/>
            </a:schemeClr>
          </a:solidFill>
          <a:ln w="6350">
            <a:solidFill>
              <a:schemeClr val="bg1">
                <a:lumMod val="95000"/>
              </a:schemeClr>
            </a:solidFill>
          </a:ln>
        </p:spPr>
        <p:txBody>
          <a:bodyPr lIns="137160" rIns="137160" bIns="91440">
            <a:normAutofit/>
          </a:bodyPr>
          <a:lstStyle>
            <a:lvl1pPr>
              <a:lnSpc>
                <a:spcPct val="100000"/>
              </a:lnSpc>
              <a:defRPr sz="12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Bullets all on the same level or body text (no sub bullets)</a:t>
            </a:r>
          </a:p>
          <a:p>
            <a:pPr lvl="1"/>
            <a:r>
              <a:rPr lang="en-US" dirty="0"/>
              <a:t>Second level</a:t>
            </a:r>
          </a:p>
          <a:p>
            <a:pPr lvl="1"/>
            <a:r>
              <a:rPr lang="en-US" dirty="0"/>
              <a:t>NEVER IMAGES</a:t>
            </a:r>
          </a:p>
        </p:txBody>
      </p:sp>
      <p:sp>
        <p:nvSpPr>
          <p:cNvPr id="12" name="Content Placeholder 3">
            <a:extLst>
              <a:ext uri="{FF2B5EF4-FFF2-40B4-BE49-F238E27FC236}">
                <a16:creationId xmlns:a16="http://schemas.microsoft.com/office/drawing/2014/main" id="{A44797D5-5F10-264E-8C89-F35D0593B862}"/>
              </a:ext>
            </a:extLst>
          </p:cNvPr>
          <p:cNvSpPr>
            <a:spLocks noGrp="1"/>
          </p:cNvSpPr>
          <p:nvPr>
            <p:ph sz="half" idx="23" hasCustomPrompt="1"/>
          </p:nvPr>
        </p:nvSpPr>
        <p:spPr>
          <a:xfrm>
            <a:off x="6497208" y="2963189"/>
            <a:ext cx="2103121" cy="1743114"/>
          </a:xfrm>
          <a:prstGeom prst="rect">
            <a:avLst/>
          </a:prstGeom>
          <a:solidFill>
            <a:schemeClr val="bg1">
              <a:lumMod val="95000"/>
            </a:schemeClr>
          </a:solidFill>
          <a:ln w="6350">
            <a:solidFill>
              <a:schemeClr val="bg1">
                <a:lumMod val="95000"/>
              </a:schemeClr>
            </a:solidFill>
          </a:ln>
        </p:spPr>
        <p:txBody>
          <a:bodyPr lIns="137160" rIns="137160" bIns="91440">
            <a:normAutofit/>
          </a:bodyPr>
          <a:lstStyle>
            <a:lvl1pPr>
              <a:lnSpc>
                <a:spcPct val="100000"/>
              </a:lnSpc>
              <a:defRPr sz="12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Bullets all on the same level or body text (no sub bullets)</a:t>
            </a:r>
          </a:p>
          <a:p>
            <a:pPr lvl="1"/>
            <a:r>
              <a:rPr lang="en-US" dirty="0"/>
              <a:t>Second level</a:t>
            </a:r>
          </a:p>
          <a:p>
            <a:pPr lvl="1"/>
            <a:r>
              <a:rPr lang="en-US" dirty="0"/>
              <a:t>NEVER IMAGES</a:t>
            </a:r>
          </a:p>
        </p:txBody>
      </p:sp>
    </p:spTree>
    <p:extLst>
      <p:ext uri="{BB962C8B-B14F-4D97-AF65-F5344CB8AC3E}">
        <p14:creationId xmlns:p14="http://schemas.microsoft.com/office/powerpoint/2010/main" val="30092372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Cropped UI + Body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34A35F9-142E-5446-8160-BFE436274684}"/>
              </a:ext>
            </a:extLst>
          </p:cNvPr>
          <p:cNvSpPr/>
          <p:nvPr/>
        </p:nvSpPr>
        <p:spPr>
          <a:xfrm>
            <a:off x="0" y="869462"/>
            <a:ext cx="9144000" cy="23880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914401" y="590550"/>
            <a:ext cx="2590800" cy="45529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234180" y="742950"/>
            <a:ext cx="4224020" cy="914400"/>
          </a:xfrm>
          <a:prstGeom prst="rect">
            <a:avLst/>
          </a:prstGeom>
        </p:spPr>
        <p:txBody>
          <a:bodyPr lIns="0" anchor="b">
            <a:normAutofit/>
          </a:bodyPr>
          <a:lstStyle>
            <a:lvl1pPr>
              <a:defRPr sz="2400" b="1">
                <a:solidFill>
                  <a:srgbClr val="FFD999"/>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hasCustomPrompt="1"/>
          </p:nvPr>
        </p:nvSpPr>
        <p:spPr>
          <a:xfrm>
            <a:off x="4234180" y="1771650"/>
            <a:ext cx="4224020" cy="1257300"/>
          </a:xfrm>
          <a:prstGeom prst="rect">
            <a:avLst/>
          </a:prstGeom>
        </p:spPr>
        <p:txBody>
          <a:bodyPr lIns="0" tIns="0">
            <a:normAutofit/>
          </a:bodyPr>
          <a:lstStyle>
            <a:lvl1pPr marL="0" indent="0">
              <a:lnSpc>
                <a:spcPct val="100000"/>
              </a:lnSpc>
              <a:buNone/>
              <a:defRPr sz="1400">
                <a:solidFill>
                  <a:schemeClr val="bg2"/>
                </a:solidFill>
                <a:latin typeface="Lato" panose="020F0502020204030203" pitchFamily="34" charset="0"/>
              </a:defRPr>
            </a:lvl1pPr>
            <a:lvl2pPr marL="514337" indent="-222245">
              <a:lnSpc>
                <a:spcPct val="100000"/>
              </a:lnSpc>
              <a:buFont typeface="Arial" panose="020B0604020202020204" pitchFamily="34" charset="0"/>
              <a:buChar char="•"/>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a:t>
            </a:r>
          </a:p>
          <a:p>
            <a:pPr lvl="0"/>
            <a:r>
              <a:rPr lang="en-US" dirty="0"/>
              <a:t>This makes a good section header</a:t>
            </a:r>
          </a:p>
        </p:txBody>
      </p:sp>
    </p:spTree>
    <p:extLst>
      <p:ext uri="{BB962C8B-B14F-4D97-AF65-F5344CB8AC3E}">
        <p14:creationId xmlns:p14="http://schemas.microsoft.com/office/powerpoint/2010/main" val="297286572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Cropped UI, Image, + Body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0F7F6CE-7B09-A540-BDAD-6FB40343D55D}"/>
              </a:ext>
            </a:extLst>
          </p:cNvPr>
          <p:cNvSpPr/>
          <p:nvPr/>
        </p:nvSpPr>
        <p:spPr>
          <a:xfrm>
            <a:off x="0" y="2799101"/>
            <a:ext cx="9144000" cy="2344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a:extLst>
              <a:ext uri="{FF2B5EF4-FFF2-40B4-BE49-F238E27FC236}">
                <a16:creationId xmlns:a16="http://schemas.microsoft.com/office/drawing/2014/main" id="{CD8A0CAE-EB69-8B4A-8FD3-105C3132143E}"/>
              </a:ext>
            </a:extLst>
          </p:cNvPr>
          <p:cNvSpPr/>
          <p:nvPr/>
        </p:nvSpPr>
        <p:spPr>
          <a:xfrm>
            <a:off x="0" y="869462"/>
            <a:ext cx="9144000" cy="23880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914401" y="590550"/>
            <a:ext cx="2590800" cy="45529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234180" y="742950"/>
            <a:ext cx="4224020" cy="914400"/>
          </a:xfrm>
          <a:prstGeom prst="rect">
            <a:avLst/>
          </a:prstGeom>
        </p:spPr>
        <p:txBody>
          <a:bodyPr lIns="0" anchor="b">
            <a:normAutofit/>
          </a:bodyPr>
          <a:lstStyle>
            <a:lvl1pPr>
              <a:defRPr sz="2400" b="1">
                <a:solidFill>
                  <a:srgbClr val="FFD999"/>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hasCustomPrompt="1"/>
          </p:nvPr>
        </p:nvSpPr>
        <p:spPr>
          <a:xfrm>
            <a:off x="4234180" y="1771650"/>
            <a:ext cx="4224020" cy="1257300"/>
          </a:xfrm>
          <a:prstGeom prst="rect">
            <a:avLst/>
          </a:prstGeom>
        </p:spPr>
        <p:txBody>
          <a:bodyPr lIns="0" tIns="0">
            <a:normAutofit/>
          </a:bodyPr>
          <a:lstStyle>
            <a:lvl1pPr marL="0" indent="0">
              <a:lnSpc>
                <a:spcPct val="100000"/>
              </a:lnSpc>
              <a:buNone/>
              <a:defRPr sz="1400">
                <a:solidFill>
                  <a:schemeClr val="bg2"/>
                </a:solidFill>
                <a:latin typeface="Lato" panose="020F0502020204030203" pitchFamily="34" charset="0"/>
              </a:defRPr>
            </a:lvl1pPr>
            <a:lvl2pPr marL="514337" indent="-222245">
              <a:lnSpc>
                <a:spcPct val="100000"/>
              </a:lnSpc>
              <a:buFont typeface="Arial" panose="020B0604020202020204" pitchFamily="34" charset="0"/>
              <a:buChar char="•"/>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a:t>
            </a:r>
          </a:p>
          <a:p>
            <a:pPr lvl="0"/>
            <a:r>
              <a:rPr lang="en-US" dirty="0"/>
              <a:t>This makes a good section header</a:t>
            </a:r>
          </a:p>
        </p:txBody>
      </p:sp>
      <p:sp>
        <p:nvSpPr>
          <p:cNvPr id="8" name="Content Placeholder 3">
            <a:extLst>
              <a:ext uri="{FF2B5EF4-FFF2-40B4-BE49-F238E27FC236}">
                <a16:creationId xmlns:a16="http://schemas.microsoft.com/office/drawing/2014/main" id="{08B3BB30-8502-5A4E-842E-5E3B54FFB994}"/>
              </a:ext>
            </a:extLst>
          </p:cNvPr>
          <p:cNvSpPr>
            <a:spLocks noGrp="1"/>
          </p:cNvSpPr>
          <p:nvPr>
            <p:ph sz="quarter" idx="18" hasCustomPrompt="1"/>
          </p:nvPr>
        </p:nvSpPr>
        <p:spPr>
          <a:xfrm>
            <a:off x="3505201" y="3257551"/>
            <a:ext cx="5617563" cy="1885949"/>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SEND TO BACK, crop to dark blue box edge</a:t>
            </a:r>
          </a:p>
          <a:p>
            <a:pPr lvl="0"/>
            <a:r>
              <a:rPr lang="en-US" dirty="0"/>
              <a:t>THIS LAYOUT MUST USE AN IMAGE HERE OR SWITCH TO THE PREVIOUS LAYOUT!!!!!!!</a:t>
            </a:r>
          </a:p>
        </p:txBody>
      </p:sp>
    </p:spTree>
    <p:extLst>
      <p:ext uri="{BB962C8B-B14F-4D97-AF65-F5344CB8AC3E}">
        <p14:creationId xmlns:p14="http://schemas.microsoft.com/office/powerpoint/2010/main" val="323459400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Cropped UI Model Tre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9CE639-D2BB-D64F-B40A-36C5C81E3015}"/>
              </a:ext>
            </a:extLst>
          </p:cNvPr>
          <p:cNvSpPr/>
          <p:nvPr/>
        </p:nvSpPr>
        <p:spPr>
          <a:xfrm>
            <a:off x="5715000" y="0"/>
            <a:ext cx="3429000" cy="51435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27325B"/>
              </a:solidFill>
            </a:endParaRPr>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4648200" y="590550"/>
            <a:ext cx="2590800" cy="45529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must cross over the dark blue)</a:t>
            </a:r>
          </a:p>
          <a:p>
            <a:pPr lvl="1"/>
            <a:r>
              <a:rPr lang="en-US" dirty="0"/>
              <a:t>Intended for use with model tree screenshots, you can label the screenshot in this layout as well.</a:t>
            </a:r>
          </a:p>
        </p:txBody>
      </p:sp>
      <p:sp>
        <p:nvSpPr>
          <p:cNvPr id="8" name="Title 1">
            <a:extLst>
              <a:ext uri="{FF2B5EF4-FFF2-40B4-BE49-F238E27FC236}">
                <a16:creationId xmlns:a16="http://schemas.microsoft.com/office/drawing/2014/main" id="{D8CA5CE1-E6AC-6745-95B3-14D122367006}"/>
              </a:ext>
            </a:extLst>
          </p:cNvPr>
          <p:cNvSpPr>
            <a:spLocks noGrp="1"/>
          </p:cNvSpPr>
          <p:nvPr>
            <p:ph type="title"/>
          </p:nvPr>
        </p:nvSpPr>
        <p:spPr>
          <a:xfrm>
            <a:off x="457200" y="1276350"/>
            <a:ext cx="3200399"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2" name="Content Placeholder 3">
            <a:extLst>
              <a:ext uri="{FF2B5EF4-FFF2-40B4-BE49-F238E27FC236}">
                <a16:creationId xmlns:a16="http://schemas.microsoft.com/office/drawing/2014/main" id="{5278F0E1-55A7-DA47-80E1-84BC99CCCF41}"/>
              </a:ext>
            </a:extLst>
          </p:cNvPr>
          <p:cNvSpPr>
            <a:spLocks noGrp="1"/>
          </p:cNvSpPr>
          <p:nvPr>
            <p:ph sz="half" idx="10" hasCustomPrompt="1"/>
          </p:nvPr>
        </p:nvSpPr>
        <p:spPr>
          <a:xfrm>
            <a:off x="457201" y="2076450"/>
            <a:ext cx="3200399" cy="27051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Tree>
    <p:extLst>
      <p:ext uri="{BB962C8B-B14F-4D97-AF65-F5344CB8AC3E}">
        <p14:creationId xmlns:p14="http://schemas.microsoft.com/office/powerpoint/2010/main" val="185739972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2 Cropped UI with subsectio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0" y="3561776"/>
            <a:ext cx="9144000" cy="158172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3268636" y="309905"/>
            <a:ext cx="2742991" cy="3251872"/>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25" name="Content Placeholder 3">
            <a:extLst>
              <a:ext uri="{FF2B5EF4-FFF2-40B4-BE49-F238E27FC236}">
                <a16:creationId xmlns:a16="http://schemas.microsoft.com/office/drawing/2014/main" id="{CDB8CB3B-090E-084B-9773-1D5AA8B26B3D}"/>
              </a:ext>
            </a:extLst>
          </p:cNvPr>
          <p:cNvSpPr>
            <a:spLocks noGrp="1"/>
          </p:cNvSpPr>
          <p:nvPr>
            <p:ph sz="quarter" idx="19" hasCustomPrompt="1"/>
          </p:nvPr>
        </p:nvSpPr>
        <p:spPr>
          <a:xfrm>
            <a:off x="3271811" y="3564952"/>
            <a:ext cx="2742991"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1" name="Content Placeholder 3">
            <a:extLst>
              <a:ext uri="{FF2B5EF4-FFF2-40B4-BE49-F238E27FC236}">
                <a16:creationId xmlns:a16="http://schemas.microsoft.com/office/drawing/2014/main" id="{5DF5F889-043E-614B-93E1-565AC48AF894}"/>
              </a:ext>
            </a:extLst>
          </p:cNvPr>
          <p:cNvSpPr>
            <a:spLocks noGrp="1"/>
          </p:cNvSpPr>
          <p:nvPr>
            <p:ph sz="half" idx="22" hasCustomPrompt="1"/>
          </p:nvPr>
        </p:nvSpPr>
        <p:spPr>
          <a:xfrm>
            <a:off x="3271812" y="3921467"/>
            <a:ext cx="2742992" cy="915305"/>
          </a:xfrm>
          <a:prstGeom prst="rect">
            <a:avLst/>
          </a:prstGeom>
          <a:solidFill>
            <a:schemeClr val="bg1">
              <a:lumMod val="95000"/>
            </a:schemeClr>
          </a:solidFill>
          <a:ln w="6350">
            <a:solidFill>
              <a:schemeClr val="bg1">
                <a:lumMod val="95000"/>
              </a:schemeClr>
            </a:solidFill>
          </a:ln>
        </p:spPr>
        <p:txBody>
          <a:bodyPr lIns="137160" rIns="137160" bIns="91440">
            <a:normAutofit/>
          </a:bodyPr>
          <a:lstStyle>
            <a:lvl1pPr marL="0" indent="0">
              <a:lnSpc>
                <a:spcPct val="100000"/>
              </a:lnSpc>
              <a:buNone/>
              <a:defRPr sz="1200">
                <a:solidFill>
                  <a:srgbClr val="393A39"/>
                </a:solidFill>
                <a:latin typeface="Lato" panose="020F0502020204030203" pitchFamily="34" charset="0"/>
              </a:defRPr>
            </a:lvl1pPr>
            <a:lvl2pPr marL="292093" indent="0">
              <a:lnSpc>
                <a:spcPct val="100000"/>
              </a:lnSpc>
              <a:buFont typeface="Arial" panose="020B0604020202020204" pitchFamily="34" charset="0"/>
              <a:buNone/>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 &amp; SHORT!!!</a:t>
            </a:r>
          </a:p>
        </p:txBody>
      </p:sp>
      <p:sp>
        <p:nvSpPr>
          <p:cNvPr id="15" name="Content Placeholder 3">
            <a:extLst>
              <a:ext uri="{FF2B5EF4-FFF2-40B4-BE49-F238E27FC236}">
                <a16:creationId xmlns:a16="http://schemas.microsoft.com/office/drawing/2014/main" id="{6C8EFA91-AE2A-1C41-B6BE-2DBD7249E9CD}"/>
              </a:ext>
            </a:extLst>
          </p:cNvPr>
          <p:cNvSpPr>
            <a:spLocks noGrp="1"/>
          </p:cNvSpPr>
          <p:nvPr>
            <p:ph sz="quarter" idx="23" hasCustomPrompt="1"/>
          </p:nvPr>
        </p:nvSpPr>
        <p:spPr>
          <a:xfrm>
            <a:off x="6169233" y="309905"/>
            <a:ext cx="2742991" cy="3251872"/>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6" name="Content Placeholder 3">
            <a:extLst>
              <a:ext uri="{FF2B5EF4-FFF2-40B4-BE49-F238E27FC236}">
                <a16:creationId xmlns:a16="http://schemas.microsoft.com/office/drawing/2014/main" id="{597BA6C8-98C5-F141-AF2A-D08A2BE5E090}"/>
              </a:ext>
            </a:extLst>
          </p:cNvPr>
          <p:cNvSpPr>
            <a:spLocks noGrp="1"/>
          </p:cNvSpPr>
          <p:nvPr>
            <p:ph sz="quarter" idx="24" hasCustomPrompt="1"/>
          </p:nvPr>
        </p:nvSpPr>
        <p:spPr>
          <a:xfrm>
            <a:off x="6172408" y="3564952"/>
            <a:ext cx="2742991"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97106E21-E3D5-7347-8002-ADA87DE2541B}"/>
              </a:ext>
            </a:extLst>
          </p:cNvPr>
          <p:cNvSpPr>
            <a:spLocks noGrp="1"/>
          </p:cNvSpPr>
          <p:nvPr>
            <p:ph sz="half" idx="25" hasCustomPrompt="1"/>
          </p:nvPr>
        </p:nvSpPr>
        <p:spPr>
          <a:xfrm>
            <a:off x="6172408" y="3921467"/>
            <a:ext cx="2742992" cy="915305"/>
          </a:xfrm>
          <a:prstGeom prst="rect">
            <a:avLst/>
          </a:prstGeom>
          <a:solidFill>
            <a:schemeClr val="bg1">
              <a:lumMod val="95000"/>
            </a:schemeClr>
          </a:solidFill>
          <a:ln w="6350">
            <a:solidFill>
              <a:schemeClr val="bg1">
                <a:lumMod val="95000"/>
              </a:schemeClr>
            </a:solidFill>
          </a:ln>
        </p:spPr>
        <p:txBody>
          <a:bodyPr lIns="137160" rIns="137160" bIns="91440">
            <a:normAutofit/>
          </a:bodyPr>
          <a:lstStyle>
            <a:lvl1pPr marL="0" indent="0">
              <a:lnSpc>
                <a:spcPct val="100000"/>
              </a:lnSpc>
              <a:buNone/>
              <a:defRPr sz="1200">
                <a:solidFill>
                  <a:srgbClr val="393A39"/>
                </a:solidFill>
                <a:latin typeface="Lato" panose="020F0502020204030203" pitchFamily="34" charset="0"/>
              </a:defRPr>
            </a:lvl1pPr>
            <a:lvl2pPr marL="292093" indent="0">
              <a:lnSpc>
                <a:spcPct val="100000"/>
              </a:lnSpc>
              <a:buFont typeface="Arial" panose="020B0604020202020204" pitchFamily="34" charset="0"/>
              <a:buNone/>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 &amp; SHORT!!!</a:t>
            </a:r>
          </a:p>
        </p:txBody>
      </p:sp>
      <p:sp>
        <p:nvSpPr>
          <p:cNvPr id="18" name="Title 1">
            <a:extLst>
              <a:ext uri="{FF2B5EF4-FFF2-40B4-BE49-F238E27FC236}">
                <a16:creationId xmlns:a16="http://schemas.microsoft.com/office/drawing/2014/main" id="{B3A8D490-41BA-5142-8877-3A797812A270}"/>
              </a:ext>
            </a:extLst>
          </p:cNvPr>
          <p:cNvSpPr>
            <a:spLocks noGrp="1"/>
          </p:cNvSpPr>
          <p:nvPr>
            <p:ph type="title" hasCustomPrompt="1"/>
          </p:nvPr>
        </p:nvSpPr>
        <p:spPr>
          <a:xfrm>
            <a:off x="457201" y="12763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dirty="0"/>
              <a:t>Content slide for product </a:t>
            </a:r>
          </a:p>
        </p:txBody>
      </p:sp>
      <p:sp>
        <p:nvSpPr>
          <p:cNvPr id="19" name="Content Placeholder 3">
            <a:extLst>
              <a:ext uri="{FF2B5EF4-FFF2-40B4-BE49-F238E27FC236}">
                <a16:creationId xmlns:a16="http://schemas.microsoft.com/office/drawing/2014/main" id="{2BF24910-E5CD-024B-A38B-D054FDAB2270}"/>
              </a:ext>
            </a:extLst>
          </p:cNvPr>
          <p:cNvSpPr>
            <a:spLocks noGrp="1"/>
          </p:cNvSpPr>
          <p:nvPr>
            <p:ph sz="half" idx="10" hasCustomPrompt="1"/>
          </p:nvPr>
        </p:nvSpPr>
        <p:spPr>
          <a:xfrm>
            <a:off x="457201" y="2076450"/>
            <a:ext cx="2417762" cy="1104900"/>
          </a:xfrm>
          <a:prstGeom prst="rect">
            <a:avLst/>
          </a:prstGeom>
        </p:spPr>
        <p:txBody>
          <a:bodyPr lIns="0">
            <a:normAutofit/>
          </a:bodyPr>
          <a:lstStyle>
            <a:lvl1pPr marL="0" indent="0">
              <a:lnSpc>
                <a:spcPct val="100000"/>
              </a:lnSpc>
              <a:buNone/>
              <a:defRPr sz="1400">
                <a:solidFill>
                  <a:srgbClr val="393A39"/>
                </a:solidFill>
                <a:latin typeface="Lato" panose="020F0502020204030203" pitchFamily="34" charset="0"/>
              </a:defRPr>
            </a:lvl1pPr>
            <a:lvl2pPr marL="292093" indent="0">
              <a:lnSpc>
                <a:spcPct val="100000"/>
              </a:lnSpc>
              <a:buFont typeface="Arial" panose="020B0604020202020204" pitchFamily="34" charset="0"/>
              <a:buNone/>
              <a:defRPr sz="1200">
                <a:solidFill>
                  <a:srgbClr val="393A39"/>
                </a:solidFill>
                <a:latin typeface="Lato" panose="020F0502020204030203" pitchFamily="34" charset="0"/>
              </a:defRPr>
            </a:lvl2pPr>
            <a:lvl3pPr marL="576248" indent="0">
              <a:lnSpc>
                <a:spcPct val="100000"/>
              </a:lnSpc>
              <a:buNone/>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Title ONLY preferred, if there is body copy it should be very short! (NO BULLETS)</a:t>
            </a:r>
          </a:p>
        </p:txBody>
      </p:sp>
    </p:spTree>
    <p:extLst>
      <p:ext uri="{BB962C8B-B14F-4D97-AF65-F5344CB8AC3E}">
        <p14:creationId xmlns:p14="http://schemas.microsoft.com/office/powerpoint/2010/main" val="4990102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Small Cropped UI, Image, + Bullets">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0" y="0"/>
            <a:ext cx="9144000" cy="25536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9" name="Picture 18">
            <a:extLst>
              <a:ext uri="{FF2B5EF4-FFF2-40B4-BE49-F238E27FC236}">
                <a16:creationId xmlns:a16="http://schemas.microsoft.com/office/drawing/2014/main" id="{12314A6A-139E-B045-A7B0-62EE8C195F54}"/>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20" name="Picture 19">
            <a:extLst>
              <a:ext uri="{FF2B5EF4-FFF2-40B4-BE49-F238E27FC236}">
                <a16:creationId xmlns:a16="http://schemas.microsoft.com/office/drawing/2014/main" id="{C764D7F7-BB88-854E-82C8-FA0A21E4A86E}"/>
              </a:ext>
            </a:extLst>
          </p:cNvPr>
          <p:cNvPicPr>
            <a:picLocks noChangeAspect="1"/>
          </p:cNvPicPr>
          <p:nvPr/>
        </p:nvPicPr>
        <p:blipFill>
          <a:blip r:embed="rId3"/>
          <a:stretch>
            <a:fillRect/>
          </a:stretch>
        </p:blipFill>
        <p:spPr>
          <a:xfrm>
            <a:off x="115779" y="223914"/>
            <a:ext cx="752320" cy="69658"/>
          </a:xfrm>
          <a:prstGeom prst="rect">
            <a:avLst/>
          </a:prstGeom>
        </p:spPr>
      </p:pic>
      <p:sp>
        <p:nvSpPr>
          <p:cNvPr id="32" name="Content Placeholder 3">
            <a:extLst>
              <a:ext uri="{FF2B5EF4-FFF2-40B4-BE49-F238E27FC236}">
                <a16:creationId xmlns:a16="http://schemas.microsoft.com/office/drawing/2014/main" id="{08F8115A-52B0-214C-9121-EF7CCB7F0CB0}"/>
              </a:ext>
            </a:extLst>
          </p:cNvPr>
          <p:cNvSpPr>
            <a:spLocks noGrp="1"/>
          </p:cNvSpPr>
          <p:nvPr>
            <p:ph sz="quarter" idx="17" hasCustomPrompt="1"/>
          </p:nvPr>
        </p:nvSpPr>
        <p:spPr>
          <a:xfrm>
            <a:off x="0" y="-1270"/>
            <a:ext cx="9144000" cy="2553616"/>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 </a:t>
            </a:r>
          </a:p>
          <a:p>
            <a:pPr lvl="0"/>
            <a:r>
              <a:rPr lang="en-US" dirty="0"/>
              <a:t>Can be broken into multiple images but there should be space in between each</a:t>
            </a:r>
          </a:p>
        </p:txBody>
      </p:sp>
      <p:sp>
        <p:nvSpPr>
          <p:cNvPr id="18" name="Title 1">
            <a:extLst>
              <a:ext uri="{FF2B5EF4-FFF2-40B4-BE49-F238E27FC236}">
                <a16:creationId xmlns:a16="http://schemas.microsoft.com/office/drawing/2014/main" id="{FC98038E-301F-8A4C-BE5E-97E84379DBA2}"/>
              </a:ext>
            </a:extLst>
          </p:cNvPr>
          <p:cNvSpPr>
            <a:spLocks noGrp="1"/>
          </p:cNvSpPr>
          <p:nvPr>
            <p:ph type="title"/>
          </p:nvPr>
        </p:nvSpPr>
        <p:spPr>
          <a:xfrm>
            <a:off x="0" y="2072542"/>
            <a:ext cx="8382000" cy="879516"/>
          </a:xfrm>
          <a:prstGeom prst="rect">
            <a:avLst/>
          </a:prstGeom>
          <a:solidFill>
            <a:schemeClr val="tx2"/>
          </a:solidFill>
        </p:spPr>
        <p:txBody>
          <a:bodyPr lIns="2834640" rIns="137160" bIns="13716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21" name="Content Placeholder 3">
            <a:extLst>
              <a:ext uri="{FF2B5EF4-FFF2-40B4-BE49-F238E27FC236}">
                <a16:creationId xmlns:a16="http://schemas.microsoft.com/office/drawing/2014/main" id="{5030816A-EC52-EF4E-9057-6C419FC49F4D}"/>
              </a:ext>
            </a:extLst>
          </p:cNvPr>
          <p:cNvSpPr>
            <a:spLocks noGrp="1"/>
          </p:cNvSpPr>
          <p:nvPr>
            <p:ph sz="quarter" idx="18" hasCustomPrompt="1"/>
          </p:nvPr>
        </p:nvSpPr>
        <p:spPr>
          <a:xfrm>
            <a:off x="368349" y="2266951"/>
            <a:ext cx="2180990" cy="2742283"/>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(must cross over the dark blue but not above it or off the page)</a:t>
            </a:r>
          </a:p>
          <a:p>
            <a:pPr lvl="1"/>
            <a:r>
              <a:rPr lang="en-US" dirty="0"/>
              <a:t>Best used with small GUI screenshots (width can change but not height, adjust left margin to title text so it is left aligned but legible)</a:t>
            </a:r>
          </a:p>
        </p:txBody>
      </p:sp>
      <p:sp>
        <p:nvSpPr>
          <p:cNvPr id="23" name="Content Placeholder 3">
            <a:extLst>
              <a:ext uri="{FF2B5EF4-FFF2-40B4-BE49-F238E27FC236}">
                <a16:creationId xmlns:a16="http://schemas.microsoft.com/office/drawing/2014/main" id="{FC958CDA-7917-0F43-A775-6AEE32A675F6}"/>
              </a:ext>
            </a:extLst>
          </p:cNvPr>
          <p:cNvSpPr>
            <a:spLocks noGrp="1"/>
          </p:cNvSpPr>
          <p:nvPr>
            <p:ph sz="half" idx="10" hasCustomPrompt="1"/>
          </p:nvPr>
        </p:nvSpPr>
        <p:spPr>
          <a:xfrm>
            <a:off x="2819401" y="3182268"/>
            <a:ext cx="5373585" cy="1827882"/>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 keep it short!</a:t>
            </a:r>
          </a:p>
          <a:p>
            <a:pPr lvl="1"/>
            <a:r>
              <a:rPr lang="en-US" dirty="0"/>
              <a:t>Keep left aligned to the title (if you adjust the title adjust this box as well)</a:t>
            </a:r>
          </a:p>
          <a:p>
            <a:pPr lvl="2"/>
            <a:r>
              <a:rPr lang="en-US" dirty="0"/>
              <a:t>Third level</a:t>
            </a:r>
          </a:p>
        </p:txBody>
      </p:sp>
    </p:spTree>
    <p:extLst>
      <p:ext uri="{BB962C8B-B14F-4D97-AF65-F5344CB8AC3E}">
        <p14:creationId xmlns:p14="http://schemas.microsoft.com/office/powerpoint/2010/main" val="44441828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1 Img: Body &amp; 2 Subsections (horizont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3276600" y="438150"/>
            <a:ext cx="5867400" cy="4267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Content Placeholder 3">
            <a:extLst>
              <a:ext uri="{FF2B5EF4-FFF2-40B4-BE49-F238E27FC236}">
                <a16:creationId xmlns:a16="http://schemas.microsoft.com/office/drawing/2014/main" id="{47CEDFB9-61FB-664C-B8CB-B9845B0708A7}"/>
              </a:ext>
            </a:extLst>
          </p:cNvPr>
          <p:cNvSpPr>
            <a:spLocks noGrp="1"/>
          </p:cNvSpPr>
          <p:nvPr>
            <p:ph sz="quarter" idx="21" hasCustomPrompt="1"/>
          </p:nvPr>
        </p:nvSpPr>
        <p:spPr>
          <a:xfrm>
            <a:off x="3275214" y="433532"/>
            <a:ext cx="5944986" cy="4267201"/>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12763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9" name="Content Placeholder 3">
            <a:extLst>
              <a:ext uri="{FF2B5EF4-FFF2-40B4-BE49-F238E27FC236}">
                <a16:creationId xmlns:a16="http://schemas.microsoft.com/office/drawing/2014/main" id="{3E06FF7B-3429-C644-8CBA-4E520851CCC1}"/>
              </a:ext>
            </a:extLst>
          </p:cNvPr>
          <p:cNvSpPr>
            <a:spLocks noGrp="1"/>
          </p:cNvSpPr>
          <p:nvPr>
            <p:ph sz="quarter" idx="17" hasCustomPrompt="1"/>
          </p:nvPr>
        </p:nvSpPr>
        <p:spPr>
          <a:xfrm>
            <a:off x="6766560" y="2878463"/>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1" name="Content Placeholder 3">
            <a:extLst>
              <a:ext uri="{FF2B5EF4-FFF2-40B4-BE49-F238E27FC236}">
                <a16:creationId xmlns:a16="http://schemas.microsoft.com/office/drawing/2014/main" id="{529BFA4C-0FA9-8A4B-A56D-5092DC42B69F}"/>
              </a:ext>
            </a:extLst>
          </p:cNvPr>
          <p:cNvSpPr>
            <a:spLocks noGrp="1"/>
          </p:cNvSpPr>
          <p:nvPr>
            <p:ph sz="quarter" idx="18" hasCustomPrompt="1"/>
          </p:nvPr>
        </p:nvSpPr>
        <p:spPr>
          <a:xfrm>
            <a:off x="6766560"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never images)</a:t>
            </a:r>
          </a:p>
        </p:txBody>
      </p:sp>
      <p:sp>
        <p:nvSpPr>
          <p:cNvPr id="17" name="Content Placeholder 3">
            <a:extLst>
              <a:ext uri="{FF2B5EF4-FFF2-40B4-BE49-F238E27FC236}">
                <a16:creationId xmlns:a16="http://schemas.microsoft.com/office/drawing/2014/main" id="{6F0A16B3-E5A2-F142-A60B-3ABD6B4C506E}"/>
              </a:ext>
            </a:extLst>
          </p:cNvPr>
          <p:cNvSpPr>
            <a:spLocks noGrp="1"/>
          </p:cNvSpPr>
          <p:nvPr>
            <p:ph sz="quarter" idx="19" hasCustomPrompt="1"/>
          </p:nvPr>
        </p:nvSpPr>
        <p:spPr>
          <a:xfrm>
            <a:off x="4746172" y="2878463"/>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8" name="Content Placeholder 3">
            <a:extLst>
              <a:ext uri="{FF2B5EF4-FFF2-40B4-BE49-F238E27FC236}">
                <a16:creationId xmlns:a16="http://schemas.microsoft.com/office/drawing/2014/main" id="{261E8B46-9EEF-7442-99EE-163C31DA533A}"/>
              </a:ext>
            </a:extLst>
          </p:cNvPr>
          <p:cNvSpPr>
            <a:spLocks noGrp="1"/>
          </p:cNvSpPr>
          <p:nvPr>
            <p:ph sz="quarter" idx="20" hasCustomPrompt="1"/>
          </p:nvPr>
        </p:nvSpPr>
        <p:spPr>
          <a:xfrm>
            <a:off x="4746172"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never images)</a:t>
            </a:r>
          </a:p>
        </p:txBody>
      </p:sp>
      <p:sp>
        <p:nvSpPr>
          <p:cNvPr id="13" name="Content Placeholder 3">
            <a:extLst>
              <a:ext uri="{FF2B5EF4-FFF2-40B4-BE49-F238E27FC236}">
                <a16:creationId xmlns:a16="http://schemas.microsoft.com/office/drawing/2014/main" id="{EBEB5B93-0024-7142-918B-08276C405FC0}"/>
              </a:ext>
            </a:extLst>
          </p:cNvPr>
          <p:cNvSpPr>
            <a:spLocks noGrp="1"/>
          </p:cNvSpPr>
          <p:nvPr>
            <p:ph sz="half" idx="10" hasCustomPrompt="1"/>
          </p:nvPr>
        </p:nvSpPr>
        <p:spPr>
          <a:xfrm>
            <a:off x="457201" y="2076450"/>
            <a:ext cx="2417762" cy="27051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Tree>
    <p:extLst>
      <p:ext uri="{BB962C8B-B14F-4D97-AF65-F5344CB8AC3E}">
        <p14:creationId xmlns:p14="http://schemas.microsoft.com/office/powerpoint/2010/main" val="277730586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1 Img: Body &amp; 2 Subsections (vertic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3276600" y="438150"/>
            <a:ext cx="5867400" cy="4267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Content Placeholder 3">
            <a:extLst>
              <a:ext uri="{FF2B5EF4-FFF2-40B4-BE49-F238E27FC236}">
                <a16:creationId xmlns:a16="http://schemas.microsoft.com/office/drawing/2014/main" id="{3E121484-A153-5748-BC2B-E272C94905DD}"/>
              </a:ext>
            </a:extLst>
          </p:cNvPr>
          <p:cNvSpPr>
            <a:spLocks noGrp="1"/>
          </p:cNvSpPr>
          <p:nvPr>
            <p:ph sz="quarter" idx="17" hasCustomPrompt="1"/>
          </p:nvPr>
        </p:nvSpPr>
        <p:spPr>
          <a:xfrm>
            <a:off x="3275214" y="433532"/>
            <a:ext cx="5944986" cy="4267201"/>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vertical image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hasCustomPrompt="1"/>
          </p:nvPr>
        </p:nvSpPr>
        <p:spPr>
          <a:xfrm>
            <a:off x="457201" y="12763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dirty="0"/>
              <a:t>Content slide for product </a:t>
            </a:r>
          </a:p>
        </p:txBody>
      </p:sp>
      <p:sp>
        <p:nvSpPr>
          <p:cNvPr id="19" name="Content Placeholder 3">
            <a:extLst>
              <a:ext uri="{FF2B5EF4-FFF2-40B4-BE49-F238E27FC236}">
                <a16:creationId xmlns:a16="http://schemas.microsoft.com/office/drawing/2014/main" id="{0039C83E-2396-3041-88D2-08BED1B90FB3}"/>
              </a:ext>
            </a:extLst>
          </p:cNvPr>
          <p:cNvSpPr>
            <a:spLocks noGrp="1"/>
          </p:cNvSpPr>
          <p:nvPr>
            <p:ph sz="half" idx="10" hasCustomPrompt="1"/>
          </p:nvPr>
        </p:nvSpPr>
        <p:spPr>
          <a:xfrm>
            <a:off x="457201" y="2076450"/>
            <a:ext cx="2417762" cy="27051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8C71EA4F-0AEB-704F-B2AF-EC325862EE69}"/>
              </a:ext>
            </a:extLst>
          </p:cNvPr>
          <p:cNvSpPr>
            <a:spLocks noGrp="1"/>
          </p:cNvSpPr>
          <p:nvPr>
            <p:ph sz="quarter" idx="12" hasCustomPrompt="1"/>
          </p:nvPr>
        </p:nvSpPr>
        <p:spPr>
          <a:xfrm>
            <a:off x="6766560" y="285750"/>
            <a:ext cx="1920240" cy="1295400"/>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Content Placeholder 3">
            <a:extLst>
              <a:ext uri="{FF2B5EF4-FFF2-40B4-BE49-F238E27FC236}">
                <a16:creationId xmlns:a16="http://schemas.microsoft.com/office/drawing/2014/main" id="{C06C8869-223C-D542-9653-176927B288AF}"/>
              </a:ext>
            </a:extLst>
          </p:cNvPr>
          <p:cNvSpPr>
            <a:spLocks noGrp="1"/>
          </p:cNvSpPr>
          <p:nvPr>
            <p:ph sz="quarter" idx="13" hasCustomPrompt="1"/>
          </p:nvPr>
        </p:nvSpPr>
        <p:spPr>
          <a:xfrm>
            <a:off x="6766560" y="2647951"/>
            <a:ext cx="1920240" cy="9144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3" name="Content Placeholder 3">
            <a:extLst>
              <a:ext uri="{FF2B5EF4-FFF2-40B4-BE49-F238E27FC236}">
                <a16:creationId xmlns:a16="http://schemas.microsoft.com/office/drawing/2014/main" id="{AE788E41-A610-5040-A8C2-BD70D9EF3D9B}"/>
              </a:ext>
            </a:extLst>
          </p:cNvPr>
          <p:cNvSpPr>
            <a:spLocks noGrp="1"/>
          </p:cNvSpPr>
          <p:nvPr>
            <p:ph sz="quarter" idx="15" hasCustomPrompt="1"/>
          </p:nvPr>
        </p:nvSpPr>
        <p:spPr>
          <a:xfrm>
            <a:off x="6766560" y="1583328"/>
            <a:ext cx="1920240" cy="1064623"/>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(never images)</a:t>
            </a:r>
          </a:p>
        </p:txBody>
      </p:sp>
      <p:sp>
        <p:nvSpPr>
          <p:cNvPr id="24" name="Content Placeholder 3">
            <a:extLst>
              <a:ext uri="{FF2B5EF4-FFF2-40B4-BE49-F238E27FC236}">
                <a16:creationId xmlns:a16="http://schemas.microsoft.com/office/drawing/2014/main" id="{29BFBEF6-E451-974A-8990-AD98550A94D1}"/>
              </a:ext>
            </a:extLst>
          </p:cNvPr>
          <p:cNvSpPr>
            <a:spLocks noGrp="1"/>
          </p:cNvSpPr>
          <p:nvPr>
            <p:ph sz="quarter" idx="16" hasCustomPrompt="1"/>
          </p:nvPr>
        </p:nvSpPr>
        <p:spPr>
          <a:xfrm>
            <a:off x="6766560" y="3562352"/>
            <a:ext cx="1920240" cy="129539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(never images)</a:t>
            </a:r>
          </a:p>
        </p:txBody>
      </p:sp>
    </p:spTree>
    <p:extLst>
      <p:ext uri="{BB962C8B-B14F-4D97-AF65-F5344CB8AC3E}">
        <p14:creationId xmlns:p14="http://schemas.microsoft.com/office/powerpoint/2010/main" val="253475286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 Img: 2 Subsections (horizontal)">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1A19ABD-8F20-9948-B84A-E38FAEDBE435}"/>
              </a:ext>
            </a:extLst>
          </p:cNvPr>
          <p:cNvSpPr/>
          <p:nvPr/>
        </p:nvSpPr>
        <p:spPr>
          <a:xfrm>
            <a:off x="685800" y="1574620"/>
            <a:ext cx="8077200" cy="35688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685800" y="1574620"/>
            <a:ext cx="8077200" cy="356888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457200" y="288308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457200"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4" name="Content Placeholder 3">
            <a:extLst>
              <a:ext uri="{FF2B5EF4-FFF2-40B4-BE49-F238E27FC236}">
                <a16:creationId xmlns:a16="http://schemas.microsoft.com/office/drawing/2014/main" id="{4EFE6318-65F6-574E-A6AF-2B00B6294C16}"/>
              </a:ext>
            </a:extLst>
          </p:cNvPr>
          <p:cNvSpPr>
            <a:spLocks noGrp="1"/>
          </p:cNvSpPr>
          <p:nvPr>
            <p:ph sz="quarter" idx="31" hasCustomPrompt="1"/>
          </p:nvPr>
        </p:nvSpPr>
        <p:spPr>
          <a:xfrm>
            <a:off x="2570363" y="288308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5" name="Content Placeholder 3">
            <a:extLst>
              <a:ext uri="{FF2B5EF4-FFF2-40B4-BE49-F238E27FC236}">
                <a16:creationId xmlns:a16="http://schemas.microsoft.com/office/drawing/2014/main" id="{01D9D084-191F-4748-95AA-C449BC462044}"/>
              </a:ext>
            </a:extLst>
          </p:cNvPr>
          <p:cNvSpPr>
            <a:spLocks noGrp="1"/>
          </p:cNvSpPr>
          <p:nvPr>
            <p:ph sz="quarter" idx="32" hasCustomPrompt="1"/>
          </p:nvPr>
        </p:nvSpPr>
        <p:spPr>
          <a:xfrm>
            <a:off x="2570363"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1" name="Title 1">
            <a:extLst>
              <a:ext uri="{FF2B5EF4-FFF2-40B4-BE49-F238E27FC236}">
                <a16:creationId xmlns:a16="http://schemas.microsoft.com/office/drawing/2014/main" id="{320F225D-F840-704E-90D0-82590E475F02}"/>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2" name="Text Placeholder 2">
            <a:extLst>
              <a:ext uri="{FF2B5EF4-FFF2-40B4-BE49-F238E27FC236}">
                <a16:creationId xmlns:a16="http://schemas.microsoft.com/office/drawing/2014/main" id="{BC42EB25-D658-9942-9DB4-E2923B92DF11}"/>
              </a:ext>
            </a:extLst>
          </p:cNvPr>
          <p:cNvSpPr>
            <a:spLocks noGrp="1"/>
          </p:cNvSpPr>
          <p:nvPr>
            <p:ph type="body" sz="quarter" idx="12" hasCustomPrompt="1"/>
          </p:nvPr>
        </p:nvSpPr>
        <p:spPr>
          <a:xfrm>
            <a:off x="6553200" y="4705350"/>
            <a:ext cx="2133600" cy="304800"/>
          </a:xfrm>
        </p:spPr>
        <p:txBody>
          <a:bodyPr>
            <a:normAutofit/>
          </a:bodyPr>
          <a:lstStyle>
            <a:lvl1pPr marL="0" indent="0" algn="r">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Caption in this style only if necessary (move to be near image but stay on the right side)</a:t>
            </a:r>
          </a:p>
        </p:txBody>
      </p:sp>
    </p:spTree>
    <p:extLst>
      <p:ext uri="{BB962C8B-B14F-4D97-AF65-F5344CB8AC3E}">
        <p14:creationId xmlns:p14="http://schemas.microsoft.com/office/powerpoint/2010/main" val="408683914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 Img: 2 Subsections (vertic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0" y="1828800"/>
            <a:ext cx="9144000" cy="33147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Content Placeholder 3">
            <a:extLst>
              <a:ext uri="{FF2B5EF4-FFF2-40B4-BE49-F238E27FC236}">
                <a16:creationId xmlns:a16="http://schemas.microsoft.com/office/drawing/2014/main" id="{C1410587-1BDD-7048-AF53-8DFCD2C586EC}"/>
              </a:ext>
            </a:extLst>
          </p:cNvPr>
          <p:cNvSpPr>
            <a:spLocks noGrp="1"/>
          </p:cNvSpPr>
          <p:nvPr>
            <p:ph sz="quarter" idx="17" hasCustomPrompt="1"/>
          </p:nvPr>
        </p:nvSpPr>
        <p:spPr>
          <a:xfrm>
            <a:off x="0" y="1828800"/>
            <a:ext cx="9144000" cy="331470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imagery </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0" y="781050"/>
            <a:ext cx="4572000"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9" name="Content Placeholder 3">
            <a:extLst>
              <a:ext uri="{FF2B5EF4-FFF2-40B4-BE49-F238E27FC236}">
                <a16:creationId xmlns:a16="http://schemas.microsoft.com/office/drawing/2014/main" id="{9D9E0323-2132-924E-B4B6-B65DEFACA051}"/>
              </a:ext>
            </a:extLst>
          </p:cNvPr>
          <p:cNvSpPr>
            <a:spLocks noGrp="1"/>
          </p:cNvSpPr>
          <p:nvPr>
            <p:ph sz="quarter" idx="12" hasCustomPrompt="1"/>
          </p:nvPr>
        </p:nvSpPr>
        <p:spPr>
          <a:xfrm>
            <a:off x="6400800" y="516526"/>
            <a:ext cx="2196352" cy="1064624"/>
          </a:xfrm>
          <a:solidFill>
            <a:schemeClr val="tx2"/>
          </a:solidFill>
        </p:spPr>
        <p:txBody>
          <a:bodyPr lIns="137160" tIns="137160" rIns="9144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0" name="Content Placeholder 3">
            <a:extLst>
              <a:ext uri="{FF2B5EF4-FFF2-40B4-BE49-F238E27FC236}">
                <a16:creationId xmlns:a16="http://schemas.microsoft.com/office/drawing/2014/main" id="{73CF75C6-D2B9-2B40-86C2-61E17A7E58DA}"/>
              </a:ext>
            </a:extLst>
          </p:cNvPr>
          <p:cNvSpPr>
            <a:spLocks noGrp="1"/>
          </p:cNvSpPr>
          <p:nvPr>
            <p:ph sz="quarter" idx="13" hasCustomPrompt="1"/>
          </p:nvPr>
        </p:nvSpPr>
        <p:spPr>
          <a:xfrm>
            <a:off x="6400800" y="2647951"/>
            <a:ext cx="2196352" cy="9144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1" name="Content Placeholder 3">
            <a:extLst>
              <a:ext uri="{FF2B5EF4-FFF2-40B4-BE49-F238E27FC236}">
                <a16:creationId xmlns:a16="http://schemas.microsoft.com/office/drawing/2014/main" id="{EAF63C98-5ADC-4744-8C2C-754CFCA2A7C7}"/>
              </a:ext>
            </a:extLst>
          </p:cNvPr>
          <p:cNvSpPr>
            <a:spLocks noGrp="1"/>
          </p:cNvSpPr>
          <p:nvPr>
            <p:ph sz="quarter" idx="15" hasCustomPrompt="1"/>
          </p:nvPr>
        </p:nvSpPr>
        <p:spPr>
          <a:xfrm>
            <a:off x="6400800" y="1583328"/>
            <a:ext cx="2196352" cy="1064623"/>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(never images)</a:t>
            </a:r>
          </a:p>
        </p:txBody>
      </p:sp>
      <p:sp>
        <p:nvSpPr>
          <p:cNvPr id="22" name="Content Placeholder 3">
            <a:extLst>
              <a:ext uri="{FF2B5EF4-FFF2-40B4-BE49-F238E27FC236}">
                <a16:creationId xmlns:a16="http://schemas.microsoft.com/office/drawing/2014/main" id="{60F589EC-28F7-6547-A1E0-FD934D9C4717}"/>
              </a:ext>
            </a:extLst>
          </p:cNvPr>
          <p:cNvSpPr>
            <a:spLocks noGrp="1"/>
          </p:cNvSpPr>
          <p:nvPr>
            <p:ph sz="quarter" idx="16" hasCustomPrompt="1"/>
          </p:nvPr>
        </p:nvSpPr>
        <p:spPr>
          <a:xfrm>
            <a:off x="6400800" y="3562350"/>
            <a:ext cx="2196352" cy="1574620"/>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(never images)</a:t>
            </a:r>
          </a:p>
        </p:txBody>
      </p:sp>
    </p:spTree>
    <p:extLst>
      <p:ext uri="{BB962C8B-B14F-4D97-AF65-F5344CB8AC3E}">
        <p14:creationId xmlns:p14="http://schemas.microsoft.com/office/powerpoint/2010/main" val="361401149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1 Img: Body (horizont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0" y="1828801"/>
            <a:ext cx="9144000" cy="333015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Content Placeholder 3">
            <a:extLst>
              <a:ext uri="{FF2B5EF4-FFF2-40B4-BE49-F238E27FC236}">
                <a16:creationId xmlns:a16="http://schemas.microsoft.com/office/drawing/2014/main" id="{EB54720A-1134-1149-8C4F-29DF61A6D4F5}"/>
              </a:ext>
            </a:extLst>
          </p:cNvPr>
          <p:cNvSpPr>
            <a:spLocks noGrp="1"/>
          </p:cNvSpPr>
          <p:nvPr>
            <p:ph sz="quarter" idx="17" hasCustomPrompt="1"/>
          </p:nvPr>
        </p:nvSpPr>
        <p:spPr>
          <a:xfrm>
            <a:off x="0" y="1828800"/>
            <a:ext cx="9144000" cy="331470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imagery </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800101"/>
            <a:ext cx="3429001"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A4AE68C5-CD5D-4844-949B-A40D77CF7FF9}"/>
              </a:ext>
            </a:extLst>
          </p:cNvPr>
          <p:cNvSpPr>
            <a:spLocks noGrp="1"/>
          </p:cNvSpPr>
          <p:nvPr>
            <p:ph sz="half" idx="10" hasCustomPrompt="1"/>
          </p:nvPr>
        </p:nvSpPr>
        <p:spPr>
          <a:xfrm>
            <a:off x="4336774" y="666751"/>
            <a:ext cx="4343400" cy="933451"/>
          </a:xfrm>
          <a:prstGeom prst="rect">
            <a:avLst/>
          </a:prstGeom>
        </p:spPr>
        <p:txBody>
          <a:bodyPr anchor="b">
            <a:normAutofit/>
          </a:bodyPr>
          <a:lstStyle>
            <a:lvl1pPr marL="0" indent="0">
              <a:lnSpc>
                <a:spcPct val="100000"/>
              </a:lnSpc>
              <a:buNone/>
              <a:defRPr sz="1400">
                <a:solidFill>
                  <a:srgbClr val="393A39"/>
                </a:solidFill>
                <a:latin typeface="Lato" panose="020F0502020204030203" pitchFamily="34" charset="0"/>
              </a:defRPr>
            </a:lvl1pPr>
            <a:lvl2pPr marL="292093" indent="0">
              <a:lnSpc>
                <a:spcPct val="100000"/>
              </a:lnSpc>
              <a:buFont typeface="Arial" panose="020B0604020202020204" pitchFamily="34" charset="0"/>
              <a:buNone/>
              <a:defRPr sz="1200">
                <a:solidFill>
                  <a:srgbClr val="393A39"/>
                </a:solidFill>
                <a:latin typeface="Lato" panose="020F0502020204030203" pitchFamily="34" charset="0"/>
              </a:defRPr>
            </a:lvl2pPr>
            <a:lvl3pPr marL="576248" indent="0">
              <a:lnSpc>
                <a:spcPct val="100000"/>
              </a:lnSpc>
              <a:buNone/>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 2-3 lines max</a:t>
            </a:r>
          </a:p>
        </p:txBody>
      </p:sp>
      <p:sp>
        <p:nvSpPr>
          <p:cNvPr id="6" name="Text Placeholder 2">
            <a:extLst>
              <a:ext uri="{FF2B5EF4-FFF2-40B4-BE49-F238E27FC236}">
                <a16:creationId xmlns:a16="http://schemas.microsoft.com/office/drawing/2014/main" id="{9C9FBA76-EC57-5B44-B1FE-EAEF7BA59C51}"/>
              </a:ext>
            </a:extLst>
          </p:cNvPr>
          <p:cNvSpPr>
            <a:spLocks noGrp="1"/>
          </p:cNvSpPr>
          <p:nvPr>
            <p:ph type="body" sz="quarter" idx="18" hasCustomPrompt="1"/>
          </p:nvPr>
        </p:nvSpPr>
        <p:spPr>
          <a:xfrm>
            <a:off x="97023" y="4854151"/>
            <a:ext cx="3103378" cy="304800"/>
          </a:xfrm>
        </p:spPr>
        <p:txBody>
          <a:bodyPr>
            <a:normAutofit/>
          </a:bodyPr>
          <a:lstStyle>
            <a:lvl1pPr marL="0" indent="0">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Short  caption in this style only if necessary</a:t>
            </a:r>
          </a:p>
        </p:txBody>
      </p:sp>
    </p:spTree>
    <p:extLst>
      <p:ext uri="{BB962C8B-B14F-4D97-AF65-F5344CB8AC3E}">
        <p14:creationId xmlns:p14="http://schemas.microsoft.com/office/powerpoint/2010/main" val="269647679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1 Img: 4 Subsections (horizont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0" y="0"/>
            <a:ext cx="9144000" cy="29146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Content Placeholder 3">
            <a:extLst>
              <a:ext uri="{FF2B5EF4-FFF2-40B4-BE49-F238E27FC236}">
                <a16:creationId xmlns:a16="http://schemas.microsoft.com/office/drawing/2014/main" id="{C55A5EC6-0073-7947-BBE4-21D6DE8230A6}"/>
              </a:ext>
            </a:extLst>
          </p:cNvPr>
          <p:cNvSpPr>
            <a:spLocks noGrp="1"/>
          </p:cNvSpPr>
          <p:nvPr>
            <p:ph sz="quarter" idx="19" hasCustomPrompt="1"/>
          </p:nvPr>
        </p:nvSpPr>
        <p:spPr>
          <a:xfrm>
            <a:off x="4572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5" name="Content Placeholder 3">
            <a:extLst>
              <a:ext uri="{FF2B5EF4-FFF2-40B4-BE49-F238E27FC236}">
                <a16:creationId xmlns:a16="http://schemas.microsoft.com/office/drawing/2014/main" id="{3ECEF5C8-D625-7D48-953E-B6AF1C1C6455}"/>
              </a:ext>
            </a:extLst>
          </p:cNvPr>
          <p:cNvSpPr>
            <a:spLocks noGrp="1"/>
          </p:cNvSpPr>
          <p:nvPr>
            <p:ph sz="quarter" idx="20" hasCustomPrompt="1"/>
          </p:nvPr>
        </p:nvSpPr>
        <p:spPr>
          <a:xfrm>
            <a:off x="4572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16" name="Content Placeholder 3">
            <a:extLst>
              <a:ext uri="{FF2B5EF4-FFF2-40B4-BE49-F238E27FC236}">
                <a16:creationId xmlns:a16="http://schemas.microsoft.com/office/drawing/2014/main" id="{2EB91B49-F488-C145-AFFE-02764827CF01}"/>
              </a:ext>
            </a:extLst>
          </p:cNvPr>
          <p:cNvSpPr>
            <a:spLocks noGrp="1"/>
          </p:cNvSpPr>
          <p:nvPr>
            <p:ph sz="quarter" idx="21" hasCustomPrompt="1"/>
          </p:nvPr>
        </p:nvSpPr>
        <p:spPr>
          <a:xfrm>
            <a:off x="25908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AF43D2FE-FD2D-9A46-AA7F-01AA07355C0E}"/>
              </a:ext>
            </a:extLst>
          </p:cNvPr>
          <p:cNvSpPr>
            <a:spLocks noGrp="1"/>
          </p:cNvSpPr>
          <p:nvPr>
            <p:ph sz="quarter" idx="22" hasCustomPrompt="1"/>
          </p:nvPr>
        </p:nvSpPr>
        <p:spPr>
          <a:xfrm>
            <a:off x="25908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26" name="Content Placeholder 3">
            <a:extLst>
              <a:ext uri="{FF2B5EF4-FFF2-40B4-BE49-F238E27FC236}">
                <a16:creationId xmlns:a16="http://schemas.microsoft.com/office/drawing/2014/main" id="{812EEC76-2279-374F-8B62-D1B9694094F0}"/>
              </a:ext>
            </a:extLst>
          </p:cNvPr>
          <p:cNvSpPr>
            <a:spLocks noGrp="1"/>
          </p:cNvSpPr>
          <p:nvPr>
            <p:ph sz="quarter" idx="23" hasCustomPrompt="1"/>
          </p:nvPr>
        </p:nvSpPr>
        <p:spPr>
          <a:xfrm>
            <a:off x="4724400" y="347155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87BCBA6B-67C3-6043-925B-200179A70E1E}"/>
              </a:ext>
            </a:extLst>
          </p:cNvPr>
          <p:cNvSpPr>
            <a:spLocks noGrp="1"/>
          </p:cNvSpPr>
          <p:nvPr>
            <p:ph sz="quarter" idx="24" hasCustomPrompt="1"/>
          </p:nvPr>
        </p:nvSpPr>
        <p:spPr>
          <a:xfrm>
            <a:off x="4724400" y="383459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28" name="Content Placeholder 3">
            <a:extLst>
              <a:ext uri="{FF2B5EF4-FFF2-40B4-BE49-F238E27FC236}">
                <a16:creationId xmlns:a16="http://schemas.microsoft.com/office/drawing/2014/main" id="{2FAE9328-9470-0848-AC2C-8C50A5877CD5}"/>
              </a:ext>
            </a:extLst>
          </p:cNvPr>
          <p:cNvSpPr>
            <a:spLocks noGrp="1"/>
          </p:cNvSpPr>
          <p:nvPr>
            <p:ph sz="quarter" idx="25" hasCustomPrompt="1"/>
          </p:nvPr>
        </p:nvSpPr>
        <p:spPr>
          <a:xfrm>
            <a:off x="68580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9" name="Content Placeholder 3">
            <a:extLst>
              <a:ext uri="{FF2B5EF4-FFF2-40B4-BE49-F238E27FC236}">
                <a16:creationId xmlns:a16="http://schemas.microsoft.com/office/drawing/2014/main" id="{0B1D0407-5C33-864A-BF68-513C16B32567}"/>
              </a:ext>
            </a:extLst>
          </p:cNvPr>
          <p:cNvSpPr>
            <a:spLocks noGrp="1"/>
          </p:cNvSpPr>
          <p:nvPr>
            <p:ph sz="quarter" idx="26" hasCustomPrompt="1"/>
          </p:nvPr>
        </p:nvSpPr>
        <p:spPr>
          <a:xfrm>
            <a:off x="68580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pic>
        <p:nvPicPr>
          <p:cNvPr id="19" name="Picture 18">
            <a:extLst>
              <a:ext uri="{FF2B5EF4-FFF2-40B4-BE49-F238E27FC236}">
                <a16:creationId xmlns:a16="http://schemas.microsoft.com/office/drawing/2014/main" id="{12314A6A-139E-B045-A7B0-62EE8C195F54}"/>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20" name="Picture 19">
            <a:extLst>
              <a:ext uri="{FF2B5EF4-FFF2-40B4-BE49-F238E27FC236}">
                <a16:creationId xmlns:a16="http://schemas.microsoft.com/office/drawing/2014/main" id="{C764D7F7-BB88-854E-82C8-FA0A21E4A86E}"/>
              </a:ext>
            </a:extLst>
          </p:cNvPr>
          <p:cNvPicPr>
            <a:picLocks noChangeAspect="1"/>
          </p:cNvPicPr>
          <p:nvPr/>
        </p:nvPicPr>
        <p:blipFill>
          <a:blip r:embed="rId3"/>
          <a:stretch>
            <a:fillRect/>
          </a:stretch>
        </p:blipFill>
        <p:spPr>
          <a:xfrm>
            <a:off x="115779" y="223914"/>
            <a:ext cx="752320" cy="69658"/>
          </a:xfrm>
          <a:prstGeom prst="rect">
            <a:avLst/>
          </a:prstGeom>
        </p:spPr>
      </p:pic>
      <p:sp>
        <p:nvSpPr>
          <p:cNvPr id="32" name="Content Placeholder 3">
            <a:extLst>
              <a:ext uri="{FF2B5EF4-FFF2-40B4-BE49-F238E27FC236}">
                <a16:creationId xmlns:a16="http://schemas.microsoft.com/office/drawing/2014/main" id="{08F8115A-52B0-214C-9121-EF7CCB7F0CB0}"/>
              </a:ext>
            </a:extLst>
          </p:cNvPr>
          <p:cNvSpPr>
            <a:spLocks noGrp="1"/>
          </p:cNvSpPr>
          <p:nvPr>
            <p:ph sz="quarter" idx="17" hasCustomPrompt="1"/>
          </p:nvPr>
        </p:nvSpPr>
        <p:spPr>
          <a:xfrm>
            <a:off x="0" y="-1270"/>
            <a:ext cx="9144000" cy="291592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a:t>
            </a:r>
          </a:p>
        </p:txBody>
      </p:sp>
      <p:sp>
        <p:nvSpPr>
          <p:cNvPr id="18" name="Title 1">
            <a:extLst>
              <a:ext uri="{FF2B5EF4-FFF2-40B4-BE49-F238E27FC236}">
                <a16:creationId xmlns:a16="http://schemas.microsoft.com/office/drawing/2014/main" id="{FC98038E-301F-8A4C-BE5E-97E84379DBA2}"/>
              </a:ext>
            </a:extLst>
          </p:cNvPr>
          <p:cNvSpPr>
            <a:spLocks noGrp="1"/>
          </p:cNvSpPr>
          <p:nvPr>
            <p:ph type="title"/>
          </p:nvPr>
        </p:nvSpPr>
        <p:spPr>
          <a:xfrm>
            <a:off x="0" y="2373810"/>
            <a:ext cx="7467600" cy="879516"/>
          </a:xfrm>
          <a:prstGeom prst="rect">
            <a:avLst/>
          </a:prstGeom>
          <a:solidFill>
            <a:schemeClr val="tx2"/>
          </a:solidFill>
        </p:spPr>
        <p:txBody>
          <a:bodyPr lIns="548640" rIns="137160" bIns="13716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67335888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1 Img: 4 Subsections (large titl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0" y="0"/>
            <a:ext cx="9144000" cy="29146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Content Placeholder 3">
            <a:extLst>
              <a:ext uri="{FF2B5EF4-FFF2-40B4-BE49-F238E27FC236}">
                <a16:creationId xmlns:a16="http://schemas.microsoft.com/office/drawing/2014/main" id="{C55A5EC6-0073-7947-BBE4-21D6DE8230A6}"/>
              </a:ext>
            </a:extLst>
          </p:cNvPr>
          <p:cNvSpPr>
            <a:spLocks noGrp="1"/>
          </p:cNvSpPr>
          <p:nvPr>
            <p:ph sz="quarter" idx="19" hasCustomPrompt="1"/>
          </p:nvPr>
        </p:nvSpPr>
        <p:spPr>
          <a:xfrm>
            <a:off x="4572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5" name="Content Placeholder 3">
            <a:extLst>
              <a:ext uri="{FF2B5EF4-FFF2-40B4-BE49-F238E27FC236}">
                <a16:creationId xmlns:a16="http://schemas.microsoft.com/office/drawing/2014/main" id="{3ECEF5C8-D625-7D48-953E-B6AF1C1C6455}"/>
              </a:ext>
            </a:extLst>
          </p:cNvPr>
          <p:cNvSpPr>
            <a:spLocks noGrp="1"/>
          </p:cNvSpPr>
          <p:nvPr>
            <p:ph sz="quarter" idx="20" hasCustomPrompt="1"/>
          </p:nvPr>
        </p:nvSpPr>
        <p:spPr>
          <a:xfrm>
            <a:off x="4572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16" name="Content Placeholder 3">
            <a:extLst>
              <a:ext uri="{FF2B5EF4-FFF2-40B4-BE49-F238E27FC236}">
                <a16:creationId xmlns:a16="http://schemas.microsoft.com/office/drawing/2014/main" id="{2EB91B49-F488-C145-AFFE-02764827CF01}"/>
              </a:ext>
            </a:extLst>
          </p:cNvPr>
          <p:cNvSpPr>
            <a:spLocks noGrp="1"/>
          </p:cNvSpPr>
          <p:nvPr>
            <p:ph sz="quarter" idx="21" hasCustomPrompt="1"/>
          </p:nvPr>
        </p:nvSpPr>
        <p:spPr>
          <a:xfrm>
            <a:off x="25908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AF43D2FE-FD2D-9A46-AA7F-01AA07355C0E}"/>
              </a:ext>
            </a:extLst>
          </p:cNvPr>
          <p:cNvSpPr>
            <a:spLocks noGrp="1"/>
          </p:cNvSpPr>
          <p:nvPr>
            <p:ph sz="quarter" idx="22" hasCustomPrompt="1"/>
          </p:nvPr>
        </p:nvSpPr>
        <p:spPr>
          <a:xfrm>
            <a:off x="25908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26" name="Content Placeholder 3">
            <a:extLst>
              <a:ext uri="{FF2B5EF4-FFF2-40B4-BE49-F238E27FC236}">
                <a16:creationId xmlns:a16="http://schemas.microsoft.com/office/drawing/2014/main" id="{812EEC76-2279-374F-8B62-D1B9694094F0}"/>
              </a:ext>
            </a:extLst>
          </p:cNvPr>
          <p:cNvSpPr>
            <a:spLocks noGrp="1"/>
          </p:cNvSpPr>
          <p:nvPr>
            <p:ph sz="quarter" idx="23" hasCustomPrompt="1"/>
          </p:nvPr>
        </p:nvSpPr>
        <p:spPr>
          <a:xfrm>
            <a:off x="4724400" y="347155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87BCBA6B-67C3-6043-925B-200179A70E1E}"/>
              </a:ext>
            </a:extLst>
          </p:cNvPr>
          <p:cNvSpPr>
            <a:spLocks noGrp="1"/>
          </p:cNvSpPr>
          <p:nvPr>
            <p:ph sz="quarter" idx="24" hasCustomPrompt="1"/>
          </p:nvPr>
        </p:nvSpPr>
        <p:spPr>
          <a:xfrm>
            <a:off x="4724400" y="383459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28" name="Content Placeholder 3">
            <a:extLst>
              <a:ext uri="{FF2B5EF4-FFF2-40B4-BE49-F238E27FC236}">
                <a16:creationId xmlns:a16="http://schemas.microsoft.com/office/drawing/2014/main" id="{2FAE9328-9470-0848-AC2C-8C50A5877CD5}"/>
              </a:ext>
            </a:extLst>
          </p:cNvPr>
          <p:cNvSpPr>
            <a:spLocks noGrp="1"/>
          </p:cNvSpPr>
          <p:nvPr>
            <p:ph sz="quarter" idx="25" hasCustomPrompt="1"/>
          </p:nvPr>
        </p:nvSpPr>
        <p:spPr>
          <a:xfrm>
            <a:off x="68580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9" name="Content Placeholder 3">
            <a:extLst>
              <a:ext uri="{FF2B5EF4-FFF2-40B4-BE49-F238E27FC236}">
                <a16:creationId xmlns:a16="http://schemas.microsoft.com/office/drawing/2014/main" id="{0B1D0407-5C33-864A-BF68-513C16B32567}"/>
              </a:ext>
            </a:extLst>
          </p:cNvPr>
          <p:cNvSpPr>
            <a:spLocks noGrp="1"/>
          </p:cNvSpPr>
          <p:nvPr>
            <p:ph sz="quarter" idx="26" hasCustomPrompt="1"/>
          </p:nvPr>
        </p:nvSpPr>
        <p:spPr>
          <a:xfrm>
            <a:off x="68580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2" name="Rectangle 1">
            <a:extLst>
              <a:ext uri="{FF2B5EF4-FFF2-40B4-BE49-F238E27FC236}">
                <a16:creationId xmlns:a16="http://schemas.microsoft.com/office/drawing/2014/main" id="{F6AE7833-1F13-1049-9DAF-FBC22A380B2E}"/>
              </a:ext>
            </a:extLst>
          </p:cNvPr>
          <p:cNvSpPr/>
          <p:nvPr/>
        </p:nvSpPr>
        <p:spPr>
          <a:xfrm>
            <a:off x="0" y="293572"/>
            <a:ext cx="4038600" cy="29639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9" name="Picture 18">
            <a:extLst>
              <a:ext uri="{FF2B5EF4-FFF2-40B4-BE49-F238E27FC236}">
                <a16:creationId xmlns:a16="http://schemas.microsoft.com/office/drawing/2014/main" id="{12314A6A-139E-B045-A7B0-62EE8C195F54}"/>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20" name="Picture 19">
            <a:extLst>
              <a:ext uri="{FF2B5EF4-FFF2-40B4-BE49-F238E27FC236}">
                <a16:creationId xmlns:a16="http://schemas.microsoft.com/office/drawing/2014/main" id="{C764D7F7-BB88-854E-82C8-FA0A21E4A86E}"/>
              </a:ext>
            </a:extLst>
          </p:cNvPr>
          <p:cNvPicPr>
            <a:picLocks noChangeAspect="1"/>
          </p:cNvPicPr>
          <p:nvPr/>
        </p:nvPicPr>
        <p:blipFill>
          <a:blip r:embed="rId3"/>
          <a:stretch>
            <a:fillRect/>
          </a:stretch>
        </p:blipFill>
        <p:spPr>
          <a:xfrm>
            <a:off x="115779" y="223914"/>
            <a:ext cx="752320" cy="69658"/>
          </a:xfrm>
          <a:prstGeom prst="rect">
            <a:avLst/>
          </a:prstGeom>
        </p:spPr>
      </p:pic>
      <p:sp>
        <p:nvSpPr>
          <p:cNvPr id="32" name="Content Placeholder 3">
            <a:extLst>
              <a:ext uri="{FF2B5EF4-FFF2-40B4-BE49-F238E27FC236}">
                <a16:creationId xmlns:a16="http://schemas.microsoft.com/office/drawing/2014/main" id="{08F8115A-52B0-214C-9121-EF7CCB7F0CB0}"/>
              </a:ext>
            </a:extLst>
          </p:cNvPr>
          <p:cNvSpPr>
            <a:spLocks noGrp="1"/>
          </p:cNvSpPr>
          <p:nvPr>
            <p:ph sz="quarter" idx="17" hasCustomPrompt="1"/>
          </p:nvPr>
        </p:nvSpPr>
        <p:spPr>
          <a:xfrm>
            <a:off x="4038600" y="-1270"/>
            <a:ext cx="5105400" cy="291592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more square / vertical image</a:t>
            </a:r>
          </a:p>
        </p:txBody>
      </p:sp>
      <p:sp>
        <p:nvSpPr>
          <p:cNvPr id="18" name="Title 1">
            <a:extLst>
              <a:ext uri="{FF2B5EF4-FFF2-40B4-BE49-F238E27FC236}">
                <a16:creationId xmlns:a16="http://schemas.microsoft.com/office/drawing/2014/main" id="{FC98038E-301F-8A4C-BE5E-97E84379DBA2}"/>
              </a:ext>
            </a:extLst>
          </p:cNvPr>
          <p:cNvSpPr>
            <a:spLocks noGrp="1"/>
          </p:cNvSpPr>
          <p:nvPr>
            <p:ph type="title"/>
          </p:nvPr>
        </p:nvSpPr>
        <p:spPr>
          <a:xfrm>
            <a:off x="0" y="287042"/>
            <a:ext cx="4038600" cy="2056109"/>
          </a:xfrm>
          <a:prstGeom prst="rect">
            <a:avLst/>
          </a:prstGeom>
          <a:noFill/>
        </p:spPr>
        <p:txBody>
          <a:bodyPr lIns="548640" rIns="365760" bIns="4572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21" name="Content Placeholder 3">
            <a:extLst>
              <a:ext uri="{FF2B5EF4-FFF2-40B4-BE49-F238E27FC236}">
                <a16:creationId xmlns:a16="http://schemas.microsoft.com/office/drawing/2014/main" id="{CBC1F31E-85D9-5E4B-9BA9-85B4AD8EDEEE}"/>
              </a:ext>
            </a:extLst>
          </p:cNvPr>
          <p:cNvSpPr>
            <a:spLocks noGrp="1"/>
          </p:cNvSpPr>
          <p:nvPr>
            <p:ph sz="quarter" idx="27" hasCustomPrompt="1"/>
          </p:nvPr>
        </p:nvSpPr>
        <p:spPr>
          <a:xfrm>
            <a:off x="0" y="2349680"/>
            <a:ext cx="4038600" cy="907869"/>
          </a:xfrm>
          <a:noFill/>
        </p:spPr>
        <p:txBody>
          <a:bodyPr lIns="548640" tIns="45720" rIns="182880" bIns="137160" anchor="t" anchorCtr="0">
            <a:normAutofit/>
          </a:bodyPr>
          <a:lstStyle>
            <a:lvl1pPr marL="0" indent="0">
              <a:buNone/>
              <a:defRPr sz="1200" b="0">
                <a:solidFill>
                  <a:schemeClr val="accent3"/>
                </a:solidFill>
              </a:defRPr>
            </a:lvl1pPr>
            <a:lvl2pPr>
              <a:defRPr>
                <a:solidFill>
                  <a:schemeClr val="bg2"/>
                </a:solidFill>
              </a:defRPr>
            </a:lvl2pPr>
            <a:lvl3pPr>
              <a:defRPr>
                <a:solidFill>
                  <a:schemeClr val="bg2"/>
                </a:solidFill>
              </a:defRPr>
            </a:lvl3pPr>
          </a:lstStyle>
          <a:p>
            <a:pPr lvl="0"/>
            <a:r>
              <a:rPr lang="en-US" dirty="0"/>
              <a:t>Short body copy here</a:t>
            </a:r>
          </a:p>
        </p:txBody>
      </p:sp>
    </p:spTree>
    <p:extLst>
      <p:ext uri="{BB962C8B-B14F-4D97-AF65-F5344CB8AC3E}">
        <p14:creationId xmlns:p14="http://schemas.microsoft.com/office/powerpoint/2010/main" val="58434820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1 Img: 6 Subsections (vertic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0" y="0"/>
            <a:ext cx="43434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a:extLst>
              <a:ext uri="{FF2B5EF4-FFF2-40B4-BE49-F238E27FC236}">
                <a16:creationId xmlns:a16="http://schemas.microsoft.com/office/drawing/2014/main" id="{DC1C3825-2765-004B-AADE-07B48076C16B}"/>
              </a:ext>
            </a:extLst>
          </p:cNvPr>
          <p:cNvSpPr/>
          <p:nvPr/>
        </p:nvSpPr>
        <p:spPr>
          <a:xfrm>
            <a:off x="0" y="742950"/>
            <a:ext cx="4577080" cy="111711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27325B"/>
              </a:solidFill>
            </a:endParaRPr>
          </a:p>
        </p:txBody>
      </p:sp>
      <p:sp>
        <p:nvSpPr>
          <p:cNvPr id="26" name="Content Placeholder 3">
            <a:extLst>
              <a:ext uri="{FF2B5EF4-FFF2-40B4-BE49-F238E27FC236}">
                <a16:creationId xmlns:a16="http://schemas.microsoft.com/office/drawing/2014/main" id="{812EEC76-2279-374F-8B62-D1B9694094F0}"/>
              </a:ext>
            </a:extLst>
          </p:cNvPr>
          <p:cNvSpPr>
            <a:spLocks noGrp="1"/>
          </p:cNvSpPr>
          <p:nvPr>
            <p:ph sz="quarter" idx="23" hasCustomPrompt="1"/>
          </p:nvPr>
        </p:nvSpPr>
        <p:spPr>
          <a:xfrm>
            <a:off x="4724400" y="373270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87BCBA6B-67C3-6043-925B-200179A70E1E}"/>
              </a:ext>
            </a:extLst>
          </p:cNvPr>
          <p:cNvSpPr>
            <a:spLocks noGrp="1"/>
          </p:cNvSpPr>
          <p:nvPr>
            <p:ph sz="quarter" idx="24" hasCustomPrompt="1"/>
          </p:nvPr>
        </p:nvSpPr>
        <p:spPr>
          <a:xfrm>
            <a:off x="4724400" y="409575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Remove from the bottom first if you need less than 6 items</a:t>
            </a:r>
          </a:p>
        </p:txBody>
      </p:sp>
      <p:sp>
        <p:nvSpPr>
          <p:cNvPr id="28" name="Content Placeholder 3">
            <a:extLst>
              <a:ext uri="{FF2B5EF4-FFF2-40B4-BE49-F238E27FC236}">
                <a16:creationId xmlns:a16="http://schemas.microsoft.com/office/drawing/2014/main" id="{2FAE9328-9470-0848-AC2C-8C50A5877CD5}"/>
              </a:ext>
            </a:extLst>
          </p:cNvPr>
          <p:cNvSpPr>
            <a:spLocks noGrp="1"/>
          </p:cNvSpPr>
          <p:nvPr>
            <p:ph sz="quarter" idx="25" hasCustomPrompt="1"/>
          </p:nvPr>
        </p:nvSpPr>
        <p:spPr>
          <a:xfrm>
            <a:off x="6858000" y="372617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9" name="Content Placeholder 3">
            <a:extLst>
              <a:ext uri="{FF2B5EF4-FFF2-40B4-BE49-F238E27FC236}">
                <a16:creationId xmlns:a16="http://schemas.microsoft.com/office/drawing/2014/main" id="{0B1D0407-5C33-864A-BF68-513C16B32567}"/>
              </a:ext>
            </a:extLst>
          </p:cNvPr>
          <p:cNvSpPr>
            <a:spLocks noGrp="1"/>
          </p:cNvSpPr>
          <p:nvPr>
            <p:ph sz="quarter" idx="26" hasCustomPrompt="1"/>
          </p:nvPr>
        </p:nvSpPr>
        <p:spPr>
          <a:xfrm>
            <a:off x="6858000" y="408922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You can adjust the heigh of these to fit your content, keep top and left alignments</a:t>
            </a:r>
          </a:p>
        </p:txBody>
      </p:sp>
      <p:sp>
        <p:nvSpPr>
          <p:cNvPr id="30" name="Content Placeholder 3">
            <a:extLst>
              <a:ext uri="{FF2B5EF4-FFF2-40B4-BE49-F238E27FC236}">
                <a16:creationId xmlns:a16="http://schemas.microsoft.com/office/drawing/2014/main" id="{C9D8B313-D243-E846-8D3B-ABB4B93E922C}"/>
              </a:ext>
            </a:extLst>
          </p:cNvPr>
          <p:cNvSpPr>
            <a:spLocks noGrp="1"/>
          </p:cNvSpPr>
          <p:nvPr>
            <p:ph sz="quarter" idx="27" hasCustomPrompt="1"/>
          </p:nvPr>
        </p:nvSpPr>
        <p:spPr>
          <a:xfrm>
            <a:off x="4724400" y="231030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1" name="Content Placeholder 3">
            <a:extLst>
              <a:ext uri="{FF2B5EF4-FFF2-40B4-BE49-F238E27FC236}">
                <a16:creationId xmlns:a16="http://schemas.microsoft.com/office/drawing/2014/main" id="{2BAA0604-F53F-2848-B4BD-6B32B71B85BB}"/>
              </a:ext>
            </a:extLst>
          </p:cNvPr>
          <p:cNvSpPr>
            <a:spLocks noGrp="1"/>
          </p:cNvSpPr>
          <p:nvPr>
            <p:ph sz="quarter" idx="28" hasCustomPrompt="1"/>
          </p:nvPr>
        </p:nvSpPr>
        <p:spPr>
          <a:xfrm>
            <a:off x="4724400" y="267335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32" name="Content Placeholder 3">
            <a:extLst>
              <a:ext uri="{FF2B5EF4-FFF2-40B4-BE49-F238E27FC236}">
                <a16:creationId xmlns:a16="http://schemas.microsoft.com/office/drawing/2014/main" id="{D6963282-55FC-0444-8CF4-27F51B5CEDE1}"/>
              </a:ext>
            </a:extLst>
          </p:cNvPr>
          <p:cNvSpPr>
            <a:spLocks noGrp="1"/>
          </p:cNvSpPr>
          <p:nvPr>
            <p:ph sz="quarter" idx="29" hasCustomPrompt="1"/>
          </p:nvPr>
        </p:nvSpPr>
        <p:spPr>
          <a:xfrm>
            <a:off x="6858000" y="230377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3" name="Content Placeholder 3">
            <a:extLst>
              <a:ext uri="{FF2B5EF4-FFF2-40B4-BE49-F238E27FC236}">
                <a16:creationId xmlns:a16="http://schemas.microsoft.com/office/drawing/2014/main" id="{5DF59E8E-AEA7-9947-AD18-8DD63C3ADFE2}"/>
              </a:ext>
            </a:extLst>
          </p:cNvPr>
          <p:cNvSpPr>
            <a:spLocks noGrp="1"/>
          </p:cNvSpPr>
          <p:nvPr>
            <p:ph sz="quarter" idx="30" hasCustomPrompt="1"/>
          </p:nvPr>
        </p:nvSpPr>
        <p:spPr>
          <a:xfrm>
            <a:off x="6858000" y="266682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34" name="Content Placeholder 3">
            <a:extLst>
              <a:ext uri="{FF2B5EF4-FFF2-40B4-BE49-F238E27FC236}">
                <a16:creationId xmlns:a16="http://schemas.microsoft.com/office/drawing/2014/main" id="{38F9CC85-41CC-604C-8E95-3F83B6D2082D}"/>
              </a:ext>
            </a:extLst>
          </p:cNvPr>
          <p:cNvSpPr>
            <a:spLocks noGrp="1"/>
          </p:cNvSpPr>
          <p:nvPr>
            <p:ph sz="quarter" idx="31" hasCustomPrompt="1"/>
          </p:nvPr>
        </p:nvSpPr>
        <p:spPr>
          <a:xfrm>
            <a:off x="4724400" y="91838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5" name="Content Placeholder 3">
            <a:extLst>
              <a:ext uri="{FF2B5EF4-FFF2-40B4-BE49-F238E27FC236}">
                <a16:creationId xmlns:a16="http://schemas.microsoft.com/office/drawing/2014/main" id="{DCDBF9F9-6A22-B64E-88EE-FC546CD5EFC4}"/>
              </a:ext>
            </a:extLst>
          </p:cNvPr>
          <p:cNvSpPr>
            <a:spLocks noGrp="1"/>
          </p:cNvSpPr>
          <p:nvPr>
            <p:ph sz="quarter" idx="32" hasCustomPrompt="1"/>
          </p:nvPr>
        </p:nvSpPr>
        <p:spPr>
          <a:xfrm>
            <a:off x="4724400" y="128143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36" name="Content Placeholder 3">
            <a:extLst>
              <a:ext uri="{FF2B5EF4-FFF2-40B4-BE49-F238E27FC236}">
                <a16:creationId xmlns:a16="http://schemas.microsoft.com/office/drawing/2014/main" id="{1369CBDB-563E-D345-A30B-640FC4806B94}"/>
              </a:ext>
            </a:extLst>
          </p:cNvPr>
          <p:cNvSpPr>
            <a:spLocks noGrp="1"/>
          </p:cNvSpPr>
          <p:nvPr>
            <p:ph sz="quarter" idx="33" hasCustomPrompt="1"/>
          </p:nvPr>
        </p:nvSpPr>
        <p:spPr>
          <a:xfrm>
            <a:off x="6858000" y="91185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7" name="Content Placeholder 3">
            <a:extLst>
              <a:ext uri="{FF2B5EF4-FFF2-40B4-BE49-F238E27FC236}">
                <a16:creationId xmlns:a16="http://schemas.microsoft.com/office/drawing/2014/main" id="{5B8FF45D-E7F1-2543-B070-E8BF938119C9}"/>
              </a:ext>
            </a:extLst>
          </p:cNvPr>
          <p:cNvSpPr>
            <a:spLocks noGrp="1"/>
          </p:cNvSpPr>
          <p:nvPr>
            <p:ph sz="quarter" idx="34" hasCustomPrompt="1"/>
          </p:nvPr>
        </p:nvSpPr>
        <p:spPr>
          <a:xfrm>
            <a:off x="6858000" y="127490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pic>
        <p:nvPicPr>
          <p:cNvPr id="20" name="Picture 19">
            <a:extLst>
              <a:ext uri="{FF2B5EF4-FFF2-40B4-BE49-F238E27FC236}">
                <a16:creationId xmlns:a16="http://schemas.microsoft.com/office/drawing/2014/main" id="{F5CD9F75-76C2-2A47-880F-C0095979670D}"/>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21" name="Picture 20">
            <a:extLst>
              <a:ext uri="{FF2B5EF4-FFF2-40B4-BE49-F238E27FC236}">
                <a16:creationId xmlns:a16="http://schemas.microsoft.com/office/drawing/2014/main" id="{B10DE0E9-8C99-4D46-8B07-92DD1F616ED8}"/>
              </a:ext>
            </a:extLst>
          </p:cNvPr>
          <p:cNvPicPr>
            <a:picLocks noChangeAspect="1"/>
          </p:cNvPicPr>
          <p:nvPr/>
        </p:nvPicPr>
        <p:blipFill>
          <a:blip r:embed="rId3"/>
          <a:stretch>
            <a:fillRect/>
          </a:stretch>
        </p:blipFill>
        <p:spPr>
          <a:xfrm>
            <a:off x="115779" y="223914"/>
            <a:ext cx="752320" cy="69658"/>
          </a:xfrm>
          <a:prstGeom prst="rect">
            <a:avLst/>
          </a:prstGeom>
        </p:spPr>
      </p:pic>
      <p:sp>
        <p:nvSpPr>
          <p:cNvPr id="40" name="Content Placeholder 3">
            <a:extLst>
              <a:ext uri="{FF2B5EF4-FFF2-40B4-BE49-F238E27FC236}">
                <a16:creationId xmlns:a16="http://schemas.microsoft.com/office/drawing/2014/main" id="{C3B0F173-C8FD-6E46-AC7E-AD6F9B58D364}"/>
              </a:ext>
            </a:extLst>
          </p:cNvPr>
          <p:cNvSpPr>
            <a:spLocks noGrp="1"/>
          </p:cNvSpPr>
          <p:nvPr>
            <p:ph sz="quarter" idx="17" hasCustomPrompt="1"/>
          </p:nvPr>
        </p:nvSpPr>
        <p:spPr>
          <a:xfrm>
            <a:off x="-5080" y="0"/>
            <a:ext cx="4343400" cy="5144770"/>
          </a:xfrm>
          <a:noFill/>
        </p:spPr>
        <p:txBody>
          <a:bodyPr lIns="137160" tIns="457200" rIns="91440" bIns="91440" anchor="b"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more square / vertical image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0" y="742950"/>
            <a:ext cx="4572000" cy="1117110"/>
          </a:xfrm>
          <a:prstGeom prst="rect">
            <a:avLst/>
          </a:prstGeom>
          <a:solidFill>
            <a:schemeClr val="tx2"/>
          </a:solidFill>
        </p:spPr>
        <p:txBody>
          <a:bodyPr lIns="457200" tIns="182880" rIns="182880" bIns="182880" anchor="b">
            <a:normAutofit/>
          </a:bodyPr>
          <a:lstStyle>
            <a:lvl1pPr algn="r">
              <a:defRPr sz="2400" b="1">
                <a:solidFill>
                  <a:schemeClr val="bg2"/>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569746894"/>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2 Img: Body (2 colum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01008-E090-374B-937A-7AF9D65FE376}"/>
              </a:ext>
            </a:extLst>
          </p:cNvPr>
          <p:cNvSpPr/>
          <p:nvPr/>
        </p:nvSpPr>
        <p:spPr>
          <a:xfrm>
            <a:off x="5984632" y="1"/>
            <a:ext cx="3159369" cy="264795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Rectangle 1">
            <a:extLst>
              <a:ext uri="{FF2B5EF4-FFF2-40B4-BE49-F238E27FC236}">
                <a16:creationId xmlns:a16="http://schemas.microsoft.com/office/drawing/2014/main" id="{01A19ABD-8F20-9948-B84A-E38FAEDBE435}"/>
              </a:ext>
            </a:extLst>
          </p:cNvPr>
          <p:cNvSpPr/>
          <p:nvPr/>
        </p:nvSpPr>
        <p:spPr>
          <a:xfrm>
            <a:off x="0" y="1"/>
            <a:ext cx="5867400" cy="264795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0" y="-1"/>
            <a:ext cx="5867400" cy="264795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5984632" y="1"/>
            <a:ext cx="3159368" cy="264795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1" name="Title 1">
            <a:extLst>
              <a:ext uri="{FF2B5EF4-FFF2-40B4-BE49-F238E27FC236}">
                <a16:creationId xmlns:a16="http://schemas.microsoft.com/office/drawing/2014/main" id="{320F225D-F840-704E-90D0-82590E475F02}"/>
              </a:ext>
            </a:extLst>
          </p:cNvPr>
          <p:cNvSpPr>
            <a:spLocks noGrp="1"/>
          </p:cNvSpPr>
          <p:nvPr>
            <p:ph type="title"/>
          </p:nvPr>
        </p:nvSpPr>
        <p:spPr>
          <a:xfrm>
            <a:off x="457200" y="274320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6" name="Content Placeholder 3">
            <a:extLst>
              <a:ext uri="{FF2B5EF4-FFF2-40B4-BE49-F238E27FC236}">
                <a16:creationId xmlns:a16="http://schemas.microsoft.com/office/drawing/2014/main" id="{BEB2B3C0-BE3D-C642-9655-D583015F60A2}"/>
              </a:ext>
            </a:extLst>
          </p:cNvPr>
          <p:cNvSpPr>
            <a:spLocks noGrp="1"/>
          </p:cNvSpPr>
          <p:nvPr>
            <p:ph sz="half" idx="10" hasCustomPrompt="1"/>
          </p:nvPr>
        </p:nvSpPr>
        <p:spPr>
          <a:xfrm>
            <a:off x="457201" y="3505199"/>
            <a:ext cx="7924799" cy="1276351"/>
          </a:xfrm>
          <a:prstGeom prst="rect">
            <a:avLst/>
          </a:prstGeom>
        </p:spPr>
        <p:txBody>
          <a:bodyPr lIns="0" numCol="2" spcCol="27432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A simple list all in second level bullets in two columns or a short statement no bullets is what this space is meant for</a:t>
            </a:r>
          </a:p>
          <a:p>
            <a:pPr lvl="1"/>
            <a:r>
              <a:rPr lang="en-US" dirty="0"/>
              <a:t>Second level</a:t>
            </a:r>
          </a:p>
          <a:p>
            <a:pPr lvl="2"/>
            <a:r>
              <a:rPr lang="en-US" dirty="0"/>
              <a:t>Third level</a:t>
            </a:r>
          </a:p>
        </p:txBody>
      </p:sp>
      <p:pic>
        <p:nvPicPr>
          <p:cNvPr id="8" name="Picture 7">
            <a:extLst>
              <a:ext uri="{FF2B5EF4-FFF2-40B4-BE49-F238E27FC236}">
                <a16:creationId xmlns:a16="http://schemas.microsoft.com/office/drawing/2014/main" id="{DBB37FCC-D24D-994D-A24E-BB2E71C19291}"/>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9" name="Picture 8">
            <a:extLst>
              <a:ext uri="{FF2B5EF4-FFF2-40B4-BE49-F238E27FC236}">
                <a16:creationId xmlns:a16="http://schemas.microsoft.com/office/drawing/2014/main" id="{0855F3B6-F7B6-284E-BFFE-48E02FCC8082}"/>
              </a:ext>
            </a:extLst>
          </p:cNvPr>
          <p:cNvPicPr>
            <a:picLocks noChangeAspect="1"/>
          </p:cNvPicPr>
          <p:nvPr/>
        </p:nvPicPr>
        <p:blipFill>
          <a:blip r:embed="rId3"/>
          <a:stretch>
            <a:fillRect/>
          </a:stretch>
        </p:blipFill>
        <p:spPr>
          <a:xfrm>
            <a:off x="115779" y="223914"/>
            <a:ext cx="752320" cy="69658"/>
          </a:xfrm>
          <a:prstGeom prst="rect">
            <a:avLst/>
          </a:prstGeom>
        </p:spPr>
      </p:pic>
    </p:spTree>
    <p:extLst>
      <p:ext uri="{BB962C8B-B14F-4D97-AF65-F5344CB8AC3E}">
        <p14:creationId xmlns:p14="http://schemas.microsoft.com/office/powerpoint/2010/main" val="380680786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2 Img: 2 Subsections (equa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DE880E-D4F2-E340-948C-FA17EE464C92}"/>
              </a:ext>
            </a:extLst>
          </p:cNvPr>
          <p:cNvSpPr/>
          <p:nvPr/>
        </p:nvSpPr>
        <p:spPr>
          <a:xfrm>
            <a:off x="4709162" y="1428751"/>
            <a:ext cx="3657600" cy="37147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Rectangle 1">
            <a:extLst>
              <a:ext uri="{FF2B5EF4-FFF2-40B4-BE49-F238E27FC236}">
                <a16:creationId xmlns:a16="http://schemas.microsoft.com/office/drawing/2014/main" id="{E90536AE-01BB-8045-A38A-303A59E98089}"/>
              </a:ext>
            </a:extLst>
          </p:cNvPr>
          <p:cNvSpPr/>
          <p:nvPr/>
        </p:nvSpPr>
        <p:spPr>
          <a:xfrm>
            <a:off x="467497" y="1428751"/>
            <a:ext cx="3657600" cy="37147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2" name="Content Placeholder 3">
            <a:extLst>
              <a:ext uri="{FF2B5EF4-FFF2-40B4-BE49-F238E27FC236}">
                <a16:creationId xmlns:a16="http://schemas.microsoft.com/office/drawing/2014/main" id="{15AC7A20-C69C-BC4D-B437-E55CF39D7423}"/>
              </a:ext>
            </a:extLst>
          </p:cNvPr>
          <p:cNvSpPr>
            <a:spLocks noGrp="1" noChangeAspect="1"/>
          </p:cNvSpPr>
          <p:nvPr>
            <p:ph sz="quarter" idx="29" hasCustomPrompt="1"/>
          </p:nvPr>
        </p:nvSpPr>
        <p:spPr>
          <a:xfrm>
            <a:off x="467497" y="1428751"/>
            <a:ext cx="3657600" cy="371475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53" name="Content Placeholder 3">
            <a:extLst>
              <a:ext uri="{FF2B5EF4-FFF2-40B4-BE49-F238E27FC236}">
                <a16:creationId xmlns:a16="http://schemas.microsoft.com/office/drawing/2014/main" id="{62E5E021-2EE8-AE4F-B572-C897E954C923}"/>
              </a:ext>
            </a:extLst>
          </p:cNvPr>
          <p:cNvSpPr>
            <a:spLocks noGrp="1" noChangeAspect="1"/>
          </p:cNvSpPr>
          <p:nvPr>
            <p:ph sz="quarter" idx="30" hasCustomPrompt="1"/>
          </p:nvPr>
        </p:nvSpPr>
        <p:spPr>
          <a:xfrm>
            <a:off x="4709162" y="1428751"/>
            <a:ext cx="3657600" cy="371475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2514600" y="280035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2514600" y="3486151"/>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54" name="Content Placeholder 3">
            <a:extLst>
              <a:ext uri="{FF2B5EF4-FFF2-40B4-BE49-F238E27FC236}">
                <a16:creationId xmlns:a16="http://schemas.microsoft.com/office/drawing/2014/main" id="{4EFE6318-65F6-574E-A6AF-2B00B6294C16}"/>
              </a:ext>
            </a:extLst>
          </p:cNvPr>
          <p:cNvSpPr>
            <a:spLocks noGrp="1"/>
          </p:cNvSpPr>
          <p:nvPr>
            <p:ph sz="quarter" idx="31" hasCustomPrompt="1"/>
          </p:nvPr>
        </p:nvSpPr>
        <p:spPr>
          <a:xfrm>
            <a:off x="6756265" y="280035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5" name="Content Placeholder 3">
            <a:extLst>
              <a:ext uri="{FF2B5EF4-FFF2-40B4-BE49-F238E27FC236}">
                <a16:creationId xmlns:a16="http://schemas.microsoft.com/office/drawing/2014/main" id="{01D9D084-191F-4748-95AA-C449BC462044}"/>
              </a:ext>
            </a:extLst>
          </p:cNvPr>
          <p:cNvSpPr>
            <a:spLocks noGrp="1"/>
          </p:cNvSpPr>
          <p:nvPr>
            <p:ph sz="quarter" idx="32" hasCustomPrompt="1"/>
          </p:nvPr>
        </p:nvSpPr>
        <p:spPr>
          <a:xfrm>
            <a:off x="6756265" y="3486151"/>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56" name="Title 1">
            <a:extLst>
              <a:ext uri="{FF2B5EF4-FFF2-40B4-BE49-F238E27FC236}">
                <a16:creationId xmlns:a16="http://schemas.microsoft.com/office/drawing/2014/main" id="{779D5A6B-338A-F24D-A1D4-D3D1F6AE648C}"/>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40854399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2 Img: 2 Subsections (1 larg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01008-E090-374B-937A-7AF9D65FE376}"/>
              </a:ext>
            </a:extLst>
          </p:cNvPr>
          <p:cNvSpPr/>
          <p:nvPr/>
        </p:nvSpPr>
        <p:spPr>
          <a:xfrm>
            <a:off x="6248400" y="1574620"/>
            <a:ext cx="2895600" cy="35688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Rectangle 1">
            <a:extLst>
              <a:ext uri="{FF2B5EF4-FFF2-40B4-BE49-F238E27FC236}">
                <a16:creationId xmlns:a16="http://schemas.microsoft.com/office/drawing/2014/main" id="{01A19ABD-8F20-9948-B84A-E38FAEDBE435}"/>
              </a:ext>
            </a:extLst>
          </p:cNvPr>
          <p:cNvSpPr/>
          <p:nvPr/>
        </p:nvSpPr>
        <p:spPr>
          <a:xfrm>
            <a:off x="1" y="1574620"/>
            <a:ext cx="5527431" cy="35688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1" y="1574620"/>
            <a:ext cx="5527431" cy="3568881"/>
          </a:xfrm>
          <a:no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3901694" y="288308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3901694"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6248400" y="1574620"/>
            <a:ext cx="2895600" cy="3568881"/>
          </a:xfrm>
          <a:no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54" name="Content Placeholder 3">
            <a:extLst>
              <a:ext uri="{FF2B5EF4-FFF2-40B4-BE49-F238E27FC236}">
                <a16:creationId xmlns:a16="http://schemas.microsoft.com/office/drawing/2014/main" id="{4EFE6318-65F6-574E-A6AF-2B00B6294C16}"/>
              </a:ext>
            </a:extLst>
          </p:cNvPr>
          <p:cNvSpPr>
            <a:spLocks noGrp="1"/>
          </p:cNvSpPr>
          <p:nvPr>
            <p:ph sz="quarter" idx="31" hasCustomPrompt="1"/>
          </p:nvPr>
        </p:nvSpPr>
        <p:spPr>
          <a:xfrm>
            <a:off x="6014857" y="288308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5" name="Content Placeholder 3">
            <a:extLst>
              <a:ext uri="{FF2B5EF4-FFF2-40B4-BE49-F238E27FC236}">
                <a16:creationId xmlns:a16="http://schemas.microsoft.com/office/drawing/2014/main" id="{01D9D084-191F-4748-95AA-C449BC462044}"/>
              </a:ext>
            </a:extLst>
          </p:cNvPr>
          <p:cNvSpPr>
            <a:spLocks noGrp="1"/>
          </p:cNvSpPr>
          <p:nvPr>
            <p:ph sz="quarter" idx="32" hasCustomPrompt="1"/>
          </p:nvPr>
        </p:nvSpPr>
        <p:spPr>
          <a:xfrm>
            <a:off x="6014857"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11" name="Title 1">
            <a:extLst>
              <a:ext uri="{FF2B5EF4-FFF2-40B4-BE49-F238E27FC236}">
                <a16:creationId xmlns:a16="http://schemas.microsoft.com/office/drawing/2014/main" id="{320F225D-F840-704E-90D0-82590E475F02}"/>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85313287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2 Img: paired, 2 Subsection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6B05F-53E1-8945-B16F-0DF3CF82F24C}"/>
              </a:ext>
            </a:extLst>
          </p:cNvPr>
          <p:cNvSpPr/>
          <p:nvPr/>
        </p:nvSpPr>
        <p:spPr>
          <a:xfrm>
            <a:off x="0" y="3347728"/>
            <a:ext cx="9144000" cy="1795772"/>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467497" y="3704207"/>
            <a:ext cx="4023360" cy="1083694"/>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467497" y="1431926"/>
            <a:ext cx="4023360" cy="1909396"/>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7497" y="3347691"/>
            <a:ext cx="40233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8" name="Content Placeholder 3">
            <a:extLst>
              <a:ext uri="{FF2B5EF4-FFF2-40B4-BE49-F238E27FC236}">
                <a16:creationId xmlns:a16="http://schemas.microsoft.com/office/drawing/2014/main" id="{9F462960-F6E0-1F47-9992-B0808AB8B3DB}"/>
              </a:ext>
            </a:extLst>
          </p:cNvPr>
          <p:cNvSpPr>
            <a:spLocks noGrp="1"/>
          </p:cNvSpPr>
          <p:nvPr>
            <p:ph sz="half" idx="30" hasCustomPrompt="1"/>
          </p:nvPr>
        </p:nvSpPr>
        <p:spPr>
          <a:xfrm>
            <a:off x="4722974" y="3704207"/>
            <a:ext cx="4023360" cy="1083694"/>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19" name="Content Placeholder 3">
            <a:extLst>
              <a:ext uri="{FF2B5EF4-FFF2-40B4-BE49-F238E27FC236}">
                <a16:creationId xmlns:a16="http://schemas.microsoft.com/office/drawing/2014/main" id="{AD116F9F-6368-7345-A08A-884ECE8BF88F}"/>
              </a:ext>
            </a:extLst>
          </p:cNvPr>
          <p:cNvSpPr>
            <a:spLocks noGrp="1"/>
          </p:cNvSpPr>
          <p:nvPr>
            <p:ph sz="quarter" idx="31" hasCustomPrompt="1"/>
          </p:nvPr>
        </p:nvSpPr>
        <p:spPr>
          <a:xfrm>
            <a:off x="4722974" y="1431926"/>
            <a:ext cx="4023360" cy="1909396"/>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20" name="Content Placeholder 3">
            <a:extLst>
              <a:ext uri="{FF2B5EF4-FFF2-40B4-BE49-F238E27FC236}">
                <a16:creationId xmlns:a16="http://schemas.microsoft.com/office/drawing/2014/main" id="{16A9DCB3-1BC9-EA4E-B87A-4380F9F9DF2F}"/>
              </a:ext>
            </a:extLst>
          </p:cNvPr>
          <p:cNvSpPr>
            <a:spLocks noGrp="1"/>
          </p:cNvSpPr>
          <p:nvPr>
            <p:ph sz="quarter" idx="32" hasCustomPrompt="1"/>
          </p:nvPr>
        </p:nvSpPr>
        <p:spPr>
          <a:xfrm>
            <a:off x="4722974" y="3347691"/>
            <a:ext cx="40233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Title 1">
            <a:extLst>
              <a:ext uri="{FF2B5EF4-FFF2-40B4-BE49-F238E27FC236}">
                <a16:creationId xmlns:a16="http://schemas.microsoft.com/office/drawing/2014/main" id="{3DE7F42C-D2D9-4642-9E56-0728CC9098A7}"/>
              </a:ext>
            </a:extLst>
          </p:cNvPr>
          <p:cNvSpPr>
            <a:spLocks noGrp="1"/>
          </p:cNvSpPr>
          <p:nvPr>
            <p:ph type="title"/>
          </p:nvPr>
        </p:nvSpPr>
        <p:spPr>
          <a:xfrm>
            <a:off x="457200" y="590550"/>
            <a:ext cx="8305800" cy="74295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49239746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3 Img: Body ">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A8F918A-EF77-FD4D-BE1F-C758B655E4B1}"/>
              </a:ext>
            </a:extLst>
          </p:cNvPr>
          <p:cNvSpPr/>
          <p:nvPr/>
        </p:nvSpPr>
        <p:spPr>
          <a:xfrm>
            <a:off x="3671416" y="302684"/>
            <a:ext cx="2566988" cy="15367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a:extLst>
              <a:ext uri="{FF2B5EF4-FFF2-40B4-BE49-F238E27FC236}">
                <a16:creationId xmlns:a16="http://schemas.microsoft.com/office/drawing/2014/main" id="{C5198B12-F0DC-FC40-A343-A79509F228C4}"/>
              </a:ext>
            </a:extLst>
          </p:cNvPr>
          <p:cNvSpPr/>
          <p:nvPr/>
        </p:nvSpPr>
        <p:spPr>
          <a:xfrm>
            <a:off x="3671416" y="1929468"/>
            <a:ext cx="2566988" cy="32140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a:extLst>
              <a:ext uri="{FF2B5EF4-FFF2-40B4-BE49-F238E27FC236}">
                <a16:creationId xmlns:a16="http://schemas.microsoft.com/office/drawing/2014/main" id="{15BC1452-772F-BB4B-94B4-41012A92321B}"/>
              </a:ext>
            </a:extLst>
          </p:cNvPr>
          <p:cNvSpPr/>
          <p:nvPr/>
        </p:nvSpPr>
        <p:spPr>
          <a:xfrm>
            <a:off x="6339591" y="0"/>
            <a:ext cx="2566988" cy="32140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3671416" y="302684"/>
            <a:ext cx="2566988" cy="1536699"/>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6339591" y="0"/>
            <a:ext cx="2566988" cy="3214032"/>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pic>
        <p:nvPicPr>
          <p:cNvPr id="8" name="Picture 7">
            <a:extLst>
              <a:ext uri="{FF2B5EF4-FFF2-40B4-BE49-F238E27FC236}">
                <a16:creationId xmlns:a16="http://schemas.microsoft.com/office/drawing/2014/main" id="{DBB37FCC-D24D-994D-A24E-BB2E71C19291}"/>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9" name="Picture 8">
            <a:extLst>
              <a:ext uri="{FF2B5EF4-FFF2-40B4-BE49-F238E27FC236}">
                <a16:creationId xmlns:a16="http://schemas.microsoft.com/office/drawing/2014/main" id="{0855F3B6-F7B6-284E-BFFE-48E02FCC8082}"/>
              </a:ext>
            </a:extLst>
          </p:cNvPr>
          <p:cNvPicPr>
            <a:picLocks noChangeAspect="1"/>
          </p:cNvPicPr>
          <p:nvPr/>
        </p:nvPicPr>
        <p:blipFill>
          <a:blip r:embed="rId3"/>
          <a:stretch>
            <a:fillRect/>
          </a:stretch>
        </p:blipFill>
        <p:spPr>
          <a:xfrm>
            <a:off x="115779" y="223914"/>
            <a:ext cx="752320" cy="69658"/>
          </a:xfrm>
          <a:prstGeom prst="rect">
            <a:avLst/>
          </a:prstGeom>
        </p:spPr>
      </p:pic>
      <p:sp>
        <p:nvSpPr>
          <p:cNvPr id="14" name="Content Placeholder 3">
            <a:extLst>
              <a:ext uri="{FF2B5EF4-FFF2-40B4-BE49-F238E27FC236}">
                <a16:creationId xmlns:a16="http://schemas.microsoft.com/office/drawing/2014/main" id="{92912BC2-1EE2-D842-A2B7-DE5424A867EB}"/>
              </a:ext>
            </a:extLst>
          </p:cNvPr>
          <p:cNvSpPr>
            <a:spLocks noGrp="1"/>
          </p:cNvSpPr>
          <p:nvPr>
            <p:ph sz="quarter" idx="31" hasCustomPrompt="1"/>
          </p:nvPr>
        </p:nvSpPr>
        <p:spPr>
          <a:xfrm>
            <a:off x="3671416" y="1929117"/>
            <a:ext cx="2566988" cy="321403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7" name="Content Placeholder 3">
            <a:extLst>
              <a:ext uri="{FF2B5EF4-FFF2-40B4-BE49-F238E27FC236}">
                <a16:creationId xmlns:a16="http://schemas.microsoft.com/office/drawing/2014/main" id="{DB54329B-39FA-9948-8527-46859415990F}"/>
              </a:ext>
            </a:extLst>
          </p:cNvPr>
          <p:cNvSpPr>
            <a:spLocks noGrp="1"/>
          </p:cNvSpPr>
          <p:nvPr>
            <p:ph sz="half" idx="10" hasCustomPrompt="1"/>
          </p:nvPr>
        </p:nvSpPr>
        <p:spPr>
          <a:xfrm>
            <a:off x="457201" y="2076450"/>
            <a:ext cx="2417762" cy="27051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 keep it short!</a:t>
            </a:r>
          </a:p>
          <a:p>
            <a:pPr lvl="1"/>
            <a:r>
              <a:rPr lang="en-US" dirty="0"/>
              <a:t>This slide makes a good section header as well</a:t>
            </a:r>
          </a:p>
          <a:p>
            <a:pPr lvl="2"/>
            <a:r>
              <a:rPr lang="en-US" dirty="0"/>
              <a:t>Third level</a:t>
            </a:r>
          </a:p>
        </p:txBody>
      </p:sp>
      <p:sp>
        <p:nvSpPr>
          <p:cNvPr id="18" name="Content Placeholder 3">
            <a:extLst>
              <a:ext uri="{FF2B5EF4-FFF2-40B4-BE49-F238E27FC236}">
                <a16:creationId xmlns:a16="http://schemas.microsoft.com/office/drawing/2014/main" id="{9E3929EB-8C6F-D945-92EC-B79572580E77}"/>
              </a:ext>
            </a:extLst>
          </p:cNvPr>
          <p:cNvSpPr>
            <a:spLocks noGrp="1"/>
          </p:cNvSpPr>
          <p:nvPr>
            <p:ph sz="quarter" idx="19" hasCustomPrompt="1"/>
          </p:nvPr>
        </p:nvSpPr>
        <p:spPr>
          <a:xfrm>
            <a:off x="6339591" y="3333751"/>
            <a:ext cx="2271010" cy="457200"/>
          </a:xfrm>
          <a:noFill/>
        </p:spPr>
        <p:txBody>
          <a:bodyPr lIns="137160" tIns="137160" rIns="137160" bIns="45720" anchor="b" anchorCtr="0">
            <a:normAutofit/>
          </a:bodyPr>
          <a:lstStyle>
            <a:lvl1pPr marL="0" indent="0">
              <a:buNone/>
              <a:defRPr sz="12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9" name="Content Placeholder 3">
            <a:extLst>
              <a:ext uri="{FF2B5EF4-FFF2-40B4-BE49-F238E27FC236}">
                <a16:creationId xmlns:a16="http://schemas.microsoft.com/office/drawing/2014/main" id="{075A62B3-5B8F-BA41-B788-72BE2AD41F88}"/>
              </a:ext>
            </a:extLst>
          </p:cNvPr>
          <p:cNvSpPr>
            <a:spLocks noGrp="1"/>
          </p:cNvSpPr>
          <p:nvPr>
            <p:ph sz="quarter" idx="20" hasCustomPrompt="1"/>
          </p:nvPr>
        </p:nvSpPr>
        <p:spPr>
          <a:xfrm>
            <a:off x="6339591" y="3790952"/>
            <a:ext cx="2271010" cy="1066799"/>
          </a:xfrm>
          <a:noFill/>
        </p:spPr>
        <p:txBody>
          <a:bodyPr lIns="137160" tIns="45720" rIns="137160" bIns="13716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Body text here or switch to caption style and caption text for all images here</a:t>
            </a:r>
          </a:p>
        </p:txBody>
      </p:sp>
      <p:sp>
        <p:nvSpPr>
          <p:cNvPr id="20" name="Title 1">
            <a:extLst>
              <a:ext uri="{FF2B5EF4-FFF2-40B4-BE49-F238E27FC236}">
                <a16:creationId xmlns:a16="http://schemas.microsoft.com/office/drawing/2014/main" id="{9A9DABC8-BCD1-5C4D-B4BF-6B162B734EDF}"/>
              </a:ext>
            </a:extLst>
          </p:cNvPr>
          <p:cNvSpPr>
            <a:spLocks noGrp="1"/>
          </p:cNvSpPr>
          <p:nvPr>
            <p:ph type="title"/>
          </p:nvPr>
        </p:nvSpPr>
        <p:spPr>
          <a:xfrm>
            <a:off x="457201" y="12763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29191746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3 Img: 3 Subsections (equal)">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D4AA71-1E38-AC65-7970-D17F3F3FD2AF}"/>
              </a:ext>
            </a:extLst>
          </p:cNvPr>
          <p:cNvSpPr/>
          <p:nvPr/>
        </p:nvSpPr>
        <p:spPr>
          <a:xfrm>
            <a:off x="6182498" y="1574619"/>
            <a:ext cx="2351903" cy="35688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a:extLst>
              <a:ext uri="{FF2B5EF4-FFF2-40B4-BE49-F238E27FC236}">
                <a16:creationId xmlns:a16="http://schemas.microsoft.com/office/drawing/2014/main" id="{42884564-BF92-DEC3-5831-8633D5487C8B}"/>
              </a:ext>
            </a:extLst>
          </p:cNvPr>
          <p:cNvSpPr/>
          <p:nvPr/>
        </p:nvSpPr>
        <p:spPr>
          <a:xfrm>
            <a:off x="3324998" y="1574619"/>
            <a:ext cx="2351903" cy="35688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a:extLst>
              <a:ext uri="{FF2B5EF4-FFF2-40B4-BE49-F238E27FC236}">
                <a16:creationId xmlns:a16="http://schemas.microsoft.com/office/drawing/2014/main" id="{79D9CDFF-245F-98BE-4166-91FDB7B98DF8}"/>
              </a:ext>
            </a:extLst>
          </p:cNvPr>
          <p:cNvSpPr/>
          <p:nvPr/>
        </p:nvSpPr>
        <p:spPr>
          <a:xfrm>
            <a:off x="467498" y="1574619"/>
            <a:ext cx="2351903" cy="35688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Title 1">
            <a:extLst>
              <a:ext uri="{FF2B5EF4-FFF2-40B4-BE49-F238E27FC236}">
                <a16:creationId xmlns:a16="http://schemas.microsoft.com/office/drawing/2014/main" id="{2247E371-F507-CA44-87CD-5FE9F1C457AF}"/>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22" name="Content Placeholder 3">
            <a:extLst>
              <a:ext uri="{FF2B5EF4-FFF2-40B4-BE49-F238E27FC236}">
                <a16:creationId xmlns:a16="http://schemas.microsoft.com/office/drawing/2014/main" id="{3F6BC7A3-8ED2-CFA5-8932-7EE656B074A9}"/>
              </a:ext>
            </a:extLst>
          </p:cNvPr>
          <p:cNvSpPr>
            <a:spLocks noGrp="1" noChangeAspect="1"/>
          </p:cNvSpPr>
          <p:nvPr>
            <p:ph sz="quarter" idx="29" hasCustomPrompt="1"/>
          </p:nvPr>
        </p:nvSpPr>
        <p:spPr>
          <a:xfrm>
            <a:off x="467498" y="1574618"/>
            <a:ext cx="2351903" cy="3568883"/>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1219200" y="3022420"/>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1219200"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23" name="Content Placeholder 3">
            <a:extLst>
              <a:ext uri="{FF2B5EF4-FFF2-40B4-BE49-F238E27FC236}">
                <a16:creationId xmlns:a16="http://schemas.microsoft.com/office/drawing/2014/main" id="{29E0F013-F819-1871-3DFB-DE3DD6A71C68}"/>
              </a:ext>
            </a:extLst>
          </p:cNvPr>
          <p:cNvSpPr>
            <a:spLocks noGrp="1" noChangeAspect="1"/>
          </p:cNvSpPr>
          <p:nvPr>
            <p:ph sz="quarter" idx="36" hasCustomPrompt="1"/>
          </p:nvPr>
        </p:nvSpPr>
        <p:spPr>
          <a:xfrm>
            <a:off x="3324997" y="1574618"/>
            <a:ext cx="2351903" cy="3568883"/>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3" name="Content Placeholder 3">
            <a:extLst>
              <a:ext uri="{FF2B5EF4-FFF2-40B4-BE49-F238E27FC236}">
                <a16:creationId xmlns:a16="http://schemas.microsoft.com/office/drawing/2014/main" id="{D19597BF-E7E9-484A-BB29-705E3DB3619A}"/>
              </a:ext>
            </a:extLst>
          </p:cNvPr>
          <p:cNvSpPr>
            <a:spLocks noGrp="1"/>
          </p:cNvSpPr>
          <p:nvPr>
            <p:ph sz="quarter" idx="31" hasCustomPrompt="1"/>
          </p:nvPr>
        </p:nvSpPr>
        <p:spPr>
          <a:xfrm>
            <a:off x="4076700" y="3022420"/>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4" name="Content Placeholder 3">
            <a:extLst>
              <a:ext uri="{FF2B5EF4-FFF2-40B4-BE49-F238E27FC236}">
                <a16:creationId xmlns:a16="http://schemas.microsoft.com/office/drawing/2014/main" id="{4F08115A-6F4C-7C43-884F-8400F57087DB}"/>
              </a:ext>
            </a:extLst>
          </p:cNvPr>
          <p:cNvSpPr>
            <a:spLocks noGrp="1"/>
          </p:cNvSpPr>
          <p:nvPr>
            <p:ph sz="quarter" idx="32" hasCustomPrompt="1"/>
          </p:nvPr>
        </p:nvSpPr>
        <p:spPr>
          <a:xfrm>
            <a:off x="4076700"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24" name="Content Placeholder 3">
            <a:extLst>
              <a:ext uri="{FF2B5EF4-FFF2-40B4-BE49-F238E27FC236}">
                <a16:creationId xmlns:a16="http://schemas.microsoft.com/office/drawing/2014/main" id="{61D97A2D-3C8D-C0C8-A4BE-5A42D6776D77}"/>
              </a:ext>
            </a:extLst>
          </p:cNvPr>
          <p:cNvSpPr>
            <a:spLocks noGrp="1" noChangeAspect="1"/>
          </p:cNvSpPr>
          <p:nvPr>
            <p:ph sz="quarter" idx="37" hasCustomPrompt="1"/>
          </p:nvPr>
        </p:nvSpPr>
        <p:spPr>
          <a:xfrm>
            <a:off x="6182498" y="1574618"/>
            <a:ext cx="2351903" cy="3568883"/>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6" name="Content Placeholder 3">
            <a:extLst>
              <a:ext uri="{FF2B5EF4-FFF2-40B4-BE49-F238E27FC236}">
                <a16:creationId xmlns:a16="http://schemas.microsoft.com/office/drawing/2014/main" id="{32CD13D8-C553-9B43-ABFB-5E9C875FADCB}"/>
              </a:ext>
            </a:extLst>
          </p:cNvPr>
          <p:cNvSpPr>
            <a:spLocks noGrp="1"/>
          </p:cNvSpPr>
          <p:nvPr>
            <p:ph sz="quarter" idx="34" hasCustomPrompt="1"/>
          </p:nvPr>
        </p:nvSpPr>
        <p:spPr>
          <a:xfrm>
            <a:off x="6934200" y="3022420"/>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E42E96DA-05ED-D243-90F0-D4A7AC201BF5}"/>
              </a:ext>
            </a:extLst>
          </p:cNvPr>
          <p:cNvSpPr>
            <a:spLocks noGrp="1"/>
          </p:cNvSpPr>
          <p:nvPr>
            <p:ph sz="quarter" idx="35" hasCustomPrompt="1"/>
          </p:nvPr>
        </p:nvSpPr>
        <p:spPr>
          <a:xfrm>
            <a:off x="6934200"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Tree>
    <p:extLst>
      <p:ext uri="{BB962C8B-B14F-4D97-AF65-F5344CB8AC3E}">
        <p14:creationId xmlns:p14="http://schemas.microsoft.com/office/powerpoint/2010/main" val="24155978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3 Img: 3 Subsections ">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C43466E-7B85-8A8B-F4CA-F5DF3BCA71CA}"/>
              </a:ext>
            </a:extLst>
          </p:cNvPr>
          <p:cNvSpPr/>
          <p:nvPr/>
        </p:nvSpPr>
        <p:spPr>
          <a:xfrm>
            <a:off x="467497" y="1574620"/>
            <a:ext cx="2651760" cy="297833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Content Placeholder 3">
            <a:extLst>
              <a:ext uri="{FF2B5EF4-FFF2-40B4-BE49-F238E27FC236}">
                <a16:creationId xmlns:a16="http://schemas.microsoft.com/office/drawing/2014/main" id="{F572A2E1-2F70-99C4-0DE0-14FAEAD303CD}"/>
              </a:ext>
            </a:extLst>
          </p:cNvPr>
          <p:cNvSpPr>
            <a:spLocks noGrp="1" noChangeAspect="1"/>
          </p:cNvSpPr>
          <p:nvPr>
            <p:ph sz="quarter" idx="29" hasCustomPrompt="1"/>
          </p:nvPr>
        </p:nvSpPr>
        <p:spPr>
          <a:xfrm>
            <a:off x="467498" y="1574618"/>
            <a:ext cx="2641463" cy="297833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20" name="Rectangle 19">
            <a:extLst>
              <a:ext uri="{FF2B5EF4-FFF2-40B4-BE49-F238E27FC236}">
                <a16:creationId xmlns:a16="http://schemas.microsoft.com/office/drawing/2014/main" id="{05025407-6076-BE6A-65AC-CC6F30334AEC}"/>
              </a:ext>
            </a:extLst>
          </p:cNvPr>
          <p:cNvSpPr/>
          <p:nvPr/>
        </p:nvSpPr>
        <p:spPr>
          <a:xfrm>
            <a:off x="3246120" y="1578113"/>
            <a:ext cx="2651760" cy="297833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Content Placeholder 3">
            <a:extLst>
              <a:ext uri="{FF2B5EF4-FFF2-40B4-BE49-F238E27FC236}">
                <a16:creationId xmlns:a16="http://schemas.microsoft.com/office/drawing/2014/main" id="{51F897CF-E4BE-EE02-3834-124F3BD705F8}"/>
              </a:ext>
            </a:extLst>
          </p:cNvPr>
          <p:cNvSpPr>
            <a:spLocks noGrp="1" noChangeAspect="1"/>
          </p:cNvSpPr>
          <p:nvPr>
            <p:ph sz="quarter" idx="36" hasCustomPrompt="1"/>
          </p:nvPr>
        </p:nvSpPr>
        <p:spPr>
          <a:xfrm>
            <a:off x="3246121" y="1574618"/>
            <a:ext cx="2641463" cy="297833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21" name="Rectangle 20">
            <a:extLst>
              <a:ext uri="{FF2B5EF4-FFF2-40B4-BE49-F238E27FC236}">
                <a16:creationId xmlns:a16="http://schemas.microsoft.com/office/drawing/2014/main" id="{F984BC6B-4F6B-AA92-3C11-C4735EC20320}"/>
              </a:ext>
            </a:extLst>
          </p:cNvPr>
          <p:cNvSpPr/>
          <p:nvPr/>
        </p:nvSpPr>
        <p:spPr>
          <a:xfrm>
            <a:off x="6111240" y="1574620"/>
            <a:ext cx="2651760" cy="297833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Content Placeholder 3">
            <a:extLst>
              <a:ext uri="{FF2B5EF4-FFF2-40B4-BE49-F238E27FC236}">
                <a16:creationId xmlns:a16="http://schemas.microsoft.com/office/drawing/2014/main" id="{BD8AFB30-7C1A-B590-BA57-03D7E708C754}"/>
              </a:ext>
            </a:extLst>
          </p:cNvPr>
          <p:cNvSpPr>
            <a:spLocks noGrp="1" noChangeAspect="1"/>
          </p:cNvSpPr>
          <p:nvPr>
            <p:ph sz="quarter" idx="37" hasCustomPrompt="1"/>
          </p:nvPr>
        </p:nvSpPr>
        <p:spPr>
          <a:xfrm>
            <a:off x="6111241" y="1574618"/>
            <a:ext cx="2641463" cy="297833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8" name="Title 1">
            <a:extLst>
              <a:ext uri="{FF2B5EF4-FFF2-40B4-BE49-F238E27FC236}">
                <a16:creationId xmlns:a16="http://schemas.microsoft.com/office/drawing/2014/main" id="{2247E371-F507-CA44-87CD-5FE9F1C457AF}"/>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3" name="Content Placeholder 3">
            <a:extLst>
              <a:ext uri="{FF2B5EF4-FFF2-40B4-BE49-F238E27FC236}">
                <a16:creationId xmlns:a16="http://schemas.microsoft.com/office/drawing/2014/main" id="{D19597BF-E7E9-484A-BB29-705E3DB3619A}"/>
              </a:ext>
            </a:extLst>
          </p:cNvPr>
          <p:cNvSpPr>
            <a:spLocks noGrp="1"/>
          </p:cNvSpPr>
          <p:nvPr>
            <p:ph sz="quarter" idx="31" hasCustomPrompt="1"/>
          </p:nvPr>
        </p:nvSpPr>
        <p:spPr>
          <a:xfrm>
            <a:off x="4422277" y="3022420"/>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4" name="Content Placeholder 3">
            <a:extLst>
              <a:ext uri="{FF2B5EF4-FFF2-40B4-BE49-F238E27FC236}">
                <a16:creationId xmlns:a16="http://schemas.microsoft.com/office/drawing/2014/main" id="{4F08115A-6F4C-7C43-884F-8400F57087DB}"/>
              </a:ext>
            </a:extLst>
          </p:cNvPr>
          <p:cNvSpPr>
            <a:spLocks noGrp="1"/>
          </p:cNvSpPr>
          <p:nvPr>
            <p:ph sz="quarter" idx="32" hasCustomPrompt="1"/>
          </p:nvPr>
        </p:nvSpPr>
        <p:spPr>
          <a:xfrm>
            <a:off x="4422277"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16" name="Content Placeholder 3">
            <a:extLst>
              <a:ext uri="{FF2B5EF4-FFF2-40B4-BE49-F238E27FC236}">
                <a16:creationId xmlns:a16="http://schemas.microsoft.com/office/drawing/2014/main" id="{32CD13D8-C553-9B43-ABFB-5E9C875FADCB}"/>
              </a:ext>
            </a:extLst>
          </p:cNvPr>
          <p:cNvSpPr>
            <a:spLocks noGrp="1"/>
          </p:cNvSpPr>
          <p:nvPr>
            <p:ph sz="quarter" idx="34" hasCustomPrompt="1"/>
          </p:nvPr>
        </p:nvSpPr>
        <p:spPr>
          <a:xfrm>
            <a:off x="6479677" y="3022420"/>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E42E96DA-05ED-D243-90F0-D4A7AC201BF5}"/>
              </a:ext>
            </a:extLst>
          </p:cNvPr>
          <p:cNvSpPr>
            <a:spLocks noGrp="1"/>
          </p:cNvSpPr>
          <p:nvPr>
            <p:ph sz="quarter" idx="35" hasCustomPrompt="1"/>
          </p:nvPr>
        </p:nvSpPr>
        <p:spPr>
          <a:xfrm>
            <a:off x="6479677"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2364877" y="3022420"/>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2364877"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Tree>
    <p:extLst>
      <p:ext uri="{BB962C8B-B14F-4D97-AF65-F5344CB8AC3E}">
        <p14:creationId xmlns:p14="http://schemas.microsoft.com/office/powerpoint/2010/main" val="404181616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3 Img: paired, 3 Subsection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6B05F-53E1-8945-B16F-0DF3CF82F24C}"/>
              </a:ext>
            </a:extLst>
          </p:cNvPr>
          <p:cNvSpPr/>
          <p:nvPr/>
        </p:nvSpPr>
        <p:spPr>
          <a:xfrm>
            <a:off x="0" y="2887848"/>
            <a:ext cx="9144000" cy="2255653"/>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467497" y="3247501"/>
            <a:ext cx="2651760" cy="1490472"/>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467497" y="1397375"/>
            <a:ext cx="2651760" cy="1490472"/>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7497" y="2890986"/>
            <a:ext cx="26517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1" name="Content Placeholder 3">
            <a:extLst>
              <a:ext uri="{FF2B5EF4-FFF2-40B4-BE49-F238E27FC236}">
                <a16:creationId xmlns:a16="http://schemas.microsoft.com/office/drawing/2014/main" id="{16B809F6-FA4E-924A-B401-7F4C46B121C1}"/>
              </a:ext>
            </a:extLst>
          </p:cNvPr>
          <p:cNvSpPr>
            <a:spLocks noGrp="1"/>
          </p:cNvSpPr>
          <p:nvPr>
            <p:ph sz="half" idx="30" hasCustomPrompt="1"/>
          </p:nvPr>
        </p:nvSpPr>
        <p:spPr>
          <a:xfrm>
            <a:off x="3291840" y="3247501"/>
            <a:ext cx="2651760" cy="1490472"/>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6" name="Content Placeholder 3">
            <a:extLst>
              <a:ext uri="{FF2B5EF4-FFF2-40B4-BE49-F238E27FC236}">
                <a16:creationId xmlns:a16="http://schemas.microsoft.com/office/drawing/2014/main" id="{1A592BC2-CD25-7946-B073-3B5CE272ECA1}"/>
              </a:ext>
            </a:extLst>
          </p:cNvPr>
          <p:cNvSpPr>
            <a:spLocks noGrp="1"/>
          </p:cNvSpPr>
          <p:nvPr>
            <p:ph sz="quarter" idx="31" hasCustomPrompt="1"/>
          </p:nvPr>
        </p:nvSpPr>
        <p:spPr>
          <a:xfrm>
            <a:off x="3291840" y="1397375"/>
            <a:ext cx="2651760" cy="1490472"/>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7" name="Content Placeholder 3">
            <a:extLst>
              <a:ext uri="{FF2B5EF4-FFF2-40B4-BE49-F238E27FC236}">
                <a16:creationId xmlns:a16="http://schemas.microsoft.com/office/drawing/2014/main" id="{1C023B6E-F50F-6B4F-BB0D-25BB7E8C8591}"/>
              </a:ext>
            </a:extLst>
          </p:cNvPr>
          <p:cNvSpPr>
            <a:spLocks noGrp="1"/>
          </p:cNvSpPr>
          <p:nvPr>
            <p:ph sz="quarter" idx="32" hasCustomPrompt="1"/>
          </p:nvPr>
        </p:nvSpPr>
        <p:spPr>
          <a:xfrm>
            <a:off x="3291840" y="2890986"/>
            <a:ext cx="26517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8" name="Content Placeholder 3">
            <a:extLst>
              <a:ext uri="{FF2B5EF4-FFF2-40B4-BE49-F238E27FC236}">
                <a16:creationId xmlns:a16="http://schemas.microsoft.com/office/drawing/2014/main" id="{05509D20-557E-7F4F-8618-542438C490BA}"/>
              </a:ext>
            </a:extLst>
          </p:cNvPr>
          <p:cNvSpPr>
            <a:spLocks noGrp="1"/>
          </p:cNvSpPr>
          <p:nvPr>
            <p:ph sz="half" idx="33" hasCustomPrompt="1"/>
          </p:nvPr>
        </p:nvSpPr>
        <p:spPr>
          <a:xfrm>
            <a:off x="6116183" y="3247501"/>
            <a:ext cx="2651760" cy="1490472"/>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9" name="Content Placeholder 3">
            <a:extLst>
              <a:ext uri="{FF2B5EF4-FFF2-40B4-BE49-F238E27FC236}">
                <a16:creationId xmlns:a16="http://schemas.microsoft.com/office/drawing/2014/main" id="{157A14B8-DB9F-0649-A945-CCC8C7777ABD}"/>
              </a:ext>
            </a:extLst>
          </p:cNvPr>
          <p:cNvSpPr>
            <a:spLocks noGrp="1"/>
          </p:cNvSpPr>
          <p:nvPr>
            <p:ph sz="quarter" idx="34" hasCustomPrompt="1"/>
          </p:nvPr>
        </p:nvSpPr>
        <p:spPr>
          <a:xfrm>
            <a:off x="6116183" y="1397375"/>
            <a:ext cx="2651760" cy="1490472"/>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0" name="Content Placeholder 3">
            <a:extLst>
              <a:ext uri="{FF2B5EF4-FFF2-40B4-BE49-F238E27FC236}">
                <a16:creationId xmlns:a16="http://schemas.microsoft.com/office/drawing/2014/main" id="{CDA1F315-0513-4B41-A677-CA87DD3A63B4}"/>
              </a:ext>
            </a:extLst>
          </p:cNvPr>
          <p:cNvSpPr>
            <a:spLocks noGrp="1"/>
          </p:cNvSpPr>
          <p:nvPr>
            <p:ph sz="quarter" idx="35" hasCustomPrompt="1"/>
          </p:nvPr>
        </p:nvSpPr>
        <p:spPr>
          <a:xfrm>
            <a:off x="6116183" y="2890986"/>
            <a:ext cx="26517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3" name="Title 1">
            <a:extLst>
              <a:ext uri="{FF2B5EF4-FFF2-40B4-BE49-F238E27FC236}">
                <a16:creationId xmlns:a16="http://schemas.microsoft.com/office/drawing/2014/main" id="{5EFE7D30-4EBF-A243-AE4D-EE54C9A43989}"/>
              </a:ext>
            </a:extLst>
          </p:cNvPr>
          <p:cNvSpPr>
            <a:spLocks noGrp="1"/>
          </p:cNvSpPr>
          <p:nvPr>
            <p:ph type="title"/>
          </p:nvPr>
        </p:nvSpPr>
        <p:spPr>
          <a:xfrm>
            <a:off x="457200" y="590550"/>
            <a:ext cx="8305800" cy="74295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92190070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4 Img: Body ">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F1CB3C-159C-3347-BFAC-E45F31299484}"/>
              </a:ext>
            </a:extLst>
          </p:cNvPr>
          <p:cNvSpPr/>
          <p:nvPr/>
        </p:nvSpPr>
        <p:spPr>
          <a:xfrm>
            <a:off x="503338" y="819150"/>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0" name="Rectangle 19">
            <a:extLst>
              <a:ext uri="{FF2B5EF4-FFF2-40B4-BE49-F238E27FC236}">
                <a16:creationId xmlns:a16="http://schemas.microsoft.com/office/drawing/2014/main" id="{2BEE92EE-CB1A-564D-AFDA-ECC078177899}"/>
              </a:ext>
            </a:extLst>
          </p:cNvPr>
          <p:cNvSpPr/>
          <p:nvPr/>
        </p:nvSpPr>
        <p:spPr>
          <a:xfrm>
            <a:off x="2577989" y="819150"/>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a:extLst>
              <a:ext uri="{FF2B5EF4-FFF2-40B4-BE49-F238E27FC236}">
                <a16:creationId xmlns:a16="http://schemas.microsoft.com/office/drawing/2014/main" id="{113ADE27-8124-2E48-9321-9D361EB8E511}"/>
              </a:ext>
            </a:extLst>
          </p:cNvPr>
          <p:cNvSpPr/>
          <p:nvPr/>
        </p:nvSpPr>
        <p:spPr>
          <a:xfrm>
            <a:off x="2577989" y="2893719"/>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a:extLst>
              <a:ext uri="{FF2B5EF4-FFF2-40B4-BE49-F238E27FC236}">
                <a16:creationId xmlns:a16="http://schemas.microsoft.com/office/drawing/2014/main" id="{942C7726-2FB8-454D-88F1-E8C59C67CCDE}"/>
              </a:ext>
            </a:extLst>
          </p:cNvPr>
          <p:cNvSpPr/>
          <p:nvPr/>
        </p:nvSpPr>
        <p:spPr>
          <a:xfrm>
            <a:off x="4662597" y="2893719"/>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503338" y="819150"/>
            <a:ext cx="1965960" cy="1958134"/>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2582383" y="2893720"/>
            <a:ext cx="1956212" cy="196596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pic>
        <p:nvPicPr>
          <p:cNvPr id="8" name="Picture 7">
            <a:extLst>
              <a:ext uri="{FF2B5EF4-FFF2-40B4-BE49-F238E27FC236}">
                <a16:creationId xmlns:a16="http://schemas.microsoft.com/office/drawing/2014/main" id="{DBB37FCC-D24D-994D-A24E-BB2E71C19291}"/>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9" name="Picture 8">
            <a:extLst>
              <a:ext uri="{FF2B5EF4-FFF2-40B4-BE49-F238E27FC236}">
                <a16:creationId xmlns:a16="http://schemas.microsoft.com/office/drawing/2014/main" id="{0855F3B6-F7B6-284E-BFFE-48E02FCC8082}"/>
              </a:ext>
            </a:extLst>
          </p:cNvPr>
          <p:cNvPicPr>
            <a:picLocks noChangeAspect="1"/>
          </p:cNvPicPr>
          <p:nvPr/>
        </p:nvPicPr>
        <p:blipFill>
          <a:blip r:embed="rId3"/>
          <a:stretch>
            <a:fillRect/>
          </a:stretch>
        </p:blipFill>
        <p:spPr>
          <a:xfrm>
            <a:off x="115779" y="223914"/>
            <a:ext cx="752320" cy="69658"/>
          </a:xfrm>
          <a:prstGeom prst="rect">
            <a:avLst/>
          </a:prstGeom>
        </p:spPr>
      </p:pic>
      <p:sp>
        <p:nvSpPr>
          <p:cNvPr id="14" name="Content Placeholder 3">
            <a:extLst>
              <a:ext uri="{FF2B5EF4-FFF2-40B4-BE49-F238E27FC236}">
                <a16:creationId xmlns:a16="http://schemas.microsoft.com/office/drawing/2014/main" id="{92912BC2-1EE2-D842-A2B7-DE5424A867EB}"/>
              </a:ext>
            </a:extLst>
          </p:cNvPr>
          <p:cNvSpPr>
            <a:spLocks noGrp="1"/>
          </p:cNvSpPr>
          <p:nvPr>
            <p:ph sz="quarter" idx="31" hasCustomPrompt="1"/>
          </p:nvPr>
        </p:nvSpPr>
        <p:spPr>
          <a:xfrm>
            <a:off x="2582383" y="819150"/>
            <a:ext cx="1956212" cy="1958135"/>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7" name="Content Placeholder 3">
            <a:extLst>
              <a:ext uri="{FF2B5EF4-FFF2-40B4-BE49-F238E27FC236}">
                <a16:creationId xmlns:a16="http://schemas.microsoft.com/office/drawing/2014/main" id="{DB54329B-39FA-9948-8527-46859415990F}"/>
              </a:ext>
            </a:extLst>
          </p:cNvPr>
          <p:cNvSpPr>
            <a:spLocks noGrp="1"/>
          </p:cNvSpPr>
          <p:nvPr>
            <p:ph sz="half" idx="10" hasCustomPrompt="1"/>
          </p:nvPr>
        </p:nvSpPr>
        <p:spPr>
          <a:xfrm>
            <a:off x="4852144" y="1695451"/>
            <a:ext cx="2691656" cy="943227"/>
          </a:xfrm>
          <a:prstGeom prst="rect">
            <a:avLst/>
          </a:prstGeom>
        </p:spPr>
        <p:txBody>
          <a:bodyPr lIns="0">
            <a:normAutofit/>
          </a:bodyPr>
          <a:lstStyle>
            <a:lvl1pPr marL="0" indent="0">
              <a:lnSpc>
                <a:spcPct val="100000"/>
              </a:lnSpc>
              <a:buNone/>
              <a:defRPr sz="1400">
                <a:solidFill>
                  <a:srgbClr val="393A39"/>
                </a:solidFill>
                <a:latin typeface="Lato" panose="020F0502020204030203" pitchFamily="34" charset="0"/>
              </a:defRPr>
            </a:lvl1pPr>
            <a:lvl2pPr marL="292093" indent="0">
              <a:lnSpc>
                <a:spcPct val="100000"/>
              </a:lnSpc>
              <a:buFont typeface="Arial" panose="020B0604020202020204" pitchFamily="34" charset="0"/>
              <a:buNone/>
              <a:defRPr sz="1200">
                <a:solidFill>
                  <a:srgbClr val="393A39"/>
                </a:solidFill>
                <a:latin typeface="Lato" panose="020F0502020204030203" pitchFamily="34" charset="0"/>
              </a:defRPr>
            </a:lvl2pPr>
            <a:lvl3pPr marL="576248" indent="0">
              <a:lnSpc>
                <a:spcPct val="100000"/>
              </a:lnSpc>
              <a:buNone/>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 keep it short!</a:t>
            </a:r>
          </a:p>
          <a:p>
            <a:pPr lvl="0"/>
            <a:r>
              <a:rPr lang="en-US" dirty="0"/>
              <a:t>Good section header</a:t>
            </a:r>
          </a:p>
        </p:txBody>
      </p:sp>
      <p:sp>
        <p:nvSpPr>
          <p:cNvPr id="18" name="Content Placeholder 3">
            <a:extLst>
              <a:ext uri="{FF2B5EF4-FFF2-40B4-BE49-F238E27FC236}">
                <a16:creationId xmlns:a16="http://schemas.microsoft.com/office/drawing/2014/main" id="{9E3929EB-8C6F-D945-92EC-B79572580E77}"/>
              </a:ext>
            </a:extLst>
          </p:cNvPr>
          <p:cNvSpPr>
            <a:spLocks noGrp="1"/>
          </p:cNvSpPr>
          <p:nvPr>
            <p:ph sz="quarter" idx="19" hasCustomPrompt="1"/>
          </p:nvPr>
        </p:nvSpPr>
        <p:spPr>
          <a:xfrm>
            <a:off x="503338" y="2893718"/>
            <a:ext cx="1935062" cy="455931"/>
          </a:xfrm>
          <a:noFill/>
        </p:spPr>
        <p:txBody>
          <a:bodyPr lIns="137160" tIns="137160" rIns="137160" bIns="45720" anchor="b" anchorCtr="0">
            <a:normAutofit/>
          </a:bodyPr>
          <a:lstStyle>
            <a:lvl1pPr marL="0" indent="0">
              <a:buNone/>
              <a:defRPr sz="1200" b="1">
                <a:solidFill>
                  <a:schemeClr val="accent2"/>
                </a:solidFill>
              </a:defRPr>
            </a:lvl1pPr>
            <a:lvl2pPr>
              <a:defRPr>
                <a:solidFill>
                  <a:schemeClr val="bg2"/>
                </a:solidFill>
              </a:defRPr>
            </a:lvl2pPr>
            <a:lvl3pPr>
              <a:defRPr>
                <a:solidFill>
                  <a:schemeClr val="bg2"/>
                </a:solidFill>
              </a:defRPr>
            </a:lvl3pPr>
          </a:lstStyle>
          <a:p>
            <a:pPr lvl="0"/>
            <a:r>
              <a:rPr lang="en-US" dirty="0"/>
              <a:t>Optional Short Title Here</a:t>
            </a:r>
          </a:p>
        </p:txBody>
      </p:sp>
      <p:sp>
        <p:nvSpPr>
          <p:cNvPr id="19" name="Content Placeholder 3">
            <a:extLst>
              <a:ext uri="{FF2B5EF4-FFF2-40B4-BE49-F238E27FC236}">
                <a16:creationId xmlns:a16="http://schemas.microsoft.com/office/drawing/2014/main" id="{075A62B3-5B8F-BA41-B788-72BE2AD41F88}"/>
              </a:ext>
            </a:extLst>
          </p:cNvPr>
          <p:cNvSpPr>
            <a:spLocks noGrp="1"/>
          </p:cNvSpPr>
          <p:nvPr>
            <p:ph sz="quarter" idx="20" hasCustomPrompt="1"/>
          </p:nvPr>
        </p:nvSpPr>
        <p:spPr>
          <a:xfrm>
            <a:off x="503338" y="3349651"/>
            <a:ext cx="1935062" cy="1066799"/>
          </a:xfrm>
          <a:noFill/>
        </p:spPr>
        <p:txBody>
          <a:bodyPr lIns="137160" tIns="45720" rIns="137160" bIns="13716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Body text here or caption text for all images (swap to caption style)</a:t>
            </a:r>
          </a:p>
        </p:txBody>
      </p:sp>
      <p:sp>
        <p:nvSpPr>
          <p:cNvPr id="23" name="Content Placeholder 3">
            <a:extLst>
              <a:ext uri="{FF2B5EF4-FFF2-40B4-BE49-F238E27FC236}">
                <a16:creationId xmlns:a16="http://schemas.microsoft.com/office/drawing/2014/main" id="{B9EB7CA6-DB6B-5C45-9FED-7ADC8E9AB8DD}"/>
              </a:ext>
            </a:extLst>
          </p:cNvPr>
          <p:cNvSpPr>
            <a:spLocks noGrp="1"/>
          </p:cNvSpPr>
          <p:nvPr>
            <p:ph sz="quarter" idx="32" hasCustomPrompt="1"/>
          </p:nvPr>
        </p:nvSpPr>
        <p:spPr>
          <a:xfrm>
            <a:off x="4662597" y="2893719"/>
            <a:ext cx="1965960" cy="196596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4" name="Title 1">
            <a:extLst>
              <a:ext uri="{FF2B5EF4-FFF2-40B4-BE49-F238E27FC236}">
                <a16:creationId xmlns:a16="http://schemas.microsoft.com/office/drawing/2014/main" id="{718AC106-9290-5445-A767-ECBF76EA403D}"/>
              </a:ext>
            </a:extLst>
          </p:cNvPr>
          <p:cNvSpPr>
            <a:spLocks noGrp="1"/>
          </p:cNvSpPr>
          <p:nvPr>
            <p:ph type="title"/>
          </p:nvPr>
        </p:nvSpPr>
        <p:spPr>
          <a:xfrm>
            <a:off x="4852144" y="8953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37571557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4 Img: 4 Subsections (equal)">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48AD819D-03F8-DF2F-09FB-0C1EE457B513}"/>
              </a:ext>
            </a:extLst>
          </p:cNvPr>
          <p:cNvSpPr/>
          <p:nvPr/>
        </p:nvSpPr>
        <p:spPr>
          <a:xfrm>
            <a:off x="4782809" y="3380622"/>
            <a:ext cx="2971799" cy="176287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7" name="Rectangle 16">
            <a:extLst>
              <a:ext uri="{FF2B5EF4-FFF2-40B4-BE49-F238E27FC236}">
                <a16:creationId xmlns:a16="http://schemas.microsoft.com/office/drawing/2014/main" id="{5B7F8B45-2942-FFC7-D3E1-885DFB4F2996}"/>
              </a:ext>
            </a:extLst>
          </p:cNvPr>
          <p:cNvSpPr/>
          <p:nvPr/>
        </p:nvSpPr>
        <p:spPr>
          <a:xfrm>
            <a:off x="4782809" y="1338056"/>
            <a:ext cx="2971799" cy="176287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a:extLst>
              <a:ext uri="{FF2B5EF4-FFF2-40B4-BE49-F238E27FC236}">
                <a16:creationId xmlns:a16="http://schemas.microsoft.com/office/drawing/2014/main" id="{20A0D4FB-E53C-992F-1223-76C9CEAFB374}"/>
              </a:ext>
            </a:extLst>
          </p:cNvPr>
          <p:cNvSpPr/>
          <p:nvPr/>
        </p:nvSpPr>
        <p:spPr>
          <a:xfrm>
            <a:off x="457201" y="3380622"/>
            <a:ext cx="2971799" cy="176287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a:extLst>
              <a:ext uri="{FF2B5EF4-FFF2-40B4-BE49-F238E27FC236}">
                <a16:creationId xmlns:a16="http://schemas.microsoft.com/office/drawing/2014/main" id="{EE0EDB29-4637-0289-6363-D852B2A703B3}"/>
              </a:ext>
            </a:extLst>
          </p:cNvPr>
          <p:cNvSpPr/>
          <p:nvPr/>
        </p:nvSpPr>
        <p:spPr>
          <a:xfrm>
            <a:off x="449705" y="1342272"/>
            <a:ext cx="2971799" cy="176287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Title 1">
            <a:extLst>
              <a:ext uri="{FF2B5EF4-FFF2-40B4-BE49-F238E27FC236}">
                <a16:creationId xmlns:a16="http://schemas.microsoft.com/office/drawing/2014/main" id="{2247E371-F507-CA44-87CD-5FE9F1C457AF}"/>
              </a:ext>
            </a:extLst>
          </p:cNvPr>
          <p:cNvSpPr>
            <a:spLocks noGrp="1"/>
          </p:cNvSpPr>
          <p:nvPr>
            <p:ph type="title"/>
          </p:nvPr>
        </p:nvSpPr>
        <p:spPr>
          <a:xfrm>
            <a:off x="457200" y="590550"/>
            <a:ext cx="8305800" cy="742950"/>
          </a:xfrm>
          <a:prstGeom prst="rect">
            <a:avLst/>
          </a:prstGeom>
        </p:spPr>
        <p:txBody>
          <a:bodyPr lIns="0" anchor="t">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26" name="Content Placeholder 3">
            <a:extLst>
              <a:ext uri="{FF2B5EF4-FFF2-40B4-BE49-F238E27FC236}">
                <a16:creationId xmlns:a16="http://schemas.microsoft.com/office/drawing/2014/main" id="{F0940CEC-EABD-2783-324C-2BC4E7916190}"/>
              </a:ext>
            </a:extLst>
          </p:cNvPr>
          <p:cNvSpPr>
            <a:spLocks noGrp="1"/>
          </p:cNvSpPr>
          <p:nvPr>
            <p:ph sz="quarter" idx="30" hasCustomPrompt="1"/>
          </p:nvPr>
        </p:nvSpPr>
        <p:spPr>
          <a:xfrm>
            <a:off x="457200" y="1333501"/>
            <a:ext cx="2971799" cy="1762879"/>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7" name="Content Placeholder 3">
            <a:extLst>
              <a:ext uri="{FF2B5EF4-FFF2-40B4-BE49-F238E27FC236}">
                <a16:creationId xmlns:a16="http://schemas.microsoft.com/office/drawing/2014/main" id="{714472A9-781D-DC74-63F2-F2A5FC06FB0B}"/>
              </a:ext>
            </a:extLst>
          </p:cNvPr>
          <p:cNvSpPr>
            <a:spLocks noGrp="1"/>
          </p:cNvSpPr>
          <p:nvPr>
            <p:ph sz="quarter" idx="39" hasCustomPrompt="1"/>
          </p:nvPr>
        </p:nvSpPr>
        <p:spPr>
          <a:xfrm>
            <a:off x="4785513" y="1336235"/>
            <a:ext cx="2971799" cy="1762879"/>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2244064" y="1760381"/>
            <a:ext cx="2207123" cy="533400"/>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2244064" y="2293782"/>
            <a:ext cx="2207123" cy="914399"/>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13" name="Content Placeholder 3">
            <a:extLst>
              <a:ext uri="{FF2B5EF4-FFF2-40B4-BE49-F238E27FC236}">
                <a16:creationId xmlns:a16="http://schemas.microsoft.com/office/drawing/2014/main" id="{D19597BF-E7E9-484A-BB29-705E3DB3619A}"/>
              </a:ext>
            </a:extLst>
          </p:cNvPr>
          <p:cNvSpPr>
            <a:spLocks noGrp="1"/>
          </p:cNvSpPr>
          <p:nvPr>
            <p:ph sz="quarter" idx="31" hasCustomPrompt="1"/>
          </p:nvPr>
        </p:nvSpPr>
        <p:spPr>
          <a:xfrm>
            <a:off x="6582111" y="1760381"/>
            <a:ext cx="2207123" cy="533400"/>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4" name="Content Placeholder 3">
            <a:extLst>
              <a:ext uri="{FF2B5EF4-FFF2-40B4-BE49-F238E27FC236}">
                <a16:creationId xmlns:a16="http://schemas.microsoft.com/office/drawing/2014/main" id="{4F08115A-6F4C-7C43-884F-8400F57087DB}"/>
              </a:ext>
            </a:extLst>
          </p:cNvPr>
          <p:cNvSpPr>
            <a:spLocks noGrp="1"/>
          </p:cNvSpPr>
          <p:nvPr>
            <p:ph sz="quarter" idx="32" hasCustomPrompt="1"/>
          </p:nvPr>
        </p:nvSpPr>
        <p:spPr>
          <a:xfrm>
            <a:off x="6582111" y="2293782"/>
            <a:ext cx="2207123" cy="914399"/>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28" name="Content Placeholder 3">
            <a:extLst>
              <a:ext uri="{FF2B5EF4-FFF2-40B4-BE49-F238E27FC236}">
                <a16:creationId xmlns:a16="http://schemas.microsoft.com/office/drawing/2014/main" id="{313D6462-24AB-665E-CF2F-885E45899524}"/>
              </a:ext>
            </a:extLst>
          </p:cNvPr>
          <p:cNvSpPr>
            <a:spLocks noGrp="1"/>
          </p:cNvSpPr>
          <p:nvPr>
            <p:ph sz="quarter" idx="40" hasCustomPrompt="1"/>
          </p:nvPr>
        </p:nvSpPr>
        <p:spPr>
          <a:xfrm>
            <a:off x="4785513" y="3381461"/>
            <a:ext cx="2971799" cy="1762879"/>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1" name="Content Placeholder 3">
            <a:extLst>
              <a:ext uri="{FF2B5EF4-FFF2-40B4-BE49-F238E27FC236}">
                <a16:creationId xmlns:a16="http://schemas.microsoft.com/office/drawing/2014/main" id="{3DE15FF4-7BD2-3E49-A5C0-C8CA65B4B785}"/>
              </a:ext>
            </a:extLst>
          </p:cNvPr>
          <p:cNvSpPr>
            <a:spLocks noGrp="1"/>
          </p:cNvSpPr>
          <p:nvPr>
            <p:ph sz="quarter" idx="35" hasCustomPrompt="1"/>
          </p:nvPr>
        </p:nvSpPr>
        <p:spPr>
          <a:xfrm>
            <a:off x="6582111" y="3695701"/>
            <a:ext cx="2207123" cy="533400"/>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Content Placeholder 3">
            <a:extLst>
              <a:ext uri="{FF2B5EF4-FFF2-40B4-BE49-F238E27FC236}">
                <a16:creationId xmlns:a16="http://schemas.microsoft.com/office/drawing/2014/main" id="{82F4A441-80AB-0C40-A5FA-A586E9B69FDF}"/>
              </a:ext>
            </a:extLst>
          </p:cNvPr>
          <p:cNvSpPr>
            <a:spLocks noGrp="1"/>
          </p:cNvSpPr>
          <p:nvPr>
            <p:ph sz="quarter" idx="36" hasCustomPrompt="1"/>
          </p:nvPr>
        </p:nvSpPr>
        <p:spPr>
          <a:xfrm>
            <a:off x="6582111" y="4229102"/>
            <a:ext cx="2207123" cy="914399"/>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29" name="Content Placeholder 3">
            <a:extLst>
              <a:ext uri="{FF2B5EF4-FFF2-40B4-BE49-F238E27FC236}">
                <a16:creationId xmlns:a16="http://schemas.microsoft.com/office/drawing/2014/main" id="{F7C97EB4-9EE3-8BF9-CB90-9F01474973AA}"/>
              </a:ext>
            </a:extLst>
          </p:cNvPr>
          <p:cNvSpPr>
            <a:spLocks noGrp="1"/>
          </p:cNvSpPr>
          <p:nvPr>
            <p:ph sz="quarter" idx="41" hasCustomPrompt="1"/>
          </p:nvPr>
        </p:nvSpPr>
        <p:spPr>
          <a:xfrm>
            <a:off x="457200" y="3389548"/>
            <a:ext cx="2971799" cy="1762879"/>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3" name="Content Placeholder 3">
            <a:extLst>
              <a:ext uri="{FF2B5EF4-FFF2-40B4-BE49-F238E27FC236}">
                <a16:creationId xmlns:a16="http://schemas.microsoft.com/office/drawing/2014/main" id="{C9704E0E-1158-9D4A-9FA9-6CD1F03D8AE6}"/>
              </a:ext>
            </a:extLst>
          </p:cNvPr>
          <p:cNvSpPr>
            <a:spLocks noGrp="1"/>
          </p:cNvSpPr>
          <p:nvPr>
            <p:ph sz="quarter" idx="37" hasCustomPrompt="1"/>
          </p:nvPr>
        </p:nvSpPr>
        <p:spPr>
          <a:xfrm>
            <a:off x="2244064" y="3695701"/>
            <a:ext cx="2207123" cy="533400"/>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4" name="Content Placeholder 3">
            <a:extLst>
              <a:ext uri="{FF2B5EF4-FFF2-40B4-BE49-F238E27FC236}">
                <a16:creationId xmlns:a16="http://schemas.microsoft.com/office/drawing/2014/main" id="{4FBBFCD9-FC54-FE47-8A78-0FE43B5C3E43}"/>
              </a:ext>
            </a:extLst>
          </p:cNvPr>
          <p:cNvSpPr>
            <a:spLocks noGrp="1"/>
          </p:cNvSpPr>
          <p:nvPr>
            <p:ph sz="quarter" idx="38" hasCustomPrompt="1"/>
          </p:nvPr>
        </p:nvSpPr>
        <p:spPr>
          <a:xfrm>
            <a:off x="2244064" y="4229102"/>
            <a:ext cx="2207123" cy="914399"/>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Tree>
    <p:extLst>
      <p:ext uri="{BB962C8B-B14F-4D97-AF65-F5344CB8AC3E}">
        <p14:creationId xmlns:p14="http://schemas.microsoft.com/office/powerpoint/2010/main" val="25258314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4 Img: Body Text (righ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1138D1D-0960-574D-8616-915D22FDBD79}"/>
              </a:ext>
            </a:extLst>
          </p:cNvPr>
          <p:cNvSpPr/>
          <p:nvPr/>
        </p:nvSpPr>
        <p:spPr>
          <a:xfrm>
            <a:off x="5715000" y="0"/>
            <a:ext cx="3429000" cy="51435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27325B"/>
              </a:solidFill>
            </a:endParaRPr>
          </a:p>
        </p:txBody>
      </p:sp>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72327"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57200" y="1504950"/>
            <a:ext cx="1965960" cy="1472184"/>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72327"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87454"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87454"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02581"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02581"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12" name="Content Placeholder 3">
            <a:extLst>
              <a:ext uri="{FF2B5EF4-FFF2-40B4-BE49-F238E27FC236}">
                <a16:creationId xmlns:a16="http://schemas.microsoft.com/office/drawing/2014/main" id="{F12BC52A-186A-9B43-A602-388B5540D1E9}"/>
              </a:ext>
            </a:extLst>
          </p:cNvPr>
          <p:cNvSpPr>
            <a:spLocks noGrp="1"/>
          </p:cNvSpPr>
          <p:nvPr>
            <p:ph sz="half" idx="10" hasCustomPrompt="1"/>
          </p:nvPr>
        </p:nvSpPr>
        <p:spPr>
          <a:xfrm>
            <a:off x="457200" y="3486149"/>
            <a:ext cx="4864512" cy="1243222"/>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 Body text is preferred over bullets</a:t>
            </a:r>
          </a:p>
          <a:p>
            <a:pPr lvl="1"/>
            <a:r>
              <a:rPr lang="en-US" dirty="0"/>
              <a:t>Second level</a:t>
            </a:r>
          </a:p>
          <a:p>
            <a:pPr lvl="2"/>
            <a:r>
              <a:rPr lang="en-US" dirty="0"/>
              <a:t>Third level</a:t>
            </a:r>
          </a:p>
        </p:txBody>
      </p:sp>
      <p:sp>
        <p:nvSpPr>
          <p:cNvPr id="13" name="Title 1">
            <a:extLst>
              <a:ext uri="{FF2B5EF4-FFF2-40B4-BE49-F238E27FC236}">
                <a16:creationId xmlns:a16="http://schemas.microsoft.com/office/drawing/2014/main" id="{AC332FC9-5E40-7F4A-ADF7-3D2ADB4F03AF}"/>
              </a:ext>
            </a:extLst>
          </p:cNvPr>
          <p:cNvSpPr>
            <a:spLocks noGrp="1"/>
          </p:cNvSpPr>
          <p:nvPr>
            <p:ph type="title"/>
          </p:nvPr>
        </p:nvSpPr>
        <p:spPr>
          <a:xfrm>
            <a:off x="457200" y="590550"/>
            <a:ext cx="51054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8091820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4 Img: Body Text (lef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34551FB-B332-9440-9C5C-BC9D2C8CEF62}"/>
              </a:ext>
            </a:extLst>
          </p:cNvPr>
          <p:cNvSpPr/>
          <p:nvPr/>
        </p:nvSpPr>
        <p:spPr>
          <a:xfrm>
            <a:off x="0" y="0"/>
            <a:ext cx="3429000" cy="51435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27325B"/>
              </a:solidFill>
            </a:endParaRPr>
          </a:p>
        </p:txBody>
      </p:sp>
      <p:pic>
        <p:nvPicPr>
          <p:cNvPr id="15" name="Picture 14">
            <a:extLst>
              <a:ext uri="{FF2B5EF4-FFF2-40B4-BE49-F238E27FC236}">
                <a16:creationId xmlns:a16="http://schemas.microsoft.com/office/drawing/2014/main" id="{F801C095-FC4F-B548-86F9-AF8655C17916}"/>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17" name="Picture 16">
            <a:extLst>
              <a:ext uri="{FF2B5EF4-FFF2-40B4-BE49-F238E27FC236}">
                <a16:creationId xmlns:a16="http://schemas.microsoft.com/office/drawing/2014/main" id="{E31FA408-826D-594C-99A2-F4CA1B6EF291}"/>
              </a:ext>
            </a:extLst>
          </p:cNvPr>
          <p:cNvPicPr>
            <a:picLocks noChangeAspect="1"/>
          </p:cNvPicPr>
          <p:nvPr/>
        </p:nvPicPr>
        <p:blipFill>
          <a:blip r:embed="rId3"/>
          <a:stretch>
            <a:fillRect/>
          </a:stretch>
        </p:blipFill>
        <p:spPr>
          <a:xfrm>
            <a:off x="115779" y="223914"/>
            <a:ext cx="752320" cy="69658"/>
          </a:xfrm>
          <a:prstGeom prst="rect">
            <a:avLst/>
          </a:prstGeom>
        </p:spPr>
      </p:pic>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72327"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57200" y="1504950"/>
            <a:ext cx="1965960" cy="1472184"/>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72327"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87454"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87454"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02581"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02581"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12" name="Content Placeholder 3">
            <a:extLst>
              <a:ext uri="{FF2B5EF4-FFF2-40B4-BE49-F238E27FC236}">
                <a16:creationId xmlns:a16="http://schemas.microsoft.com/office/drawing/2014/main" id="{F12BC52A-186A-9B43-A602-388B5540D1E9}"/>
              </a:ext>
            </a:extLst>
          </p:cNvPr>
          <p:cNvSpPr>
            <a:spLocks noGrp="1"/>
          </p:cNvSpPr>
          <p:nvPr>
            <p:ph sz="half" idx="10" hasCustomPrompt="1"/>
          </p:nvPr>
        </p:nvSpPr>
        <p:spPr>
          <a:xfrm>
            <a:off x="3733800" y="3486149"/>
            <a:ext cx="4864512" cy="1243222"/>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 Body text is preferred over bullets</a:t>
            </a:r>
          </a:p>
          <a:p>
            <a:pPr lvl="1"/>
            <a:r>
              <a:rPr lang="en-US" dirty="0"/>
              <a:t>Second level</a:t>
            </a:r>
          </a:p>
          <a:p>
            <a:pPr lvl="2"/>
            <a:r>
              <a:rPr lang="en-US" dirty="0"/>
              <a:t>Third level</a:t>
            </a:r>
          </a:p>
        </p:txBody>
      </p:sp>
      <p:sp>
        <p:nvSpPr>
          <p:cNvPr id="13" name="Title 1">
            <a:extLst>
              <a:ext uri="{FF2B5EF4-FFF2-40B4-BE49-F238E27FC236}">
                <a16:creationId xmlns:a16="http://schemas.microsoft.com/office/drawing/2014/main" id="{AC332FC9-5E40-7F4A-ADF7-3D2ADB4F03AF}"/>
              </a:ext>
            </a:extLst>
          </p:cNvPr>
          <p:cNvSpPr>
            <a:spLocks noGrp="1"/>
          </p:cNvSpPr>
          <p:nvPr>
            <p:ph type="title"/>
          </p:nvPr>
        </p:nvSpPr>
        <p:spPr>
          <a:xfrm>
            <a:off x="3733801" y="590550"/>
            <a:ext cx="5034741"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42381669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4 Img: paired, 4 Subsections (body)">
    <p:spTree>
      <p:nvGrpSpPr>
        <p:cNvPr id="1" name=""/>
        <p:cNvGrpSpPr/>
        <p:nvPr/>
      </p:nvGrpSpPr>
      <p:grpSpPr>
        <a:xfrm>
          <a:off x="0" y="0"/>
          <a:ext cx="0" cy="0"/>
          <a:chOff x="0" y="0"/>
          <a:chExt cx="0" cy="0"/>
        </a:xfrm>
      </p:grpSpPr>
      <p:sp>
        <p:nvSpPr>
          <p:cNvPr id="47" name="Content Placeholder 3">
            <a:extLst>
              <a:ext uri="{FF2B5EF4-FFF2-40B4-BE49-F238E27FC236}">
                <a16:creationId xmlns:a16="http://schemas.microsoft.com/office/drawing/2014/main" id="{88FAD3AE-C209-DD41-8D9F-F3C291DF9248}"/>
              </a:ext>
            </a:extLst>
          </p:cNvPr>
          <p:cNvSpPr>
            <a:spLocks noGrp="1"/>
          </p:cNvSpPr>
          <p:nvPr>
            <p:ph sz="quarter" idx="22" hasCustomPrompt="1"/>
          </p:nvPr>
        </p:nvSpPr>
        <p:spPr>
          <a:xfrm>
            <a:off x="2580968" y="1885950"/>
            <a:ext cx="1965960" cy="147218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57200" y="1885950"/>
            <a:ext cx="1965960" cy="1474470"/>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0" name="Rectangle 9">
            <a:extLst>
              <a:ext uri="{FF2B5EF4-FFF2-40B4-BE49-F238E27FC236}">
                <a16:creationId xmlns:a16="http://schemas.microsoft.com/office/drawing/2014/main" id="{4BF6B05F-53E1-8945-B16F-0DF3CF82F24C}"/>
              </a:ext>
            </a:extLst>
          </p:cNvPr>
          <p:cNvSpPr/>
          <p:nvPr/>
        </p:nvSpPr>
        <p:spPr>
          <a:xfrm>
            <a:off x="0" y="3358136"/>
            <a:ext cx="9144000" cy="1785365"/>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27325B"/>
              </a:solidFill>
            </a:endParaRPr>
          </a:p>
        </p:txBody>
      </p:sp>
      <p:sp>
        <p:nvSpPr>
          <p:cNvPr id="17" name="Content Placeholder 3">
            <a:extLst>
              <a:ext uri="{FF2B5EF4-FFF2-40B4-BE49-F238E27FC236}">
                <a16:creationId xmlns:a16="http://schemas.microsoft.com/office/drawing/2014/main" id="{F509B63B-1486-3540-B785-BB3D12EDB3BE}"/>
              </a:ext>
            </a:extLst>
          </p:cNvPr>
          <p:cNvSpPr>
            <a:spLocks noGrp="1"/>
          </p:cNvSpPr>
          <p:nvPr>
            <p:ph sz="quarter" idx="20" hasCustomPrompt="1"/>
          </p:nvPr>
        </p:nvSpPr>
        <p:spPr>
          <a:xfrm>
            <a:off x="457200" y="3714650"/>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33581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8" name="Content Placeholder 3">
            <a:extLst>
              <a:ext uri="{FF2B5EF4-FFF2-40B4-BE49-F238E27FC236}">
                <a16:creationId xmlns:a16="http://schemas.microsoft.com/office/drawing/2014/main" id="{216EF5B3-14E5-2446-9E37-8D3DA7F83FA6}"/>
              </a:ext>
            </a:extLst>
          </p:cNvPr>
          <p:cNvSpPr>
            <a:spLocks noGrp="1"/>
          </p:cNvSpPr>
          <p:nvPr>
            <p:ph sz="quarter" idx="23" hasCustomPrompt="1"/>
          </p:nvPr>
        </p:nvSpPr>
        <p:spPr>
          <a:xfrm>
            <a:off x="2580968" y="3714650"/>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49" name="Content Placeholder 3">
            <a:extLst>
              <a:ext uri="{FF2B5EF4-FFF2-40B4-BE49-F238E27FC236}">
                <a16:creationId xmlns:a16="http://schemas.microsoft.com/office/drawing/2014/main" id="{A33A5FF1-7CDE-394A-8F8F-43478A103928}"/>
              </a:ext>
            </a:extLst>
          </p:cNvPr>
          <p:cNvSpPr>
            <a:spLocks noGrp="1"/>
          </p:cNvSpPr>
          <p:nvPr>
            <p:ph sz="quarter" idx="24" hasCustomPrompt="1"/>
          </p:nvPr>
        </p:nvSpPr>
        <p:spPr>
          <a:xfrm>
            <a:off x="2580968" y="33581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0" name="Content Placeholder 3">
            <a:extLst>
              <a:ext uri="{FF2B5EF4-FFF2-40B4-BE49-F238E27FC236}">
                <a16:creationId xmlns:a16="http://schemas.microsoft.com/office/drawing/2014/main" id="{37AD7603-46FC-F347-AF65-9A5A450E8717}"/>
              </a:ext>
            </a:extLst>
          </p:cNvPr>
          <p:cNvSpPr>
            <a:spLocks noGrp="1"/>
          </p:cNvSpPr>
          <p:nvPr>
            <p:ph sz="quarter" idx="25" hasCustomPrompt="1"/>
          </p:nvPr>
        </p:nvSpPr>
        <p:spPr>
          <a:xfrm>
            <a:off x="4717024" y="1885950"/>
            <a:ext cx="1965960" cy="147218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1" name="Content Placeholder 3">
            <a:extLst>
              <a:ext uri="{FF2B5EF4-FFF2-40B4-BE49-F238E27FC236}">
                <a16:creationId xmlns:a16="http://schemas.microsoft.com/office/drawing/2014/main" id="{B34E1369-EF0E-B046-97D9-6341F2F2EA21}"/>
              </a:ext>
            </a:extLst>
          </p:cNvPr>
          <p:cNvSpPr>
            <a:spLocks noGrp="1"/>
          </p:cNvSpPr>
          <p:nvPr>
            <p:ph sz="quarter" idx="26" hasCustomPrompt="1"/>
          </p:nvPr>
        </p:nvSpPr>
        <p:spPr>
          <a:xfrm>
            <a:off x="4717024" y="3714650"/>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2" name="Content Placeholder 3">
            <a:extLst>
              <a:ext uri="{FF2B5EF4-FFF2-40B4-BE49-F238E27FC236}">
                <a16:creationId xmlns:a16="http://schemas.microsoft.com/office/drawing/2014/main" id="{63659F40-D8CA-2341-9DFD-6BA8E4B8640E}"/>
              </a:ext>
            </a:extLst>
          </p:cNvPr>
          <p:cNvSpPr>
            <a:spLocks noGrp="1"/>
          </p:cNvSpPr>
          <p:nvPr>
            <p:ph sz="quarter" idx="27" hasCustomPrompt="1"/>
          </p:nvPr>
        </p:nvSpPr>
        <p:spPr>
          <a:xfrm>
            <a:off x="4717024" y="33581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3" name="Content Placeholder 3">
            <a:extLst>
              <a:ext uri="{FF2B5EF4-FFF2-40B4-BE49-F238E27FC236}">
                <a16:creationId xmlns:a16="http://schemas.microsoft.com/office/drawing/2014/main" id="{A35135FD-AD75-964F-B113-BD252DDE92D5}"/>
              </a:ext>
            </a:extLst>
          </p:cNvPr>
          <p:cNvSpPr>
            <a:spLocks noGrp="1"/>
          </p:cNvSpPr>
          <p:nvPr>
            <p:ph sz="quarter" idx="28" hasCustomPrompt="1"/>
          </p:nvPr>
        </p:nvSpPr>
        <p:spPr>
          <a:xfrm>
            <a:off x="6840792" y="1885950"/>
            <a:ext cx="1965960" cy="147218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4" name="Content Placeholder 3">
            <a:extLst>
              <a:ext uri="{FF2B5EF4-FFF2-40B4-BE49-F238E27FC236}">
                <a16:creationId xmlns:a16="http://schemas.microsoft.com/office/drawing/2014/main" id="{D177B7A0-E491-2949-A749-674B4894CD6E}"/>
              </a:ext>
            </a:extLst>
          </p:cNvPr>
          <p:cNvSpPr>
            <a:spLocks noGrp="1"/>
          </p:cNvSpPr>
          <p:nvPr>
            <p:ph sz="quarter" idx="29" hasCustomPrompt="1"/>
          </p:nvPr>
        </p:nvSpPr>
        <p:spPr>
          <a:xfrm>
            <a:off x="6840792" y="3714650"/>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5" name="Content Placeholder 3">
            <a:extLst>
              <a:ext uri="{FF2B5EF4-FFF2-40B4-BE49-F238E27FC236}">
                <a16:creationId xmlns:a16="http://schemas.microsoft.com/office/drawing/2014/main" id="{B176513E-FA18-374C-AD1F-242628F462B4}"/>
              </a:ext>
            </a:extLst>
          </p:cNvPr>
          <p:cNvSpPr>
            <a:spLocks noGrp="1"/>
          </p:cNvSpPr>
          <p:nvPr>
            <p:ph sz="quarter" idx="30" hasCustomPrompt="1"/>
          </p:nvPr>
        </p:nvSpPr>
        <p:spPr>
          <a:xfrm>
            <a:off x="6840792" y="33581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8" name="Title 1">
            <a:extLst>
              <a:ext uri="{FF2B5EF4-FFF2-40B4-BE49-F238E27FC236}">
                <a16:creationId xmlns:a16="http://schemas.microsoft.com/office/drawing/2014/main" id="{2FA1BC06-C30C-E541-AF0C-1F21C8CBC4D8}"/>
              </a:ext>
            </a:extLst>
          </p:cNvPr>
          <p:cNvSpPr>
            <a:spLocks noGrp="1"/>
          </p:cNvSpPr>
          <p:nvPr>
            <p:ph type="title"/>
          </p:nvPr>
        </p:nvSpPr>
        <p:spPr>
          <a:xfrm>
            <a:off x="457200" y="829818"/>
            <a:ext cx="8305800" cy="74295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412668153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4 Img: paired, 4 Subsections (bullets)">
    <p:spTree>
      <p:nvGrpSpPr>
        <p:cNvPr id="1" name=""/>
        <p:cNvGrpSpPr/>
        <p:nvPr/>
      </p:nvGrpSpPr>
      <p:grpSpPr>
        <a:xfrm>
          <a:off x="0" y="0"/>
          <a:ext cx="0" cy="0"/>
          <a:chOff x="0" y="0"/>
          <a:chExt cx="0" cy="0"/>
        </a:xfrm>
      </p:grpSpPr>
      <p:sp>
        <p:nvSpPr>
          <p:cNvPr id="34" name="Content Placeholder 3">
            <a:extLst>
              <a:ext uri="{FF2B5EF4-FFF2-40B4-BE49-F238E27FC236}">
                <a16:creationId xmlns:a16="http://schemas.microsoft.com/office/drawing/2014/main" id="{E80BBB08-8B4C-AE45-BE9F-2ACF045CF6F5}"/>
              </a:ext>
            </a:extLst>
          </p:cNvPr>
          <p:cNvSpPr>
            <a:spLocks noGrp="1"/>
          </p:cNvSpPr>
          <p:nvPr>
            <p:ph sz="quarter" idx="31" hasCustomPrompt="1"/>
          </p:nvPr>
        </p:nvSpPr>
        <p:spPr>
          <a:xfrm>
            <a:off x="2591861" y="1574268"/>
            <a:ext cx="1965960" cy="110642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0" name="Rectangle 9">
            <a:extLst>
              <a:ext uri="{FF2B5EF4-FFF2-40B4-BE49-F238E27FC236}">
                <a16:creationId xmlns:a16="http://schemas.microsoft.com/office/drawing/2014/main" id="{4BF6B05F-53E1-8945-B16F-0DF3CF82F24C}"/>
              </a:ext>
            </a:extLst>
          </p:cNvPr>
          <p:cNvSpPr/>
          <p:nvPr/>
        </p:nvSpPr>
        <p:spPr>
          <a:xfrm>
            <a:off x="0" y="2683923"/>
            <a:ext cx="9144000" cy="2459578"/>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467497" y="3043576"/>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461951" indent="-20160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467497" y="1579153"/>
            <a:ext cx="1963970" cy="1104733"/>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7497" y="2687061"/>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3" name="Content Placeholder 3">
            <a:extLst>
              <a:ext uri="{FF2B5EF4-FFF2-40B4-BE49-F238E27FC236}">
                <a16:creationId xmlns:a16="http://schemas.microsoft.com/office/drawing/2014/main" id="{E53B2EB1-5F25-BD49-8343-92C06FD36ABC}"/>
              </a:ext>
            </a:extLst>
          </p:cNvPr>
          <p:cNvSpPr>
            <a:spLocks noGrp="1"/>
          </p:cNvSpPr>
          <p:nvPr>
            <p:ph sz="half" idx="30" hasCustomPrompt="1"/>
          </p:nvPr>
        </p:nvSpPr>
        <p:spPr>
          <a:xfrm>
            <a:off x="2591861" y="3043576"/>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461951" indent="-20160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5" name="Content Placeholder 3">
            <a:extLst>
              <a:ext uri="{FF2B5EF4-FFF2-40B4-BE49-F238E27FC236}">
                <a16:creationId xmlns:a16="http://schemas.microsoft.com/office/drawing/2014/main" id="{A464B442-D9C7-B94E-AD26-8A4ED3539C0A}"/>
              </a:ext>
            </a:extLst>
          </p:cNvPr>
          <p:cNvSpPr>
            <a:spLocks noGrp="1"/>
          </p:cNvSpPr>
          <p:nvPr>
            <p:ph sz="quarter" idx="32" hasCustomPrompt="1"/>
          </p:nvPr>
        </p:nvSpPr>
        <p:spPr>
          <a:xfrm>
            <a:off x="2591861" y="2687061"/>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4" name="Content Placeholder 3">
            <a:extLst>
              <a:ext uri="{FF2B5EF4-FFF2-40B4-BE49-F238E27FC236}">
                <a16:creationId xmlns:a16="http://schemas.microsoft.com/office/drawing/2014/main" id="{A0A4139A-772F-2F43-93E6-4E6798EEF1CD}"/>
              </a:ext>
            </a:extLst>
          </p:cNvPr>
          <p:cNvSpPr>
            <a:spLocks noGrp="1"/>
          </p:cNvSpPr>
          <p:nvPr>
            <p:ph sz="quarter" idx="33" hasCustomPrompt="1"/>
          </p:nvPr>
        </p:nvSpPr>
        <p:spPr>
          <a:xfrm>
            <a:off x="4712240" y="1574268"/>
            <a:ext cx="1965960" cy="110642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5" name="Content Placeholder 3">
            <a:extLst>
              <a:ext uri="{FF2B5EF4-FFF2-40B4-BE49-F238E27FC236}">
                <a16:creationId xmlns:a16="http://schemas.microsoft.com/office/drawing/2014/main" id="{B587A25C-C1CD-4A4E-AE0C-EDF159D1AD75}"/>
              </a:ext>
            </a:extLst>
          </p:cNvPr>
          <p:cNvSpPr>
            <a:spLocks noGrp="1"/>
          </p:cNvSpPr>
          <p:nvPr>
            <p:ph sz="half" idx="34" hasCustomPrompt="1"/>
          </p:nvPr>
        </p:nvSpPr>
        <p:spPr>
          <a:xfrm>
            <a:off x="4712240" y="3043576"/>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461951" indent="-20160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46" name="Content Placeholder 3">
            <a:extLst>
              <a:ext uri="{FF2B5EF4-FFF2-40B4-BE49-F238E27FC236}">
                <a16:creationId xmlns:a16="http://schemas.microsoft.com/office/drawing/2014/main" id="{006D9C7B-BE1F-2F48-9932-F7A5274B0C86}"/>
              </a:ext>
            </a:extLst>
          </p:cNvPr>
          <p:cNvSpPr>
            <a:spLocks noGrp="1"/>
          </p:cNvSpPr>
          <p:nvPr>
            <p:ph sz="quarter" idx="35" hasCustomPrompt="1"/>
          </p:nvPr>
        </p:nvSpPr>
        <p:spPr>
          <a:xfrm>
            <a:off x="4712240" y="2687061"/>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7" name="Content Placeholder 3">
            <a:extLst>
              <a:ext uri="{FF2B5EF4-FFF2-40B4-BE49-F238E27FC236}">
                <a16:creationId xmlns:a16="http://schemas.microsoft.com/office/drawing/2014/main" id="{4D16B98F-3C8A-4E4A-9AA5-82EDAB577C03}"/>
              </a:ext>
            </a:extLst>
          </p:cNvPr>
          <p:cNvSpPr>
            <a:spLocks noGrp="1"/>
          </p:cNvSpPr>
          <p:nvPr>
            <p:ph sz="quarter" idx="36" hasCustomPrompt="1"/>
          </p:nvPr>
        </p:nvSpPr>
        <p:spPr>
          <a:xfrm>
            <a:off x="6828634" y="1574268"/>
            <a:ext cx="1965960" cy="110642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8" name="Content Placeholder 3">
            <a:extLst>
              <a:ext uri="{FF2B5EF4-FFF2-40B4-BE49-F238E27FC236}">
                <a16:creationId xmlns:a16="http://schemas.microsoft.com/office/drawing/2014/main" id="{457B1C0B-C0BA-1340-A85D-FFCE14C89447}"/>
              </a:ext>
            </a:extLst>
          </p:cNvPr>
          <p:cNvSpPr>
            <a:spLocks noGrp="1"/>
          </p:cNvSpPr>
          <p:nvPr>
            <p:ph sz="half" idx="37" hasCustomPrompt="1"/>
          </p:nvPr>
        </p:nvSpPr>
        <p:spPr>
          <a:xfrm>
            <a:off x="6828634" y="3043576"/>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461951" indent="-20160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49" name="Content Placeholder 3">
            <a:extLst>
              <a:ext uri="{FF2B5EF4-FFF2-40B4-BE49-F238E27FC236}">
                <a16:creationId xmlns:a16="http://schemas.microsoft.com/office/drawing/2014/main" id="{F952A9E0-6228-5148-BA9C-12C66B2ADE02}"/>
              </a:ext>
            </a:extLst>
          </p:cNvPr>
          <p:cNvSpPr>
            <a:spLocks noGrp="1"/>
          </p:cNvSpPr>
          <p:nvPr>
            <p:ph sz="quarter" idx="38" hasCustomPrompt="1"/>
          </p:nvPr>
        </p:nvSpPr>
        <p:spPr>
          <a:xfrm>
            <a:off x="6828634" y="2687061"/>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Title 1">
            <a:extLst>
              <a:ext uri="{FF2B5EF4-FFF2-40B4-BE49-F238E27FC236}">
                <a16:creationId xmlns:a16="http://schemas.microsoft.com/office/drawing/2014/main" id="{2CD41E1C-45C4-2E4C-AB71-F892A91A1EAC}"/>
              </a:ext>
            </a:extLst>
          </p:cNvPr>
          <p:cNvSpPr>
            <a:spLocks noGrp="1"/>
          </p:cNvSpPr>
          <p:nvPr>
            <p:ph type="title"/>
          </p:nvPr>
        </p:nvSpPr>
        <p:spPr>
          <a:xfrm>
            <a:off x="457200" y="590550"/>
            <a:ext cx="8305800" cy="74295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32132291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5 Img: paired, 5 Subsections (bullet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6B05F-53E1-8945-B16F-0DF3CF82F24C}"/>
              </a:ext>
            </a:extLst>
          </p:cNvPr>
          <p:cNvSpPr/>
          <p:nvPr/>
        </p:nvSpPr>
        <p:spPr>
          <a:xfrm>
            <a:off x="0" y="2683923"/>
            <a:ext cx="9144000" cy="2459578"/>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381022" y="3043576"/>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461951" indent="-20160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381022" y="148921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381022" y="2687061"/>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68" name="Content Placeholder 3">
            <a:extLst>
              <a:ext uri="{FF2B5EF4-FFF2-40B4-BE49-F238E27FC236}">
                <a16:creationId xmlns:a16="http://schemas.microsoft.com/office/drawing/2014/main" id="{8B594A98-55B7-1246-AEE0-5FDE3E436BED}"/>
              </a:ext>
            </a:extLst>
          </p:cNvPr>
          <p:cNvSpPr>
            <a:spLocks noGrp="1"/>
          </p:cNvSpPr>
          <p:nvPr>
            <p:ph sz="half" idx="30" hasCustomPrompt="1"/>
          </p:nvPr>
        </p:nvSpPr>
        <p:spPr>
          <a:xfrm>
            <a:off x="2095522" y="3043576"/>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461951" indent="-20160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69" name="Content Placeholder 3">
            <a:extLst>
              <a:ext uri="{FF2B5EF4-FFF2-40B4-BE49-F238E27FC236}">
                <a16:creationId xmlns:a16="http://schemas.microsoft.com/office/drawing/2014/main" id="{9135D390-8302-B148-B61C-F2EB0A6B8E60}"/>
              </a:ext>
            </a:extLst>
          </p:cNvPr>
          <p:cNvSpPr>
            <a:spLocks noGrp="1"/>
          </p:cNvSpPr>
          <p:nvPr>
            <p:ph sz="quarter" idx="31" hasCustomPrompt="1"/>
          </p:nvPr>
        </p:nvSpPr>
        <p:spPr>
          <a:xfrm>
            <a:off x="2095524" y="148921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0" name="Content Placeholder 3">
            <a:extLst>
              <a:ext uri="{FF2B5EF4-FFF2-40B4-BE49-F238E27FC236}">
                <a16:creationId xmlns:a16="http://schemas.microsoft.com/office/drawing/2014/main" id="{C429E927-13E4-5749-A6B0-9E7C5F36071B}"/>
              </a:ext>
            </a:extLst>
          </p:cNvPr>
          <p:cNvSpPr>
            <a:spLocks noGrp="1"/>
          </p:cNvSpPr>
          <p:nvPr>
            <p:ph sz="quarter" idx="32" hasCustomPrompt="1"/>
          </p:nvPr>
        </p:nvSpPr>
        <p:spPr>
          <a:xfrm>
            <a:off x="2095522" y="2687061"/>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71" name="Content Placeholder 3">
            <a:extLst>
              <a:ext uri="{FF2B5EF4-FFF2-40B4-BE49-F238E27FC236}">
                <a16:creationId xmlns:a16="http://schemas.microsoft.com/office/drawing/2014/main" id="{1C342233-4927-944A-8984-5E2A1A231A9E}"/>
              </a:ext>
            </a:extLst>
          </p:cNvPr>
          <p:cNvSpPr>
            <a:spLocks noGrp="1"/>
          </p:cNvSpPr>
          <p:nvPr>
            <p:ph sz="half" idx="33" hasCustomPrompt="1"/>
          </p:nvPr>
        </p:nvSpPr>
        <p:spPr>
          <a:xfrm>
            <a:off x="3810018" y="3043576"/>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461951" indent="-20160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72" name="Content Placeholder 3">
            <a:extLst>
              <a:ext uri="{FF2B5EF4-FFF2-40B4-BE49-F238E27FC236}">
                <a16:creationId xmlns:a16="http://schemas.microsoft.com/office/drawing/2014/main" id="{E5DADEB8-A31C-2947-9FF2-B8C7C448170A}"/>
              </a:ext>
            </a:extLst>
          </p:cNvPr>
          <p:cNvSpPr>
            <a:spLocks noGrp="1"/>
          </p:cNvSpPr>
          <p:nvPr>
            <p:ph sz="quarter" idx="34" hasCustomPrompt="1"/>
          </p:nvPr>
        </p:nvSpPr>
        <p:spPr>
          <a:xfrm>
            <a:off x="3810020" y="148921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3" name="Content Placeholder 3">
            <a:extLst>
              <a:ext uri="{FF2B5EF4-FFF2-40B4-BE49-F238E27FC236}">
                <a16:creationId xmlns:a16="http://schemas.microsoft.com/office/drawing/2014/main" id="{EBD1B705-DE93-7C47-9AF9-6ECF4F926A39}"/>
              </a:ext>
            </a:extLst>
          </p:cNvPr>
          <p:cNvSpPr>
            <a:spLocks noGrp="1"/>
          </p:cNvSpPr>
          <p:nvPr>
            <p:ph sz="quarter" idx="35" hasCustomPrompt="1"/>
          </p:nvPr>
        </p:nvSpPr>
        <p:spPr>
          <a:xfrm>
            <a:off x="3810018" y="2687061"/>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74" name="Content Placeholder 3">
            <a:extLst>
              <a:ext uri="{FF2B5EF4-FFF2-40B4-BE49-F238E27FC236}">
                <a16:creationId xmlns:a16="http://schemas.microsoft.com/office/drawing/2014/main" id="{E182A473-23D7-FC41-8E6E-928368EE742D}"/>
              </a:ext>
            </a:extLst>
          </p:cNvPr>
          <p:cNvSpPr>
            <a:spLocks noGrp="1"/>
          </p:cNvSpPr>
          <p:nvPr>
            <p:ph sz="half" idx="36" hasCustomPrompt="1"/>
          </p:nvPr>
        </p:nvSpPr>
        <p:spPr>
          <a:xfrm>
            <a:off x="5524510" y="3043576"/>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461951" indent="-20160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75" name="Content Placeholder 3">
            <a:extLst>
              <a:ext uri="{FF2B5EF4-FFF2-40B4-BE49-F238E27FC236}">
                <a16:creationId xmlns:a16="http://schemas.microsoft.com/office/drawing/2014/main" id="{65B64471-861D-1C41-A965-8FC89E3EEDD9}"/>
              </a:ext>
            </a:extLst>
          </p:cNvPr>
          <p:cNvSpPr>
            <a:spLocks noGrp="1"/>
          </p:cNvSpPr>
          <p:nvPr>
            <p:ph sz="quarter" idx="37" hasCustomPrompt="1"/>
          </p:nvPr>
        </p:nvSpPr>
        <p:spPr>
          <a:xfrm>
            <a:off x="5524512" y="148921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6" name="Content Placeholder 3">
            <a:extLst>
              <a:ext uri="{FF2B5EF4-FFF2-40B4-BE49-F238E27FC236}">
                <a16:creationId xmlns:a16="http://schemas.microsoft.com/office/drawing/2014/main" id="{F1669C60-8680-4649-8495-52945E083E58}"/>
              </a:ext>
            </a:extLst>
          </p:cNvPr>
          <p:cNvSpPr>
            <a:spLocks noGrp="1"/>
          </p:cNvSpPr>
          <p:nvPr>
            <p:ph sz="quarter" idx="38" hasCustomPrompt="1"/>
          </p:nvPr>
        </p:nvSpPr>
        <p:spPr>
          <a:xfrm>
            <a:off x="5524510" y="2687061"/>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77" name="Content Placeholder 3">
            <a:extLst>
              <a:ext uri="{FF2B5EF4-FFF2-40B4-BE49-F238E27FC236}">
                <a16:creationId xmlns:a16="http://schemas.microsoft.com/office/drawing/2014/main" id="{338917CB-5AD5-4944-A65E-AA566160C114}"/>
              </a:ext>
            </a:extLst>
          </p:cNvPr>
          <p:cNvSpPr>
            <a:spLocks noGrp="1"/>
          </p:cNvSpPr>
          <p:nvPr>
            <p:ph sz="half" idx="39" hasCustomPrompt="1"/>
          </p:nvPr>
        </p:nvSpPr>
        <p:spPr>
          <a:xfrm>
            <a:off x="7238998" y="3043576"/>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461951" indent="-20160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78" name="Content Placeholder 3">
            <a:extLst>
              <a:ext uri="{FF2B5EF4-FFF2-40B4-BE49-F238E27FC236}">
                <a16:creationId xmlns:a16="http://schemas.microsoft.com/office/drawing/2014/main" id="{692BBACE-53AB-9C45-BC70-65A594691A6D}"/>
              </a:ext>
            </a:extLst>
          </p:cNvPr>
          <p:cNvSpPr>
            <a:spLocks noGrp="1"/>
          </p:cNvSpPr>
          <p:nvPr>
            <p:ph sz="quarter" idx="40" hasCustomPrompt="1"/>
          </p:nvPr>
        </p:nvSpPr>
        <p:spPr>
          <a:xfrm>
            <a:off x="7239000" y="148921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9" name="Content Placeholder 3">
            <a:extLst>
              <a:ext uri="{FF2B5EF4-FFF2-40B4-BE49-F238E27FC236}">
                <a16:creationId xmlns:a16="http://schemas.microsoft.com/office/drawing/2014/main" id="{894634CD-6884-094D-9979-41AB688FEAC9}"/>
              </a:ext>
            </a:extLst>
          </p:cNvPr>
          <p:cNvSpPr>
            <a:spLocks noGrp="1"/>
          </p:cNvSpPr>
          <p:nvPr>
            <p:ph sz="quarter" idx="41" hasCustomPrompt="1"/>
          </p:nvPr>
        </p:nvSpPr>
        <p:spPr>
          <a:xfrm>
            <a:off x="7238998" y="2687061"/>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80" name="Title 1">
            <a:extLst>
              <a:ext uri="{FF2B5EF4-FFF2-40B4-BE49-F238E27FC236}">
                <a16:creationId xmlns:a16="http://schemas.microsoft.com/office/drawing/2014/main" id="{1ACB9DE9-1DE3-FD4C-840A-5CED7A2C46B3}"/>
              </a:ext>
            </a:extLst>
          </p:cNvPr>
          <p:cNvSpPr>
            <a:spLocks noGrp="1"/>
          </p:cNvSpPr>
          <p:nvPr>
            <p:ph type="title"/>
          </p:nvPr>
        </p:nvSpPr>
        <p:spPr>
          <a:xfrm>
            <a:off x="457200" y="590550"/>
            <a:ext cx="8305800" cy="742950"/>
          </a:xfrm>
          <a:prstGeom prst="rect">
            <a:avLst/>
          </a:prstGeom>
        </p:spPr>
        <p:txBody>
          <a:bodyPr lIns="9144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93358108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Img only: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6B05F-53E1-8945-B16F-0DF3CF82F24C}"/>
              </a:ext>
            </a:extLst>
          </p:cNvPr>
          <p:cNvSpPr/>
          <p:nvPr/>
        </p:nvSpPr>
        <p:spPr>
          <a:xfrm>
            <a:off x="0" y="2876550"/>
            <a:ext cx="9144000" cy="226695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27325B"/>
              </a:solidFill>
            </a:endParaRP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1555355" y="1387824"/>
            <a:ext cx="6033292" cy="3393727"/>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(exception for the software background, but NEVER white). Crop at the edges!</a:t>
            </a:r>
          </a:p>
        </p:txBody>
      </p:sp>
      <p:sp>
        <p:nvSpPr>
          <p:cNvPr id="19" name="Text Placeholder 2">
            <a:extLst>
              <a:ext uri="{FF2B5EF4-FFF2-40B4-BE49-F238E27FC236}">
                <a16:creationId xmlns:a16="http://schemas.microsoft.com/office/drawing/2014/main" id="{20501915-90EE-1846-8F71-3B5AA397CBA9}"/>
              </a:ext>
            </a:extLst>
          </p:cNvPr>
          <p:cNvSpPr>
            <a:spLocks noGrp="1"/>
          </p:cNvSpPr>
          <p:nvPr>
            <p:ph type="body" sz="quarter" idx="18" hasCustomPrompt="1"/>
          </p:nvPr>
        </p:nvSpPr>
        <p:spPr>
          <a:xfrm>
            <a:off x="1555355" y="4838700"/>
            <a:ext cx="3103378" cy="304800"/>
          </a:xfrm>
        </p:spPr>
        <p:txBody>
          <a:bodyPr>
            <a:normAutofit/>
          </a:bodyPr>
          <a:lstStyle>
            <a:lvl1pPr marL="0" indent="0">
              <a:buNone/>
              <a:defRPr sz="900" b="0" i="1">
                <a:solidFill>
                  <a:schemeClr val="bg1">
                    <a:lumMod val="75000"/>
                  </a:schemeClr>
                </a:solidFill>
                <a:latin typeface="Lato" panose="020F0502020204030203" pitchFamily="34" charset="77"/>
              </a:defRPr>
            </a:lvl1pPr>
            <a:lvl2pPr marL="457189" indent="0">
              <a:buNone/>
              <a:defRPr/>
            </a:lvl2pPr>
            <a:lvl3pPr marL="914378" indent="0">
              <a:buNone/>
              <a:defRPr/>
            </a:lvl3pPr>
          </a:lstStyle>
          <a:p>
            <a:pPr lvl="0"/>
            <a:r>
              <a:rPr lang="en-US" dirty="0"/>
              <a:t>Short  caption in this style only if necessary</a:t>
            </a:r>
          </a:p>
        </p:txBody>
      </p:sp>
      <p:sp>
        <p:nvSpPr>
          <p:cNvPr id="20" name="Title 1">
            <a:extLst>
              <a:ext uri="{FF2B5EF4-FFF2-40B4-BE49-F238E27FC236}">
                <a16:creationId xmlns:a16="http://schemas.microsoft.com/office/drawing/2014/main" id="{A926AAB5-0EF8-C144-BDC0-B1C98EDAAB2A}"/>
              </a:ext>
            </a:extLst>
          </p:cNvPr>
          <p:cNvSpPr>
            <a:spLocks noGrp="1"/>
          </p:cNvSpPr>
          <p:nvPr>
            <p:ph type="title"/>
          </p:nvPr>
        </p:nvSpPr>
        <p:spPr>
          <a:xfrm>
            <a:off x="457200" y="590550"/>
            <a:ext cx="8305800"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56378731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Img only: 4 (righ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1138D1D-0960-574D-8616-915D22FDBD79}"/>
              </a:ext>
            </a:extLst>
          </p:cNvPr>
          <p:cNvSpPr/>
          <p:nvPr/>
        </p:nvSpPr>
        <p:spPr>
          <a:xfrm>
            <a:off x="838200" y="2343150"/>
            <a:ext cx="8305800" cy="23622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27325B"/>
              </a:solidFill>
            </a:endParaRPr>
          </a:p>
        </p:txBody>
      </p:sp>
      <p:sp>
        <p:nvSpPr>
          <p:cNvPr id="21" name="Content Placeholder 3">
            <a:extLst>
              <a:ext uri="{FF2B5EF4-FFF2-40B4-BE49-F238E27FC236}">
                <a16:creationId xmlns:a16="http://schemas.microsoft.com/office/drawing/2014/main" id="{74168FC2-68FD-3D40-9EE2-F1CBFA5B7B64}"/>
              </a:ext>
            </a:extLst>
          </p:cNvPr>
          <p:cNvSpPr>
            <a:spLocks noGrp="1" noChangeAspect="1"/>
          </p:cNvSpPr>
          <p:nvPr>
            <p:ph sz="quarter" idx="29" hasCustomPrompt="1"/>
          </p:nvPr>
        </p:nvSpPr>
        <p:spPr>
          <a:xfrm>
            <a:off x="2584615"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noChangeAspect="1"/>
          </p:cNvSpPr>
          <p:nvPr>
            <p:ph sz="quarter" idx="21" hasCustomPrompt="1"/>
          </p:nvPr>
        </p:nvSpPr>
        <p:spPr>
          <a:xfrm>
            <a:off x="469488"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noChangeAspect="1"/>
          </p:cNvSpPr>
          <p:nvPr>
            <p:ph sz="quarter" idx="32" hasCustomPrompt="1"/>
          </p:nvPr>
        </p:nvSpPr>
        <p:spPr>
          <a:xfrm>
            <a:off x="4699742"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noChangeAspect="1"/>
          </p:cNvSpPr>
          <p:nvPr>
            <p:ph sz="quarter" idx="35" hasCustomPrompt="1"/>
          </p:nvPr>
        </p:nvSpPr>
        <p:spPr>
          <a:xfrm>
            <a:off x="6814869"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0" name="Title 1">
            <a:extLst>
              <a:ext uri="{FF2B5EF4-FFF2-40B4-BE49-F238E27FC236}">
                <a16:creationId xmlns:a16="http://schemas.microsoft.com/office/drawing/2014/main" id="{B9DC4B7C-6E2A-B849-8A1D-4166BC982008}"/>
              </a:ext>
            </a:extLst>
          </p:cNvPr>
          <p:cNvSpPr>
            <a:spLocks noGrp="1"/>
          </p:cNvSpPr>
          <p:nvPr>
            <p:ph type="title"/>
          </p:nvPr>
        </p:nvSpPr>
        <p:spPr>
          <a:xfrm>
            <a:off x="457200" y="590550"/>
            <a:ext cx="8305800"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85075630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Img only: 4 (lef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1138D1D-0960-574D-8616-915D22FDBD79}"/>
              </a:ext>
            </a:extLst>
          </p:cNvPr>
          <p:cNvSpPr/>
          <p:nvPr/>
        </p:nvSpPr>
        <p:spPr>
          <a:xfrm>
            <a:off x="0" y="2343150"/>
            <a:ext cx="8305800" cy="23622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27325B"/>
              </a:solidFill>
            </a:endParaRPr>
          </a:p>
        </p:txBody>
      </p:sp>
      <p:sp>
        <p:nvSpPr>
          <p:cNvPr id="21" name="Content Placeholder 3">
            <a:extLst>
              <a:ext uri="{FF2B5EF4-FFF2-40B4-BE49-F238E27FC236}">
                <a16:creationId xmlns:a16="http://schemas.microsoft.com/office/drawing/2014/main" id="{74168FC2-68FD-3D40-9EE2-F1CBFA5B7B64}"/>
              </a:ext>
            </a:extLst>
          </p:cNvPr>
          <p:cNvSpPr>
            <a:spLocks noGrp="1" noChangeAspect="1"/>
          </p:cNvSpPr>
          <p:nvPr>
            <p:ph sz="quarter" idx="29" hasCustomPrompt="1"/>
          </p:nvPr>
        </p:nvSpPr>
        <p:spPr>
          <a:xfrm>
            <a:off x="2584615"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noChangeAspect="1"/>
          </p:cNvSpPr>
          <p:nvPr>
            <p:ph sz="quarter" idx="21" hasCustomPrompt="1"/>
          </p:nvPr>
        </p:nvSpPr>
        <p:spPr>
          <a:xfrm>
            <a:off x="469488"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noChangeAspect="1"/>
          </p:cNvSpPr>
          <p:nvPr>
            <p:ph sz="quarter" idx="32" hasCustomPrompt="1"/>
          </p:nvPr>
        </p:nvSpPr>
        <p:spPr>
          <a:xfrm>
            <a:off x="4699742"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noChangeAspect="1"/>
          </p:cNvSpPr>
          <p:nvPr>
            <p:ph sz="quarter" idx="35" hasCustomPrompt="1"/>
          </p:nvPr>
        </p:nvSpPr>
        <p:spPr>
          <a:xfrm>
            <a:off x="6814869"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0" name="Title 1">
            <a:extLst>
              <a:ext uri="{FF2B5EF4-FFF2-40B4-BE49-F238E27FC236}">
                <a16:creationId xmlns:a16="http://schemas.microsoft.com/office/drawing/2014/main" id="{B9DC4B7C-6E2A-B849-8A1D-4166BC982008}"/>
              </a:ext>
            </a:extLst>
          </p:cNvPr>
          <p:cNvSpPr>
            <a:spLocks noGrp="1"/>
          </p:cNvSpPr>
          <p:nvPr>
            <p:ph type="title"/>
          </p:nvPr>
        </p:nvSpPr>
        <p:spPr>
          <a:xfrm>
            <a:off x="457200" y="590550"/>
            <a:ext cx="8305800"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63698237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Img only: 8, Sub w. Body (8 or less)">
    <p:spTree>
      <p:nvGrpSpPr>
        <p:cNvPr id="1" name=""/>
        <p:cNvGrpSpPr/>
        <p:nvPr/>
      </p:nvGrpSpPr>
      <p:grpSpPr>
        <a:xfrm>
          <a:off x="0" y="0"/>
          <a:ext cx="0" cy="0"/>
          <a:chOff x="0" y="0"/>
          <a:chExt cx="0" cy="0"/>
        </a:xfrm>
      </p:grpSpPr>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84615"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Or swap to no background just the outline if you don’t have transparent images (for ALL not just one)</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69488"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7" name="Content Placeholder 3">
            <a:extLst>
              <a:ext uri="{FF2B5EF4-FFF2-40B4-BE49-F238E27FC236}">
                <a16:creationId xmlns:a16="http://schemas.microsoft.com/office/drawing/2014/main" id="{F509B63B-1486-3540-B785-BB3D12EDB3BE}"/>
              </a:ext>
            </a:extLst>
          </p:cNvPr>
          <p:cNvSpPr>
            <a:spLocks noGrp="1"/>
          </p:cNvSpPr>
          <p:nvPr>
            <p:ph sz="quarter" idx="20" hasCustomPrompt="1"/>
          </p:nvPr>
        </p:nvSpPr>
        <p:spPr>
          <a:xfrm>
            <a:off x="469488" y="26724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23558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Content Placeholder 3">
            <a:extLst>
              <a:ext uri="{FF2B5EF4-FFF2-40B4-BE49-F238E27FC236}">
                <a16:creationId xmlns:a16="http://schemas.microsoft.com/office/drawing/2014/main" id="{DDCDDB5F-C736-D147-8301-4A3D736D57CF}"/>
              </a:ext>
            </a:extLst>
          </p:cNvPr>
          <p:cNvSpPr>
            <a:spLocks noGrp="1"/>
          </p:cNvSpPr>
          <p:nvPr>
            <p:ph sz="quarter" idx="30" hasCustomPrompt="1"/>
          </p:nvPr>
        </p:nvSpPr>
        <p:spPr>
          <a:xfrm>
            <a:off x="2584615" y="26724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23558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99742"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5" name="Content Placeholder 3">
            <a:extLst>
              <a:ext uri="{FF2B5EF4-FFF2-40B4-BE49-F238E27FC236}">
                <a16:creationId xmlns:a16="http://schemas.microsoft.com/office/drawing/2014/main" id="{723D0923-782D-8B41-A888-106268924FA0}"/>
              </a:ext>
            </a:extLst>
          </p:cNvPr>
          <p:cNvSpPr>
            <a:spLocks noGrp="1"/>
          </p:cNvSpPr>
          <p:nvPr>
            <p:ph sz="quarter" idx="33" hasCustomPrompt="1"/>
          </p:nvPr>
        </p:nvSpPr>
        <p:spPr>
          <a:xfrm>
            <a:off x="4699742" y="26724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23558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14869"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8" name="Content Placeholder 3">
            <a:extLst>
              <a:ext uri="{FF2B5EF4-FFF2-40B4-BE49-F238E27FC236}">
                <a16:creationId xmlns:a16="http://schemas.microsoft.com/office/drawing/2014/main" id="{308A6F07-F6D4-0449-A153-80E89BFA7E47}"/>
              </a:ext>
            </a:extLst>
          </p:cNvPr>
          <p:cNvSpPr>
            <a:spLocks noGrp="1"/>
          </p:cNvSpPr>
          <p:nvPr>
            <p:ph sz="quarter" idx="36" hasCustomPrompt="1"/>
          </p:nvPr>
        </p:nvSpPr>
        <p:spPr>
          <a:xfrm>
            <a:off x="6814869" y="26724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23558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0" name="Content Placeholder 3">
            <a:extLst>
              <a:ext uri="{FF2B5EF4-FFF2-40B4-BE49-F238E27FC236}">
                <a16:creationId xmlns:a16="http://schemas.microsoft.com/office/drawing/2014/main" id="{B2312F08-5121-534F-93CC-985A6735DD08}"/>
              </a:ext>
            </a:extLst>
          </p:cNvPr>
          <p:cNvSpPr>
            <a:spLocks noGrp="1"/>
          </p:cNvSpPr>
          <p:nvPr>
            <p:ph sz="quarter" idx="38" hasCustomPrompt="1"/>
          </p:nvPr>
        </p:nvSpPr>
        <p:spPr>
          <a:xfrm>
            <a:off x="2584615"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1" name="Content Placeholder 3">
            <a:extLst>
              <a:ext uri="{FF2B5EF4-FFF2-40B4-BE49-F238E27FC236}">
                <a16:creationId xmlns:a16="http://schemas.microsoft.com/office/drawing/2014/main" id="{974D29D1-1450-7941-B469-59BBC46C78B1}"/>
              </a:ext>
            </a:extLst>
          </p:cNvPr>
          <p:cNvSpPr>
            <a:spLocks noGrp="1"/>
          </p:cNvSpPr>
          <p:nvPr>
            <p:ph sz="quarter" idx="39" hasCustomPrompt="1"/>
          </p:nvPr>
        </p:nvSpPr>
        <p:spPr>
          <a:xfrm>
            <a:off x="469488"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2" name="Content Placeholder 3">
            <a:extLst>
              <a:ext uri="{FF2B5EF4-FFF2-40B4-BE49-F238E27FC236}">
                <a16:creationId xmlns:a16="http://schemas.microsoft.com/office/drawing/2014/main" id="{01D220CE-D257-0F4E-9776-41E466D458FA}"/>
              </a:ext>
            </a:extLst>
          </p:cNvPr>
          <p:cNvSpPr>
            <a:spLocks noGrp="1"/>
          </p:cNvSpPr>
          <p:nvPr>
            <p:ph sz="quarter" idx="40" hasCustomPrompt="1"/>
          </p:nvPr>
        </p:nvSpPr>
        <p:spPr>
          <a:xfrm>
            <a:off x="469488" y="46028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33" name="Content Placeholder 3">
            <a:extLst>
              <a:ext uri="{FF2B5EF4-FFF2-40B4-BE49-F238E27FC236}">
                <a16:creationId xmlns:a16="http://schemas.microsoft.com/office/drawing/2014/main" id="{91285B5C-A27F-B24C-9BAE-EE7BBF9E5029}"/>
              </a:ext>
            </a:extLst>
          </p:cNvPr>
          <p:cNvSpPr>
            <a:spLocks noGrp="1"/>
          </p:cNvSpPr>
          <p:nvPr>
            <p:ph sz="quarter" idx="41" hasCustomPrompt="1"/>
          </p:nvPr>
        </p:nvSpPr>
        <p:spPr>
          <a:xfrm>
            <a:off x="469488" y="42862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4" name="Content Placeholder 3">
            <a:extLst>
              <a:ext uri="{FF2B5EF4-FFF2-40B4-BE49-F238E27FC236}">
                <a16:creationId xmlns:a16="http://schemas.microsoft.com/office/drawing/2014/main" id="{70BC8ECB-2D92-334B-A0CA-DEE86DA5ECCB}"/>
              </a:ext>
            </a:extLst>
          </p:cNvPr>
          <p:cNvSpPr>
            <a:spLocks noGrp="1"/>
          </p:cNvSpPr>
          <p:nvPr>
            <p:ph sz="quarter" idx="42" hasCustomPrompt="1"/>
          </p:nvPr>
        </p:nvSpPr>
        <p:spPr>
          <a:xfrm>
            <a:off x="2584615" y="46028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35" name="Content Placeholder 3">
            <a:extLst>
              <a:ext uri="{FF2B5EF4-FFF2-40B4-BE49-F238E27FC236}">
                <a16:creationId xmlns:a16="http://schemas.microsoft.com/office/drawing/2014/main" id="{091B1206-6B81-3F45-965D-E4AF980EFB15}"/>
              </a:ext>
            </a:extLst>
          </p:cNvPr>
          <p:cNvSpPr>
            <a:spLocks noGrp="1"/>
          </p:cNvSpPr>
          <p:nvPr>
            <p:ph sz="quarter" idx="43" hasCustomPrompt="1"/>
          </p:nvPr>
        </p:nvSpPr>
        <p:spPr>
          <a:xfrm>
            <a:off x="2584615" y="42862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6" name="Content Placeholder 3">
            <a:extLst>
              <a:ext uri="{FF2B5EF4-FFF2-40B4-BE49-F238E27FC236}">
                <a16:creationId xmlns:a16="http://schemas.microsoft.com/office/drawing/2014/main" id="{BE81E718-11C6-754D-867C-0BAB3EBDAF06}"/>
              </a:ext>
            </a:extLst>
          </p:cNvPr>
          <p:cNvSpPr>
            <a:spLocks noGrp="1"/>
          </p:cNvSpPr>
          <p:nvPr>
            <p:ph sz="quarter" idx="44" hasCustomPrompt="1"/>
          </p:nvPr>
        </p:nvSpPr>
        <p:spPr>
          <a:xfrm>
            <a:off x="4699742"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7" name="Content Placeholder 3">
            <a:extLst>
              <a:ext uri="{FF2B5EF4-FFF2-40B4-BE49-F238E27FC236}">
                <a16:creationId xmlns:a16="http://schemas.microsoft.com/office/drawing/2014/main" id="{A62BC874-6F55-7141-912E-511A108CB24E}"/>
              </a:ext>
            </a:extLst>
          </p:cNvPr>
          <p:cNvSpPr>
            <a:spLocks noGrp="1"/>
          </p:cNvSpPr>
          <p:nvPr>
            <p:ph sz="quarter" idx="45" hasCustomPrompt="1"/>
          </p:nvPr>
        </p:nvSpPr>
        <p:spPr>
          <a:xfrm>
            <a:off x="4699742" y="46028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38" name="Content Placeholder 3">
            <a:extLst>
              <a:ext uri="{FF2B5EF4-FFF2-40B4-BE49-F238E27FC236}">
                <a16:creationId xmlns:a16="http://schemas.microsoft.com/office/drawing/2014/main" id="{4DE1ADAD-C84E-6E4A-9D25-2FD777D88854}"/>
              </a:ext>
            </a:extLst>
          </p:cNvPr>
          <p:cNvSpPr>
            <a:spLocks noGrp="1"/>
          </p:cNvSpPr>
          <p:nvPr>
            <p:ph sz="quarter" idx="46" hasCustomPrompt="1"/>
          </p:nvPr>
        </p:nvSpPr>
        <p:spPr>
          <a:xfrm>
            <a:off x="4699742" y="42862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9" name="Content Placeholder 3">
            <a:extLst>
              <a:ext uri="{FF2B5EF4-FFF2-40B4-BE49-F238E27FC236}">
                <a16:creationId xmlns:a16="http://schemas.microsoft.com/office/drawing/2014/main" id="{7197F90C-AE58-8E48-B323-07042998936C}"/>
              </a:ext>
            </a:extLst>
          </p:cNvPr>
          <p:cNvSpPr>
            <a:spLocks noGrp="1"/>
          </p:cNvSpPr>
          <p:nvPr>
            <p:ph sz="quarter" idx="47" hasCustomPrompt="1"/>
          </p:nvPr>
        </p:nvSpPr>
        <p:spPr>
          <a:xfrm>
            <a:off x="6814869"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0" name="Content Placeholder 3">
            <a:extLst>
              <a:ext uri="{FF2B5EF4-FFF2-40B4-BE49-F238E27FC236}">
                <a16:creationId xmlns:a16="http://schemas.microsoft.com/office/drawing/2014/main" id="{13C372DA-FFE1-D448-8D51-8D0F0B6B17AC}"/>
              </a:ext>
            </a:extLst>
          </p:cNvPr>
          <p:cNvSpPr>
            <a:spLocks noGrp="1"/>
          </p:cNvSpPr>
          <p:nvPr>
            <p:ph sz="quarter" idx="48" hasCustomPrompt="1"/>
          </p:nvPr>
        </p:nvSpPr>
        <p:spPr>
          <a:xfrm>
            <a:off x="6814869" y="46028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41" name="Content Placeholder 3">
            <a:extLst>
              <a:ext uri="{FF2B5EF4-FFF2-40B4-BE49-F238E27FC236}">
                <a16:creationId xmlns:a16="http://schemas.microsoft.com/office/drawing/2014/main" id="{5645AF05-D54C-0B40-B8DA-0087A584E8B0}"/>
              </a:ext>
            </a:extLst>
          </p:cNvPr>
          <p:cNvSpPr>
            <a:spLocks noGrp="1"/>
          </p:cNvSpPr>
          <p:nvPr>
            <p:ph sz="quarter" idx="49" hasCustomPrompt="1"/>
          </p:nvPr>
        </p:nvSpPr>
        <p:spPr>
          <a:xfrm>
            <a:off x="6814869" y="42862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Title 1">
            <a:extLst>
              <a:ext uri="{FF2B5EF4-FFF2-40B4-BE49-F238E27FC236}">
                <a16:creationId xmlns:a16="http://schemas.microsoft.com/office/drawing/2014/main" id="{510DEEC1-B7D0-2F46-82BD-5E91A5F3D6C5}"/>
              </a:ext>
            </a:extLst>
          </p:cNvPr>
          <p:cNvSpPr>
            <a:spLocks noGrp="1"/>
          </p:cNvSpPr>
          <p:nvPr>
            <p:ph type="title"/>
          </p:nvPr>
        </p:nvSpPr>
        <p:spPr>
          <a:xfrm>
            <a:off x="457200" y="590551"/>
            <a:ext cx="8305800" cy="468080"/>
          </a:xfrm>
          <a:prstGeom prst="rect">
            <a:avLst/>
          </a:prstGeom>
        </p:spPr>
        <p:txBody>
          <a:bodyPr anchor="t">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14633808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Img only: 8, caption (8 or less)">
    <p:spTree>
      <p:nvGrpSpPr>
        <p:cNvPr id="1" name=""/>
        <p:cNvGrpSpPr/>
        <p:nvPr/>
      </p:nvGrpSpPr>
      <p:grpSpPr>
        <a:xfrm>
          <a:off x="0" y="0"/>
          <a:ext cx="0" cy="0"/>
          <a:chOff x="0" y="0"/>
          <a:chExt cx="0" cy="0"/>
        </a:xfrm>
      </p:grpSpPr>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84615"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69488"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2584737"/>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2584737"/>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99742"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2584737"/>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14869"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2584737"/>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0" name="Content Placeholder 3">
            <a:extLst>
              <a:ext uri="{FF2B5EF4-FFF2-40B4-BE49-F238E27FC236}">
                <a16:creationId xmlns:a16="http://schemas.microsoft.com/office/drawing/2014/main" id="{B2312F08-5121-534F-93CC-985A6735DD08}"/>
              </a:ext>
            </a:extLst>
          </p:cNvPr>
          <p:cNvSpPr>
            <a:spLocks noGrp="1"/>
          </p:cNvSpPr>
          <p:nvPr>
            <p:ph sz="quarter" idx="38" hasCustomPrompt="1"/>
          </p:nvPr>
        </p:nvSpPr>
        <p:spPr>
          <a:xfrm>
            <a:off x="2584615"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31" name="Content Placeholder 3">
            <a:extLst>
              <a:ext uri="{FF2B5EF4-FFF2-40B4-BE49-F238E27FC236}">
                <a16:creationId xmlns:a16="http://schemas.microsoft.com/office/drawing/2014/main" id="{974D29D1-1450-7941-B469-59BBC46C78B1}"/>
              </a:ext>
            </a:extLst>
          </p:cNvPr>
          <p:cNvSpPr>
            <a:spLocks noGrp="1"/>
          </p:cNvSpPr>
          <p:nvPr>
            <p:ph sz="quarter" idx="39" hasCustomPrompt="1"/>
          </p:nvPr>
        </p:nvSpPr>
        <p:spPr>
          <a:xfrm>
            <a:off x="469488"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33" name="Content Placeholder 3">
            <a:extLst>
              <a:ext uri="{FF2B5EF4-FFF2-40B4-BE49-F238E27FC236}">
                <a16:creationId xmlns:a16="http://schemas.microsoft.com/office/drawing/2014/main" id="{91285B5C-A27F-B24C-9BAE-EE7BBF9E5029}"/>
              </a:ext>
            </a:extLst>
          </p:cNvPr>
          <p:cNvSpPr>
            <a:spLocks noGrp="1"/>
          </p:cNvSpPr>
          <p:nvPr>
            <p:ph sz="quarter" idx="41" hasCustomPrompt="1"/>
          </p:nvPr>
        </p:nvSpPr>
        <p:spPr>
          <a:xfrm>
            <a:off x="469488" y="4236356"/>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5" name="Content Placeholder 3">
            <a:extLst>
              <a:ext uri="{FF2B5EF4-FFF2-40B4-BE49-F238E27FC236}">
                <a16:creationId xmlns:a16="http://schemas.microsoft.com/office/drawing/2014/main" id="{091B1206-6B81-3F45-965D-E4AF980EFB15}"/>
              </a:ext>
            </a:extLst>
          </p:cNvPr>
          <p:cNvSpPr>
            <a:spLocks noGrp="1"/>
          </p:cNvSpPr>
          <p:nvPr>
            <p:ph sz="quarter" idx="43" hasCustomPrompt="1"/>
          </p:nvPr>
        </p:nvSpPr>
        <p:spPr>
          <a:xfrm>
            <a:off x="2584615" y="4236356"/>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6" name="Content Placeholder 3">
            <a:extLst>
              <a:ext uri="{FF2B5EF4-FFF2-40B4-BE49-F238E27FC236}">
                <a16:creationId xmlns:a16="http://schemas.microsoft.com/office/drawing/2014/main" id="{BE81E718-11C6-754D-867C-0BAB3EBDAF06}"/>
              </a:ext>
            </a:extLst>
          </p:cNvPr>
          <p:cNvSpPr>
            <a:spLocks noGrp="1"/>
          </p:cNvSpPr>
          <p:nvPr>
            <p:ph sz="quarter" idx="44" hasCustomPrompt="1"/>
          </p:nvPr>
        </p:nvSpPr>
        <p:spPr>
          <a:xfrm>
            <a:off x="4699742"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38" name="Content Placeholder 3">
            <a:extLst>
              <a:ext uri="{FF2B5EF4-FFF2-40B4-BE49-F238E27FC236}">
                <a16:creationId xmlns:a16="http://schemas.microsoft.com/office/drawing/2014/main" id="{4DE1ADAD-C84E-6E4A-9D25-2FD777D88854}"/>
              </a:ext>
            </a:extLst>
          </p:cNvPr>
          <p:cNvSpPr>
            <a:spLocks noGrp="1"/>
          </p:cNvSpPr>
          <p:nvPr>
            <p:ph sz="quarter" idx="46" hasCustomPrompt="1"/>
          </p:nvPr>
        </p:nvSpPr>
        <p:spPr>
          <a:xfrm>
            <a:off x="4699742" y="4236356"/>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9" name="Content Placeholder 3">
            <a:extLst>
              <a:ext uri="{FF2B5EF4-FFF2-40B4-BE49-F238E27FC236}">
                <a16:creationId xmlns:a16="http://schemas.microsoft.com/office/drawing/2014/main" id="{7197F90C-AE58-8E48-B323-07042998936C}"/>
              </a:ext>
            </a:extLst>
          </p:cNvPr>
          <p:cNvSpPr>
            <a:spLocks noGrp="1"/>
          </p:cNvSpPr>
          <p:nvPr>
            <p:ph sz="quarter" idx="47" hasCustomPrompt="1"/>
          </p:nvPr>
        </p:nvSpPr>
        <p:spPr>
          <a:xfrm>
            <a:off x="6814869"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1" name="Content Placeholder 3">
            <a:extLst>
              <a:ext uri="{FF2B5EF4-FFF2-40B4-BE49-F238E27FC236}">
                <a16:creationId xmlns:a16="http://schemas.microsoft.com/office/drawing/2014/main" id="{5645AF05-D54C-0B40-B8DA-0087A584E8B0}"/>
              </a:ext>
            </a:extLst>
          </p:cNvPr>
          <p:cNvSpPr>
            <a:spLocks noGrp="1"/>
          </p:cNvSpPr>
          <p:nvPr>
            <p:ph sz="quarter" idx="49" hasCustomPrompt="1"/>
          </p:nvPr>
        </p:nvSpPr>
        <p:spPr>
          <a:xfrm>
            <a:off x="6814869" y="4236356"/>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42" name="Title 1">
            <a:extLst>
              <a:ext uri="{FF2B5EF4-FFF2-40B4-BE49-F238E27FC236}">
                <a16:creationId xmlns:a16="http://schemas.microsoft.com/office/drawing/2014/main" id="{1185684B-7EB3-874B-85C2-74126A4C897C}"/>
              </a:ext>
            </a:extLst>
          </p:cNvPr>
          <p:cNvSpPr>
            <a:spLocks noGrp="1"/>
          </p:cNvSpPr>
          <p:nvPr>
            <p:ph type="title"/>
          </p:nvPr>
        </p:nvSpPr>
        <p:spPr>
          <a:xfrm>
            <a:off x="457200" y="590551"/>
            <a:ext cx="8305800" cy="468080"/>
          </a:xfrm>
          <a:prstGeom prst="rect">
            <a:avLst/>
          </a:prstGeom>
        </p:spPr>
        <p:txBody>
          <a:bodyPr anchor="t">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22717060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Img only: 10, captions (10 or less)">
    <p:spTree>
      <p:nvGrpSpPr>
        <p:cNvPr id="1" name=""/>
        <p:cNvGrpSpPr/>
        <p:nvPr/>
      </p:nvGrpSpPr>
      <p:grpSpPr>
        <a:xfrm>
          <a:off x="0" y="0"/>
          <a:ext cx="0" cy="0"/>
          <a:chOff x="0" y="0"/>
          <a:chExt cx="0" cy="0"/>
        </a:xfrm>
      </p:grpSpPr>
      <p:sp>
        <p:nvSpPr>
          <p:cNvPr id="34" name="Content Placeholder 3">
            <a:extLst>
              <a:ext uri="{FF2B5EF4-FFF2-40B4-BE49-F238E27FC236}">
                <a16:creationId xmlns:a16="http://schemas.microsoft.com/office/drawing/2014/main" id="{0FD1A557-27D3-3444-B648-617B453087D1}"/>
              </a:ext>
            </a:extLst>
          </p:cNvPr>
          <p:cNvSpPr>
            <a:spLocks noGrp="1"/>
          </p:cNvSpPr>
          <p:nvPr>
            <p:ph sz="quarter" idx="21" hasCustomPrompt="1"/>
          </p:nvPr>
        </p:nvSpPr>
        <p:spPr>
          <a:xfrm>
            <a:off x="4572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if using the solid background</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Align text center if white </a:t>
            </a:r>
            <a:r>
              <a:rPr lang="en-US" dirty="0" err="1"/>
              <a:t>bkgnd</a:t>
            </a:r>
            <a:endParaRPr lang="en-US" dirty="0"/>
          </a:p>
        </p:txBody>
      </p:sp>
      <p:sp>
        <p:nvSpPr>
          <p:cNvPr id="42" name="Title 1">
            <a:extLst>
              <a:ext uri="{FF2B5EF4-FFF2-40B4-BE49-F238E27FC236}">
                <a16:creationId xmlns:a16="http://schemas.microsoft.com/office/drawing/2014/main" id="{1185684B-7EB3-874B-85C2-74126A4C897C}"/>
              </a:ext>
            </a:extLst>
          </p:cNvPr>
          <p:cNvSpPr>
            <a:spLocks noGrp="1"/>
          </p:cNvSpPr>
          <p:nvPr>
            <p:ph type="title"/>
          </p:nvPr>
        </p:nvSpPr>
        <p:spPr>
          <a:xfrm>
            <a:off x="457200" y="590551"/>
            <a:ext cx="8305800" cy="468080"/>
          </a:xfrm>
          <a:prstGeom prst="rect">
            <a:avLst/>
          </a:prstGeom>
        </p:spPr>
        <p:txBody>
          <a:bodyPr anchor="t">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45" name="Content Placeholder 3">
            <a:extLst>
              <a:ext uri="{FF2B5EF4-FFF2-40B4-BE49-F238E27FC236}">
                <a16:creationId xmlns:a16="http://schemas.microsoft.com/office/drawing/2014/main" id="{514E8FA2-B67C-DF44-869F-B67F8CB3460A}"/>
              </a:ext>
            </a:extLst>
          </p:cNvPr>
          <p:cNvSpPr>
            <a:spLocks noGrp="1"/>
          </p:cNvSpPr>
          <p:nvPr>
            <p:ph sz="quarter" idx="22" hasCustomPrompt="1"/>
          </p:nvPr>
        </p:nvSpPr>
        <p:spPr>
          <a:xfrm>
            <a:off x="21336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Add the background blue color to all if you have transparent images</a:t>
            </a:r>
          </a:p>
        </p:txBody>
      </p:sp>
      <p:sp>
        <p:nvSpPr>
          <p:cNvPr id="47" name="Content Placeholder 3">
            <a:extLst>
              <a:ext uri="{FF2B5EF4-FFF2-40B4-BE49-F238E27FC236}">
                <a16:creationId xmlns:a16="http://schemas.microsoft.com/office/drawing/2014/main" id="{EEB8B18F-4FBC-9140-90B6-A0CDF8BE3AEB}"/>
              </a:ext>
            </a:extLst>
          </p:cNvPr>
          <p:cNvSpPr>
            <a:spLocks noGrp="1"/>
          </p:cNvSpPr>
          <p:nvPr>
            <p:ph sz="quarter" idx="23" hasCustomPrompt="1"/>
          </p:nvPr>
        </p:nvSpPr>
        <p:spPr>
          <a:xfrm>
            <a:off x="21336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Align text left if solid background</a:t>
            </a:r>
          </a:p>
        </p:txBody>
      </p:sp>
      <p:sp>
        <p:nvSpPr>
          <p:cNvPr id="48" name="Content Placeholder 3">
            <a:extLst>
              <a:ext uri="{FF2B5EF4-FFF2-40B4-BE49-F238E27FC236}">
                <a16:creationId xmlns:a16="http://schemas.microsoft.com/office/drawing/2014/main" id="{4BEB108C-4568-064F-8ABF-CCC569AEA8F0}"/>
              </a:ext>
            </a:extLst>
          </p:cNvPr>
          <p:cNvSpPr>
            <a:spLocks noGrp="1"/>
          </p:cNvSpPr>
          <p:nvPr>
            <p:ph sz="quarter" idx="24" hasCustomPrompt="1"/>
          </p:nvPr>
        </p:nvSpPr>
        <p:spPr>
          <a:xfrm>
            <a:off x="38100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Use the outline only if you don’t have transparent backgrounds</a:t>
            </a:r>
          </a:p>
        </p:txBody>
      </p:sp>
      <p:sp>
        <p:nvSpPr>
          <p:cNvPr id="49" name="Content Placeholder 3">
            <a:extLst>
              <a:ext uri="{FF2B5EF4-FFF2-40B4-BE49-F238E27FC236}">
                <a16:creationId xmlns:a16="http://schemas.microsoft.com/office/drawing/2014/main" id="{88783318-437C-BF4F-AE11-0130FCABA632}"/>
              </a:ext>
            </a:extLst>
          </p:cNvPr>
          <p:cNvSpPr>
            <a:spLocks noGrp="1"/>
          </p:cNvSpPr>
          <p:nvPr>
            <p:ph sz="quarter" idx="25" hasCustomPrompt="1"/>
          </p:nvPr>
        </p:nvSpPr>
        <p:spPr>
          <a:xfrm>
            <a:off x="38100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Captions no longer than 2 lines</a:t>
            </a:r>
          </a:p>
        </p:txBody>
      </p:sp>
      <p:sp>
        <p:nvSpPr>
          <p:cNvPr id="50" name="Content Placeholder 3">
            <a:extLst>
              <a:ext uri="{FF2B5EF4-FFF2-40B4-BE49-F238E27FC236}">
                <a16:creationId xmlns:a16="http://schemas.microsoft.com/office/drawing/2014/main" id="{60D69093-5942-2F4A-837D-D5627B649387}"/>
              </a:ext>
            </a:extLst>
          </p:cNvPr>
          <p:cNvSpPr>
            <a:spLocks noGrp="1"/>
          </p:cNvSpPr>
          <p:nvPr>
            <p:ph sz="quarter" idx="26" hasCustomPrompt="1"/>
          </p:nvPr>
        </p:nvSpPr>
        <p:spPr>
          <a:xfrm>
            <a:off x="54864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1" name="Content Placeholder 3">
            <a:extLst>
              <a:ext uri="{FF2B5EF4-FFF2-40B4-BE49-F238E27FC236}">
                <a16:creationId xmlns:a16="http://schemas.microsoft.com/office/drawing/2014/main" id="{D262EF29-B002-F444-BB27-3AE712302E15}"/>
              </a:ext>
            </a:extLst>
          </p:cNvPr>
          <p:cNvSpPr>
            <a:spLocks noGrp="1"/>
          </p:cNvSpPr>
          <p:nvPr>
            <p:ph sz="quarter" idx="27" hasCustomPrompt="1"/>
          </p:nvPr>
        </p:nvSpPr>
        <p:spPr>
          <a:xfrm>
            <a:off x="54864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2" name="Content Placeholder 3">
            <a:extLst>
              <a:ext uri="{FF2B5EF4-FFF2-40B4-BE49-F238E27FC236}">
                <a16:creationId xmlns:a16="http://schemas.microsoft.com/office/drawing/2014/main" id="{128656FA-B401-3D45-B9B6-8B5FF8CED57B}"/>
              </a:ext>
            </a:extLst>
          </p:cNvPr>
          <p:cNvSpPr>
            <a:spLocks noGrp="1"/>
          </p:cNvSpPr>
          <p:nvPr>
            <p:ph sz="quarter" idx="28" hasCustomPrompt="1"/>
          </p:nvPr>
        </p:nvSpPr>
        <p:spPr>
          <a:xfrm>
            <a:off x="71628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3" name="Content Placeholder 3">
            <a:extLst>
              <a:ext uri="{FF2B5EF4-FFF2-40B4-BE49-F238E27FC236}">
                <a16:creationId xmlns:a16="http://schemas.microsoft.com/office/drawing/2014/main" id="{7CB89430-A3A0-A641-8787-A7AE6F29A8A6}"/>
              </a:ext>
            </a:extLst>
          </p:cNvPr>
          <p:cNvSpPr>
            <a:spLocks noGrp="1"/>
          </p:cNvSpPr>
          <p:nvPr>
            <p:ph sz="quarter" idx="29" hasCustomPrompt="1"/>
          </p:nvPr>
        </p:nvSpPr>
        <p:spPr>
          <a:xfrm>
            <a:off x="71628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4" name="Content Placeholder 3">
            <a:extLst>
              <a:ext uri="{FF2B5EF4-FFF2-40B4-BE49-F238E27FC236}">
                <a16:creationId xmlns:a16="http://schemas.microsoft.com/office/drawing/2014/main" id="{7571DCA7-594E-494F-AADE-BC41B66BBFCE}"/>
              </a:ext>
            </a:extLst>
          </p:cNvPr>
          <p:cNvSpPr>
            <a:spLocks noGrp="1"/>
          </p:cNvSpPr>
          <p:nvPr>
            <p:ph sz="quarter" idx="30" hasCustomPrompt="1"/>
          </p:nvPr>
        </p:nvSpPr>
        <p:spPr>
          <a:xfrm>
            <a:off x="4572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a:t>image </a:t>
            </a:r>
            <a:r>
              <a:rPr lang="en-US" dirty="0"/>
              <a:t>ONLY</a:t>
            </a:r>
          </a:p>
        </p:txBody>
      </p:sp>
      <p:sp>
        <p:nvSpPr>
          <p:cNvPr id="55" name="Content Placeholder 3">
            <a:extLst>
              <a:ext uri="{FF2B5EF4-FFF2-40B4-BE49-F238E27FC236}">
                <a16:creationId xmlns:a16="http://schemas.microsoft.com/office/drawing/2014/main" id="{BB5159A4-78B1-4544-A0AB-77A77FFECA21}"/>
              </a:ext>
            </a:extLst>
          </p:cNvPr>
          <p:cNvSpPr>
            <a:spLocks noGrp="1"/>
          </p:cNvSpPr>
          <p:nvPr>
            <p:ph sz="quarter" idx="31" hasCustomPrompt="1"/>
          </p:nvPr>
        </p:nvSpPr>
        <p:spPr>
          <a:xfrm>
            <a:off x="4572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6" name="Content Placeholder 3">
            <a:extLst>
              <a:ext uri="{FF2B5EF4-FFF2-40B4-BE49-F238E27FC236}">
                <a16:creationId xmlns:a16="http://schemas.microsoft.com/office/drawing/2014/main" id="{DC3FBC57-26A1-A840-9EB7-BB175D4D6B92}"/>
              </a:ext>
            </a:extLst>
          </p:cNvPr>
          <p:cNvSpPr>
            <a:spLocks noGrp="1"/>
          </p:cNvSpPr>
          <p:nvPr>
            <p:ph sz="quarter" idx="32" hasCustomPrompt="1"/>
          </p:nvPr>
        </p:nvSpPr>
        <p:spPr>
          <a:xfrm>
            <a:off x="21336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7" name="Content Placeholder 3">
            <a:extLst>
              <a:ext uri="{FF2B5EF4-FFF2-40B4-BE49-F238E27FC236}">
                <a16:creationId xmlns:a16="http://schemas.microsoft.com/office/drawing/2014/main" id="{142B5D21-DDD3-FF4B-8CA6-EE386537D307}"/>
              </a:ext>
            </a:extLst>
          </p:cNvPr>
          <p:cNvSpPr>
            <a:spLocks noGrp="1"/>
          </p:cNvSpPr>
          <p:nvPr>
            <p:ph sz="quarter" idx="33" hasCustomPrompt="1"/>
          </p:nvPr>
        </p:nvSpPr>
        <p:spPr>
          <a:xfrm>
            <a:off x="21336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8" name="Content Placeholder 3">
            <a:extLst>
              <a:ext uri="{FF2B5EF4-FFF2-40B4-BE49-F238E27FC236}">
                <a16:creationId xmlns:a16="http://schemas.microsoft.com/office/drawing/2014/main" id="{3962A4AF-E295-3441-A76C-0DC350D83F13}"/>
              </a:ext>
            </a:extLst>
          </p:cNvPr>
          <p:cNvSpPr>
            <a:spLocks noGrp="1"/>
          </p:cNvSpPr>
          <p:nvPr>
            <p:ph sz="quarter" idx="34" hasCustomPrompt="1"/>
          </p:nvPr>
        </p:nvSpPr>
        <p:spPr>
          <a:xfrm>
            <a:off x="38100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9" name="Content Placeholder 3">
            <a:extLst>
              <a:ext uri="{FF2B5EF4-FFF2-40B4-BE49-F238E27FC236}">
                <a16:creationId xmlns:a16="http://schemas.microsoft.com/office/drawing/2014/main" id="{44D1F572-C9BC-C747-B6B3-2A807FEB5291}"/>
              </a:ext>
            </a:extLst>
          </p:cNvPr>
          <p:cNvSpPr>
            <a:spLocks noGrp="1"/>
          </p:cNvSpPr>
          <p:nvPr>
            <p:ph sz="quarter" idx="35" hasCustomPrompt="1"/>
          </p:nvPr>
        </p:nvSpPr>
        <p:spPr>
          <a:xfrm>
            <a:off x="38100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60" name="Content Placeholder 3">
            <a:extLst>
              <a:ext uri="{FF2B5EF4-FFF2-40B4-BE49-F238E27FC236}">
                <a16:creationId xmlns:a16="http://schemas.microsoft.com/office/drawing/2014/main" id="{2409BE41-66D2-E94C-930C-A5210EB04806}"/>
              </a:ext>
            </a:extLst>
          </p:cNvPr>
          <p:cNvSpPr>
            <a:spLocks noGrp="1"/>
          </p:cNvSpPr>
          <p:nvPr>
            <p:ph sz="quarter" idx="36" hasCustomPrompt="1"/>
          </p:nvPr>
        </p:nvSpPr>
        <p:spPr>
          <a:xfrm>
            <a:off x="54864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61" name="Content Placeholder 3">
            <a:extLst>
              <a:ext uri="{FF2B5EF4-FFF2-40B4-BE49-F238E27FC236}">
                <a16:creationId xmlns:a16="http://schemas.microsoft.com/office/drawing/2014/main" id="{9D1114D4-21D7-6C45-A75F-B799CEFEC867}"/>
              </a:ext>
            </a:extLst>
          </p:cNvPr>
          <p:cNvSpPr>
            <a:spLocks noGrp="1"/>
          </p:cNvSpPr>
          <p:nvPr>
            <p:ph sz="quarter" idx="37" hasCustomPrompt="1"/>
          </p:nvPr>
        </p:nvSpPr>
        <p:spPr>
          <a:xfrm>
            <a:off x="54864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62" name="Content Placeholder 3">
            <a:extLst>
              <a:ext uri="{FF2B5EF4-FFF2-40B4-BE49-F238E27FC236}">
                <a16:creationId xmlns:a16="http://schemas.microsoft.com/office/drawing/2014/main" id="{8E981D74-E025-3D41-A194-C0AAB855B2E6}"/>
              </a:ext>
            </a:extLst>
          </p:cNvPr>
          <p:cNvSpPr>
            <a:spLocks noGrp="1"/>
          </p:cNvSpPr>
          <p:nvPr>
            <p:ph sz="quarter" idx="38" hasCustomPrompt="1"/>
          </p:nvPr>
        </p:nvSpPr>
        <p:spPr>
          <a:xfrm>
            <a:off x="71628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63" name="Content Placeholder 3">
            <a:extLst>
              <a:ext uri="{FF2B5EF4-FFF2-40B4-BE49-F238E27FC236}">
                <a16:creationId xmlns:a16="http://schemas.microsoft.com/office/drawing/2014/main" id="{1F7A6889-59BF-2444-AFE7-CB86FC91D044}"/>
              </a:ext>
            </a:extLst>
          </p:cNvPr>
          <p:cNvSpPr>
            <a:spLocks noGrp="1"/>
          </p:cNvSpPr>
          <p:nvPr>
            <p:ph sz="quarter" idx="39" hasCustomPrompt="1"/>
          </p:nvPr>
        </p:nvSpPr>
        <p:spPr>
          <a:xfrm>
            <a:off x="71628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Tree>
    <p:extLst>
      <p:ext uri="{BB962C8B-B14F-4D97-AF65-F5344CB8AC3E}">
        <p14:creationId xmlns:p14="http://schemas.microsoft.com/office/powerpoint/2010/main" val="94530965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Product Suit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0FF29D-1BAB-7543-94B2-94A2EE9B9978}"/>
              </a:ext>
            </a:extLst>
          </p:cNvPr>
          <p:cNvPicPr>
            <a:picLocks noChangeAspect="1"/>
          </p:cNvPicPr>
          <p:nvPr/>
        </p:nvPicPr>
        <p:blipFill>
          <a:blip r:embed="rId2"/>
          <a:srcRect/>
          <a:stretch/>
        </p:blipFill>
        <p:spPr>
          <a:xfrm>
            <a:off x="0" y="0"/>
            <a:ext cx="9144000" cy="5143500"/>
          </a:xfrm>
          <a:prstGeom prst="rect">
            <a:avLst/>
          </a:prstGeom>
        </p:spPr>
      </p:pic>
      <p:pic>
        <p:nvPicPr>
          <p:cNvPr id="2" name="Picture 1">
            <a:extLst>
              <a:ext uri="{FF2B5EF4-FFF2-40B4-BE49-F238E27FC236}">
                <a16:creationId xmlns:a16="http://schemas.microsoft.com/office/drawing/2014/main" id="{A1D584D9-0DE0-A937-4002-C660F9069E96}"/>
              </a:ext>
            </a:extLst>
          </p:cNvPr>
          <p:cNvPicPr>
            <a:picLocks noChangeAspect="1"/>
          </p:cNvPicPr>
          <p:nvPr/>
        </p:nvPicPr>
        <p:blipFill rotWithShape="1">
          <a:blip r:embed="rId3">
            <a:extLst>
              <a:ext uri="{28A0092B-C50C-407E-A947-70E740481C1C}">
                <a14:useLocalDpi xmlns:a14="http://schemas.microsoft.com/office/drawing/2010/main" val="0"/>
              </a:ext>
            </a:extLst>
          </a:blip>
          <a:srcRect t="34076" r="65000" b="5556"/>
          <a:stretch/>
        </p:blipFill>
        <p:spPr>
          <a:xfrm>
            <a:off x="0" y="2038350"/>
            <a:ext cx="3200400" cy="3105150"/>
          </a:xfrm>
          <a:prstGeom prst="rect">
            <a:avLst/>
          </a:prstGeom>
        </p:spPr>
      </p:pic>
      <p:pic>
        <p:nvPicPr>
          <p:cNvPr id="4" name="Picture 3">
            <a:extLst>
              <a:ext uri="{FF2B5EF4-FFF2-40B4-BE49-F238E27FC236}">
                <a16:creationId xmlns:a16="http://schemas.microsoft.com/office/drawing/2014/main" id="{5EC7336D-86DB-1B9C-B3C5-A9580EB9FCFC}"/>
              </a:ext>
            </a:extLst>
          </p:cNvPr>
          <p:cNvPicPr>
            <a:picLocks noChangeAspect="1"/>
          </p:cNvPicPr>
          <p:nvPr/>
        </p:nvPicPr>
        <p:blipFill rotWithShape="1">
          <a:blip r:embed="rId3">
            <a:extLst>
              <a:ext uri="{28A0092B-C50C-407E-A947-70E740481C1C}">
                <a14:useLocalDpi xmlns:a14="http://schemas.microsoft.com/office/drawing/2010/main" val="0"/>
              </a:ext>
            </a:extLst>
          </a:blip>
          <a:srcRect l="36666"/>
          <a:stretch/>
        </p:blipFill>
        <p:spPr>
          <a:xfrm>
            <a:off x="3352800" y="0"/>
            <a:ext cx="5791200" cy="5143500"/>
          </a:xfrm>
          <a:prstGeom prst="rect">
            <a:avLst/>
          </a:prstGeom>
        </p:spPr>
      </p:pic>
      <p:sp>
        <p:nvSpPr>
          <p:cNvPr id="5" name="TextBox 4">
            <a:extLst>
              <a:ext uri="{FF2B5EF4-FFF2-40B4-BE49-F238E27FC236}">
                <a16:creationId xmlns:a16="http://schemas.microsoft.com/office/drawing/2014/main" id="{DA1F0268-5027-6633-D42D-8E91F099B9BB}"/>
              </a:ext>
            </a:extLst>
          </p:cNvPr>
          <p:cNvSpPr txBox="1"/>
          <p:nvPr/>
        </p:nvSpPr>
        <p:spPr>
          <a:xfrm>
            <a:off x="381000" y="819150"/>
            <a:ext cx="2514600" cy="1200329"/>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The COMSOL</a:t>
            </a:r>
            <a:r>
              <a:rPr lang="en-US" sz="2400" b="1" i="0" baseline="30000" dirty="0">
                <a:solidFill>
                  <a:schemeClr val="accent1"/>
                </a:solidFill>
                <a:latin typeface="Lato" panose="020F0502020204030203" pitchFamily="34" charset="77"/>
              </a:rPr>
              <a:t>®</a:t>
            </a:r>
            <a:r>
              <a:rPr lang="en-US" sz="2400" b="1" i="0" dirty="0">
                <a:solidFill>
                  <a:schemeClr val="accent1"/>
                </a:solidFill>
                <a:latin typeface="Lato" panose="020F0502020204030203" pitchFamily="34" charset="77"/>
              </a:rPr>
              <a:t> Software </a:t>
            </a:r>
            <a:br>
              <a:rPr lang="en-US" sz="2400" b="1" i="0" dirty="0">
                <a:solidFill>
                  <a:schemeClr val="accent1"/>
                </a:solidFill>
                <a:latin typeface="Lato" panose="020F0502020204030203" pitchFamily="34" charset="77"/>
              </a:rPr>
            </a:br>
            <a:r>
              <a:rPr lang="en-US" sz="2400" b="1" i="0" dirty="0">
                <a:solidFill>
                  <a:schemeClr val="accent1"/>
                </a:solidFill>
                <a:latin typeface="Lato" panose="020F0502020204030203" pitchFamily="34" charset="77"/>
              </a:rPr>
              <a:t>Product Suite</a:t>
            </a:r>
          </a:p>
        </p:txBody>
      </p:sp>
    </p:spTree>
    <p:extLst>
      <p:ext uri="{BB962C8B-B14F-4D97-AF65-F5344CB8AC3E}">
        <p14:creationId xmlns:p14="http://schemas.microsoft.com/office/powerpoint/2010/main" val="2347874017"/>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Model Manager - 0 full">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p:nvPicPr>
        <p:blipFill>
          <a:blip r:embed="rId2"/>
          <a:srcRect/>
          <a:stretch/>
        </p:blipFill>
        <p:spPr>
          <a:xfrm>
            <a:off x="152400" y="0"/>
            <a:ext cx="5143500" cy="5143500"/>
          </a:xfrm>
          <a:prstGeom prst="rect">
            <a:avLst/>
          </a:prstGeom>
        </p:spPr>
      </p:pic>
    </p:spTree>
    <p:extLst>
      <p:ext uri="{BB962C8B-B14F-4D97-AF65-F5344CB8AC3E}">
        <p14:creationId xmlns:p14="http://schemas.microsoft.com/office/powerpoint/2010/main" val="93435626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Model Manager - 1 Model Engine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p:nvPicPr>
        <p:blipFill>
          <a:blip r:embed="rId2"/>
          <a:srcRect/>
          <a:stretch/>
        </p:blipFill>
        <p:spPr>
          <a:xfrm>
            <a:off x="152400" y="0"/>
            <a:ext cx="5143500" cy="5143500"/>
          </a:xfrm>
          <a:prstGeom prst="rect">
            <a:avLst/>
          </a:prstGeom>
        </p:spPr>
      </p:pic>
    </p:spTree>
    <p:extLst>
      <p:ext uri="{BB962C8B-B14F-4D97-AF65-F5344CB8AC3E}">
        <p14:creationId xmlns:p14="http://schemas.microsoft.com/office/powerpoint/2010/main" val="62663607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Model Manager - 2 Model to Design Engineer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p:nvPicPr>
        <p:blipFill>
          <a:blip r:embed="rId2"/>
          <a:srcRect/>
          <a:stretch/>
        </p:blipFill>
        <p:spPr>
          <a:xfrm>
            <a:off x="152400" y="0"/>
            <a:ext cx="5143500" cy="5143500"/>
          </a:xfrm>
          <a:prstGeom prst="rect">
            <a:avLst/>
          </a:prstGeom>
        </p:spPr>
      </p:pic>
    </p:spTree>
    <p:extLst>
      <p:ext uri="{BB962C8B-B14F-4D97-AF65-F5344CB8AC3E}">
        <p14:creationId xmlns:p14="http://schemas.microsoft.com/office/powerpoint/2010/main" val="167755152"/>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Model Manager - 3 Design Engineers to Operator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p:nvPicPr>
        <p:blipFill>
          <a:blip r:embed="rId2"/>
          <a:srcRect/>
          <a:stretch/>
        </p:blipFill>
        <p:spPr>
          <a:xfrm>
            <a:off x="152400" y="0"/>
            <a:ext cx="5143500" cy="5143500"/>
          </a:xfrm>
          <a:prstGeom prst="rect">
            <a:avLst/>
          </a:prstGeom>
        </p:spPr>
      </p:pic>
    </p:spTree>
    <p:extLst>
      <p:ext uri="{BB962C8B-B14F-4D97-AF65-F5344CB8AC3E}">
        <p14:creationId xmlns:p14="http://schemas.microsoft.com/office/powerpoint/2010/main" val="340971789"/>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CTA: Contact U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438236-E9A1-5845-B207-CB91FAB12DBD}"/>
              </a:ext>
            </a:extLst>
          </p:cNvPr>
          <p:cNvPicPr>
            <a:picLocks noChangeAspect="1"/>
          </p:cNvPicPr>
          <p:nvPr/>
        </p:nvPicPr>
        <p:blipFill>
          <a:blip r:embed="rId2"/>
          <a:srcRect/>
          <a:stretch/>
        </p:blipFill>
        <p:spPr>
          <a:xfrm>
            <a:off x="0" y="0"/>
            <a:ext cx="9144000" cy="5143500"/>
          </a:xfrm>
          <a:prstGeom prst="rect">
            <a:avLst/>
          </a:prstGeom>
        </p:spPr>
      </p:pic>
      <p:sp>
        <p:nvSpPr>
          <p:cNvPr id="7" name="Content Placeholder 2">
            <a:extLst>
              <a:ext uri="{FF2B5EF4-FFF2-40B4-BE49-F238E27FC236}">
                <a16:creationId xmlns:a16="http://schemas.microsoft.com/office/drawing/2014/main" id="{FC4E7365-D38C-47DC-98CE-EFDE9B5AA7FB}"/>
              </a:ext>
            </a:extLst>
          </p:cNvPr>
          <p:cNvSpPr>
            <a:spLocks noGrp="1"/>
          </p:cNvSpPr>
          <p:nvPr>
            <p:ph idx="1" hasCustomPrompt="1"/>
          </p:nvPr>
        </p:nvSpPr>
        <p:spPr>
          <a:xfrm>
            <a:off x="304800" y="4469786"/>
            <a:ext cx="2133600" cy="923925"/>
          </a:xfrm>
          <a:prstGeom prst="rect">
            <a:avLst/>
          </a:prstGeom>
        </p:spPr>
        <p:txBody>
          <a:bodyPr>
            <a:normAutofit/>
          </a:bodyPr>
          <a:lstStyle>
            <a:lvl1pPr marL="0" indent="0">
              <a:spcBef>
                <a:spcPts val="100"/>
              </a:spcBef>
              <a:buNone/>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Add your country “</a:t>
            </a:r>
            <a:r>
              <a:rPr lang="en-US" dirty="0" err="1"/>
              <a:t>comsol.com</a:t>
            </a:r>
            <a:r>
              <a:rPr lang="en-US" dirty="0"/>
              <a:t>/contact” link here</a:t>
            </a:r>
          </a:p>
        </p:txBody>
      </p:sp>
      <p:sp>
        <p:nvSpPr>
          <p:cNvPr id="5" name="TextBox 4">
            <a:extLst>
              <a:ext uri="{FF2B5EF4-FFF2-40B4-BE49-F238E27FC236}">
                <a16:creationId xmlns:a16="http://schemas.microsoft.com/office/drawing/2014/main" id="{CC2B2EF8-F126-9449-AF26-554461030ADD}"/>
              </a:ext>
            </a:extLst>
          </p:cNvPr>
          <p:cNvSpPr txBox="1"/>
          <p:nvPr/>
        </p:nvSpPr>
        <p:spPr>
          <a:xfrm>
            <a:off x="304800" y="4019551"/>
            <a:ext cx="2514600" cy="461665"/>
          </a:xfrm>
          <a:prstGeom prst="rect">
            <a:avLst/>
          </a:prstGeom>
          <a:noFill/>
        </p:spPr>
        <p:txBody>
          <a:bodyPr wrap="square" lIns="0" rtlCol="0">
            <a:spAutoFit/>
          </a:bodyPr>
          <a:lstStyle/>
          <a:p>
            <a:r>
              <a:rPr lang="en-US" sz="2400" b="1" i="0" dirty="0">
                <a:solidFill>
                  <a:schemeClr val="accent1"/>
                </a:solidFill>
                <a:latin typeface="Lato" panose="020F0502020204030203" pitchFamily="34" charset="77"/>
              </a:rPr>
              <a:t>Contact Us</a:t>
            </a:r>
          </a:p>
        </p:txBody>
      </p:sp>
      <p:pic>
        <p:nvPicPr>
          <p:cNvPr id="2" name="Picture 1">
            <a:extLst>
              <a:ext uri="{FF2B5EF4-FFF2-40B4-BE49-F238E27FC236}">
                <a16:creationId xmlns:a16="http://schemas.microsoft.com/office/drawing/2014/main" id="{9EC38EB7-00E7-CA5A-3D7C-DF4A17C7C021}"/>
              </a:ext>
            </a:extLst>
          </p:cNvPr>
          <p:cNvPicPr>
            <a:picLocks noChangeAspect="1"/>
          </p:cNvPicPr>
          <p:nvPr userDrawn="1"/>
        </p:nvPicPr>
        <p:blipFill>
          <a:blip r:embed="rId2"/>
          <a:srcRect/>
          <a:stretch/>
        </p:blipFill>
        <p:spPr>
          <a:xfrm>
            <a:off x="0" y="0"/>
            <a:ext cx="9144000" cy="5143500"/>
          </a:xfrm>
          <a:prstGeom prst="rect">
            <a:avLst/>
          </a:prstGeom>
        </p:spPr>
      </p:pic>
      <p:sp>
        <p:nvSpPr>
          <p:cNvPr id="3" name="TextBox 2">
            <a:extLst>
              <a:ext uri="{FF2B5EF4-FFF2-40B4-BE49-F238E27FC236}">
                <a16:creationId xmlns:a16="http://schemas.microsoft.com/office/drawing/2014/main" id="{F72F3725-D409-315A-1699-7935F6643247}"/>
              </a:ext>
            </a:extLst>
          </p:cNvPr>
          <p:cNvSpPr txBox="1"/>
          <p:nvPr userDrawn="1"/>
        </p:nvSpPr>
        <p:spPr>
          <a:xfrm>
            <a:off x="304800" y="4019550"/>
            <a:ext cx="2514600" cy="461665"/>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a:t>
            </a:r>
          </a:p>
        </p:txBody>
      </p:sp>
    </p:spTree>
    <p:extLst>
      <p:ext uri="{BB962C8B-B14F-4D97-AF65-F5344CB8AC3E}">
        <p14:creationId xmlns:p14="http://schemas.microsoft.com/office/powerpoint/2010/main" val="390886080"/>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CTA: Live Dem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45252-8BBC-184E-9C41-612C8DD63D73}"/>
              </a:ext>
            </a:extLst>
          </p:cNvPr>
          <p:cNvPicPr>
            <a:picLocks noChangeAspect="1"/>
          </p:cNvPicPr>
          <p:nvPr/>
        </p:nvPicPr>
        <p:blipFill>
          <a:blip r:embed="rId2"/>
          <a:src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4267200" y="1428751"/>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 for a Live Demonstration</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4267200" y="2156997"/>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r>
              <a:rPr lang="en-US" sz="1600" b="0" i="0" dirty="0">
                <a:solidFill>
                  <a:schemeClr val="tx1"/>
                </a:solidFill>
                <a:latin typeface="Lato" panose="020F0502020204030203" pitchFamily="34" charset="77"/>
              </a:rPr>
              <a:t>/request-a-demo</a:t>
            </a:r>
          </a:p>
        </p:txBody>
      </p:sp>
      <p:pic>
        <p:nvPicPr>
          <p:cNvPr id="2" name="Picture 1">
            <a:extLst>
              <a:ext uri="{FF2B5EF4-FFF2-40B4-BE49-F238E27FC236}">
                <a16:creationId xmlns:a16="http://schemas.microsoft.com/office/drawing/2014/main" id="{70FB9F29-9E2B-F053-D896-1DC70EE0193E}"/>
              </a:ext>
            </a:extLst>
          </p:cNvPr>
          <p:cNvPicPr>
            <a:picLocks noChangeAspect="1"/>
          </p:cNvPicPr>
          <p:nvPr/>
        </p:nvPicPr>
        <p:blipFill>
          <a:blip r:embed="rId2"/>
          <a:srcRect/>
          <a:stretch/>
        </p:blipFill>
        <p:spPr>
          <a:xfrm>
            <a:off x="0" y="0"/>
            <a:ext cx="9144000" cy="5143500"/>
          </a:xfrm>
          <a:prstGeom prst="rect">
            <a:avLst/>
          </a:prstGeom>
        </p:spPr>
      </p:pic>
      <p:sp>
        <p:nvSpPr>
          <p:cNvPr id="4" name="TextBox 3">
            <a:extLst>
              <a:ext uri="{FF2B5EF4-FFF2-40B4-BE49-F238E27FC236}">
                <a16:creationId xmlns:a16="http://schemas.microsoft.com/office/drawing/2014/main" id="{FB04CF74-09EC-709E-89C3-59E2EB1876D0}"/>
              </a:ext>
            </a:extLst>
          </p:cNvPr>
          <p:cNvSpPr txBox="1"/>
          <p:nvPr/>
        </p:nvSpPr>
        <p:spPr>
          <a:xfrm>
            <a:off x="4267200" y="1428750"/>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 for a Live Demonstration</a:t>
            </a:r>
          </a:p>
        </p:txBody>
      </p:sp>
      <p:sp>
        <p:nvSpPr>
          <p:cNvPr id="5" name="TextBox 4">
            <a:hlinkClick r:id="rId3"/>
            <a:extLst>
              <a:ext uri="{FF2B5EF4-FFF2-40B4-BE49-F238E27FC236}">
                <a16:creationId xmlns:a16="http://schemas.microsoft.com/office/drawing/2014/main" id="{9637E83B-CA4D-0616-B34C-21CEC0747D4D}"/>
              </a:ext>
            </a:extLst>
          </p:cNvPr>
          <p:cNvSpPr txBox="1"/>
          <p:nvPr/>
        </p:nvSpPr>
        <p:spPr>
          <a:xfrm>
            <a:off x="4267200" y="2156996"/>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r>
              <a:rPr lang="en-US" sz="1600" b="0" i="0" dirty="0">
                <a:solidFill>
                  <a:schemeClr val="tx1"/>
                </a:solidFill>
                <a:latin typeface="Lato" panose="020F0502020204030203" pitchFamily="34" charset="77"/>
              </a:rPr>
              <a:t>/request-a-demo</a:t>
            </a:r>
          </a:p>
        </p:txBody>
      </p:sp>
      <p:pic>
        <p:nvPicPr>
          <p:cNvPr id="6" name="Picture 5">
            <a:extLst>
              <a:ext uri="{FF2B5EF4-FFF2-40B4-BE49-F238E27FC236}">
                <a16:creationId xmlns:a16="http://schemas.microsoft.com/office/drawing/2014/main" id="{1615A9FB-D002-05AB-090B-A883A1E33E52}"/>
              </a:ext>
            </a:extLst>
          </p:cNvPr>
          <p:cNvPicPr>
            <a:picLocks noChangeAspect="1"/>
          </p:cNvPicPr>
          <p:nvPr userDrawn="1"/>
        </p:nvPicPr>
        <p:blipFill>
          <a:blip r:embed="rId2"/>
          <a:srcRect/>
          <a:stretch/>
        </p:blipFill>
        <p:spPr>
          <a:xfrm>
            <a:off x="0" y="0"/>
            <a:ext cx="9144000" cy="5143500"/>
          </a:xfrm>
          <a:prstGeom prst="rect">
            <a:avLst/>
          </a:prstGeom>
        </p:spPr>
      </p:pic>
      <p:sp>
        <p:nvSpPr>
          <p:cNvPr id="7" name="TextBox 6">
            <a:extLst>
              <a:ext uri="{FF2B5EF4-FFF2-40B4-BE49-F238E27FC236}">
                <a16:creationId xmlns:a16="http://schemas.microsoft.com/office/drawing/2014/main" id="{BE719142-B543-6759-4B4A-E75AD6B335A0}"/>
              </a:ext>
            </a:extLst>
          </p:cNvPr>
          <p:cNvSpPr txBox="1"/>
          <p:nvPr userDrawn="1"/>
        </p:nvSpPr>
        <p:spPr>
          <a:xfrm>
            <a:off x="4267200" y="1428750"/>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 for a Live Demonstration</a:t>
            </a:r>
          </a:p>
        </p:txBody>
      </p:sp>
      <p:sp>
        <p:nvSpPr>
          <p:cNvPr id="10" name="TextBox 9">
            <a:hlinkClick r:id="rId3"/>
            <a:extLst>
              <a:ext uri="{FF2B5EF4-FFF2-40B4-BE49-F238E27FC236}">
                <a16:creationId xmlns:a16="http://schemas.microsoft.com/office/drawing/2014/main" id="{7C6A5EE5-3499-6279-B9F1-3A7756F5F797}"/>
              </a:ext>
            </a:extLst>
          </p:cNvPr>
          <p:cNvSpPr txBox="1"/>
          <p:nvPr userDrawn="1"/>
        </p:nvSpPr>
        <p:spPr>
          <a:xfrm>
            <a:off x="4267200" y="2156996"/>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r>
              <a:rPr lang="en-US" sz="1600" b="0" i="0" dirty="0">
                <a:solidFill>
                  <a:schemeClr val="tx1"/>
                </a:solidFill>
                <a:latin typeface="Lato" panose="020F0502020204030203" pitchFamily="34" charset="77"/>
              </a:rPr>
              <a:t>/request-a-demo</a:t>
            </a:r>
          </a:p>
        </p:txBody>
      </p:sp>
    </p:spTree>
    <p:extLst>
      <p:ext uri="{BB962C8B-B14F-4D97-AF65-F5344CB8AC3E}">
        <p14:creationId xmlns:p14="http://schemas.microsoft.com/office/powerpoint/2010/main" val="2696430924"/>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CTA: Resources to Star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62441A9-73A9-6645-A2C6-CB26415F5D0A}"/>
              </a:ext>
            </a:extLst>
          </p:cNvPr>
          <p:cNvSpPr/>
          <p:nvPr/>
        </p:nvSpPr>
        <p:spPr>
          <a:xfrm>
            <a:off x="0" y="-14130"/>
            <a:ext cx="1828800" cy="1061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4" name="Picture 3">
            <a:extLst>
              <a:ext uri="{FF2B5EF4-FFF2-40B4-BE49-F238E27FC236}">
                <a16:creationId xmlns:a16="http://schemas.microsoft.com/office/drawing/2014/main" id="{225BA83A-FD71-394F-B4AF-D0F719851DD4}"/>
              </a:ext>
            </a:extLst>
          </p:cNvPr>
          <p:cNvPicPr>
            <a:picLocks noChangeAspect="1"/>
          </p:cNvPicPr>
          <p:nvPr/>
        </p:nvPicPr>
        <p:blipFill rotWithShape="1">
          <a:blip r:embed="rId2"/>
          <a:srcRect l="4202" b="7749"/>
          <a:stretch/>
        </p:blipFill>
        <p:spPr>
          <a:xfrm>
            <a:off x="457200" y="1"/>
            <a:ext cx="8686800" cy="470535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to Get Started</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 name="Rectangle 1">
            <a:hlinkClick r:id="rId4"/>
            <a:extLst>
              <a:ext uri="{FF2B5EF4-FFF2-40B4-BE49-F238E27FC236}">
                <a16:creationId xmlns:a16="http://schemas.microsoft.com/office/drawing/2014/main" id="{B166C7F8-C424-7449-A19A-6EFB37F971D8}"/>
              </a:ext>
            </a:extLst>
          </p:cNvPr>
          <p:cNvSpPr/>
          <p:nvPr/>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800"/>
          </a:p>
        </p:txBody>
      </p:sp>
      <p:sp>
        <p:nvSpPr>
          <p:cNvPr id="3" name="Rectangle 2">
            <a:hlinkClick r:id="rId5"/>
            <a:extLst>
              <a:ext uri="{FF2B5EF4-FFF2-40B4-BE49-F238E27FC236}">
                <a16:creationId xmlns:a16="http://schemas.microsoft.com/office/drawing/2014/main" id="{7542C372-51F9-7B49-95F3-2BB4DD107F2C}"/>
              </a:ext>
            </a:extLst>
          </p:cNvPr>
          <p:cNvSpPr/>
          <p:nvPr/>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ectangle 4">
            <a:hlinkClick r:id="rId6"/>
            <a:extLst>
              <a:ext uri="{FF2B5EF4-FFF2-40B4-BE49-F238E27FC236}">
                <a16:creationId xmlns:a16="http://schemas.microsoft.com/office/drawing/2014/main" id="{218B93B9-5E84-F144-B5CB-7142E73CC8BF}"/>
              </a:ext>
            </a:extLst>
          </p:cNvPr>
          <p:cNvSpPr/>
          <p:nvPr/>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ectangle 5">
            <a:hlinkClick r:id="rId7"/>
            <a:extLst>
              <a:ext uri="{FF2B5EF4-FFF2-40B4-BE49-F238E27FC236}">
                <a16:creationId xmlns:a16="http://schemas.microsoft.com/office/drawing/2014/main" id="{5AB17312-9520-7E42-A4CD-6B7EB6B7EF86}"/>
              </a:ext>
            </a:extLst>
          </p:cNvPr>
          <p:cNvSpPr/>
          <p:nvPr/>
        </p:nvSpPr>
        <p:spPr>
          <a:xfrm>
            <a:off x="3276600" y="3333751"/>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a:extLst>
              <a:ext uri="{FF2B5EF4-FFF2-40B4-BE49-F238E27FC236}">
                <a16:creationId xmlns:a16="http://schemas.microsoft.com/office/drawing/2014/main" id="{AA4A8BBE-CB26-9BB7-D165-3800E83A3544}"/>
              </a:ext>
            </a:extLst>
          </p:cNvPr>
          <p:cNvSpPr/>
          <p:nvPr/>
        </p:nvSpPr>
        <p:spPr>
          <a:xfrm>
            <a:off x="0" y="-14130"/>
            <a:ext cx="1828800" cy="1061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19704778-4276-C69F-F2D7-73BD2A3D2283}"/>
              </a:ext>
            </a:extLst>
          </p:cNvPr>
          <p:cNvPicPr>
            <a:picLocks noChangeAspect="1"/>
          </p:cNvPicPr>
          <p:nvPr/>
        </p:nvPicPr>
        <p:blipFill rotWithShape="1">
          <a:blip r:embed="rId2"/>
          <a:srcRect l="4202" b="7749"/>
          <a:stretch/>
        </p:blipFill>
        <p:spPr>
          <a:xfrm>
            <a:off x="457200" y="1"/>
            <a:ext cx="8686800" cy="4705350"/>
          </a:xfrm>
          <a:prstGeom prst="rect">
            <a:avLst/>
          </a:prstGeom>
        </p:spPr>
      </p:pic>
      <p:sp>
        <p:nvSpPr>
          <p:cNvPr id="12" name="TextBox 11">
            <a:extLst>
              <a:ext uri="{FF2B5EF4-FFF2-40B4-BE49-F238E27FC236}">
                <a16:creationId xmlns:a16="http://schemas.microsoft.com/office/drawing/2014/main" id="{92A1914B-716E-8B04-3F84-3168B8D16ED0}"/>
              </a:ext>
            </a:extLst>
          </p:cNvPr>
          <p:cNvSpPr txBox="1"/>
          <p:nvPr/>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to Get Started</a:t>
            </a:r>
          </a:p>
        </p:txBody>
      </p:sp>
      <p:sp>
        <p:nvSpPr>
          <p:cNvPr id="13" name="TextBox 12">
            <a:hlinkClick r:id="rId3"/>
            <a:extLst>
              <a:ext uri="{FF2B5EF4-FFF2-40B4-BE49-F238E27FC236}">
                <a16:creationId xmlns:a16="http://schemas.microsoft.com/office/drawing/2014/main" id="{648E26FE-AFE5-3722-F60C-C26A841AA8AD}"/>
              </a:ext>
            </a:extLst>
          </p:cNvPr>
          <p:cNvSpPr txBox="1"/>
          <p:nvPr/>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14" name="Rectangle 13">
            <a:hlinkClick r:id="rId4"/>
            <a:extLst>
              <a:ext uri="{FF2B5EF4-FFF2-40B4-BE49-F238E27FC236}">
                <a16:creationId xmlns:a16="http://schemas.microsoft.com/office/drawing/2014/main" id="{CF576C74-758A-6E76-7B7E-42D2E555FC95}"/>
              </a:ext>
            </a:extLst>
          </p:cNvPr>
          <p:cNvSpPr/>
          <p:nvPr/>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Rectangle 14">
            <a:hlinkClick r:id="rId5"/>
            <a:extLst>
              <a:ext uri="{FF2B5EF4-FFF2-40B4-BE49-F238E27FC236}">
                <a16:creationId xmlns:a16="http://schemas.microsoft.com/office/drawing/2014/main" id="{B69D473C-89E5-54AA-0F36-8D5B9DF866CF}"/>
              </a:ext>
            </a:extLst>
          </p:cNvPr>
          <p:cNvSpPr/>
          <p:nvPr/>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hlinkClick r:id="rId6"/>
            <a:extLst>
              <a:ext uri="{FF2B5EF4-FFF2-40B4-BE49-F238E27FC236}">
                <a16:creationId xmlns:a16="http://schemas.microsoft.com/office/drawing/2014/main" id="{7CE77ACF-3C88-348A-003A-23D2EAFD98CA}"/>
              </a:ext>
            </a:extLst>
          </p:cNvPr>
          <p:cNvSpPr/>
          <p:nvPr/>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hlinkClick r:id="rId7"/>
            <a:extLst>
              <a:ext uri="{FF2B5EF4-FFF2-40B4-BE49-F238E27FC236}">
                <a16:creationId xmlns:a16="http://schemas.microsoft.com/office/drawing/2014/main" id="{9C0E299D-C0F3-6E75-87AC-253B6763661A}"/>
              </a:ext>
            </a:extLst>
          </p:cNvPr>
          <p:cNvSpPr/>
          <p:nvPr/>
        </p:nvSpPr>
        <p:spPr>
          <a:xfrm>
            <a:off x="3276600" y="3333750"/>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17623E7C-BE28-26C4-FDE8-F1902F562F07}"/>
              </a:ext>
            </a:extLst>
          </p:cNvPr>
          <p:cNvPicPr>
            <a:picLocks noChangeAspect="1"/>
          </p:cNvPicPr>
          <p:nvPr userDrawn="1"/>
        </p:nvPicPr>
        <p:blipFill rotWithShape="1">
          <a:blip r:embed="rId2"/>
          <a:srcRect l="4202" b="7749"/>
          <a:stretch/>
        </p:blipFill>
        <p:spPr>
          <a:xfrm>
            <a:off x="457200" y="1"/>
            <a:ext cx="8686800" cy="4705350"/>
          </a:xfrm>
          <a:prstGeom prst="rect">
            <a:avLst/>
          </a:prstGeom>
        </p:spPr>
      </p:pic>
      <p:sp>
        <p:nvSpPr>
          <p:cNvPr id="19" name="TextBox 18">
            <a:extLst>
              <a:ext uri="{FF2B5EF4-FFF2-40B4-BE49-F238E27FC236}">
                <a16:creationId xmlns:a16="http://schemas.microsoft.com/office/drawing/2014/main" id="{943BDCBE-17F8-D992-B25A-544125F80D24}"/>
              </a:ext>
            </a:extLst>
          </p:cNvPr>
          <p:cNvSpPr txBox="1"/>
          <p:nvPr userDrawn="1"/>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to Get Started</a:t>
            </a:r>
          </a:p>
        </p:txBody>
      </p:sp>
      <p:sp>
        <p:nvSpPr>
          <p:cNvPr id="20" name="TextBox 19">
            <a:hlinkClick r:id="rId3"/>
            <a:extLst>
              <a:ext uri="{FF2B5EF4-FFF2-40B4-BE49-F238E27FC236}">
                <a16:creationId xmlns:a16="http://schemas.microsoft.com/office/drawing/2014/main" id="{9B13C291-834C-30A4-2CF6-CD3A581D727A}"/>
              </a:ext>
            </a:extLst>
          </p:cNvPr>
          <p:cNvSpPr txBox="1"/>
          <p:nvPr userDrawn="1"/>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1" name="Rectangle 20">
            <a:hlinkClick r:id="rId4"/>
            <a:extLst>
              <a:ext uri="{FF2B5EF4-FFF2-40B4-BE49-F238E27FC236}">
                <a16:creationId xmlns:a16="http://schemas.microsoft.com/office/drawing/2014/main" id="{D61B8B5F-3A72-95BE-AE1A-DD03B299048F}"/>
              </a:ext>
            </a:extLst>
          </p:cNvPr>
          <p:cNvSpPr/>
          <p:nvPr userDrawn="1"/>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2" name="Rectangle 21">
            <a:hlinkClick r:id="rId5"/>
            <a:extLst>
              <a:ext uri="{FF2B5EF4-FFF2-40B4-BE49-F238E27FC236}">
                <a16:creationId xmlns:a16="http://schemas.microsoft.com/office/drawing/2014/main" id="{899A1215-C273-B25A-8B7F-9F6F2E034475}"/>
              </a:ext>
            </a:extLst>
          </p:cNvPr>
          <p:cNvSpPr/>
          <p:nvPr userDrawn="1"/>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hlinkClick r:id="rId6"/>
            <a:extLst>
              <a:ext uri="{FF2B5EF4-FFF2-40B4-BE49-F238E27FC236}">
                <a16:creationId xmlns:a16="http://schemas.microsoft.com/office/drawing/2014/main" id="{BAF2F03A-5789-4C18-B190-22FC76651477}"/>
              </a:ext>
            </a:extLst>
          </p:cNvPr>
          <p:cNvSpPr/>
          <p:nvPr userDrawn="1"/>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hlinkClick r:id="rId7"/>
            <a:extLst>
              <a:ext uri="{FF2B5EF4-FFF2-40B4-BE49-F238E27FC236}">
                <a16:creationId xmlns:a16="http://schemas.microsoft.com/office/drawing/2014/main" id="{CA7E641C-E669-D68E-99A6-DFA3B5405846}"/>
              </a:ext>
            </a:extLst>
          </p:cNvPr>
          <p:cNvSpPr/>
          <p:nvPr userDrawn="1"/>
        </p:nvSpPr>
        <p:spPr>
          <a:xfrm>
            <a:off x="3276600" y="3333750"/>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6748443"/>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CTA: Resources to Inspi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5BA83A-FD71-394F-B4AF-D0F719851DD4}"/>
              </a:ext>
            </a:extLst>
          </p:cNvPr>
          <p:cNvPicPr>
            <a:picLocks noChangeAspect="1"/>
          </p:cNvPicPr>
          <p:nvPr/>
        </p:nvPicPr>
        <p:blipFill rotWithShape="1">
          <a:blip r:embed="rId2"/>
          <a:srcRect l="4775" b="5992"/>
          <a:stretch/>
        </p:blipFill>
        <p:spPr>
          <a:xfrm>
            <a:off x="533400" y="0"/>
            <a:ext cx="8610601" cy="478155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for Inspiration</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 name="Rectangle 1">
            <a:hlinkClick r:id="rId4"/>
            <a:extLst>
              <a:ext uri="{FF2B5EF4-FFF2-40B4-BE49-F238E27FC236}">
                <a16:creationId xmlns:a16="http://schemas.microsoft.com/office/drawing/2014/main" id="{B166C7F8-C424-7449-A19A-6EFB37F971D8}"/>
              </a:ext>
            </a:extLst>
          </p:cNvPr>
          <p:cNvSpPr/>
          <p:nvPr/>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800"/>
          </a:p>
        </p:txBody>
      </p:sp>
      <p:sp>
        <p:nvSpPr>
          <p:cNvPr id="3" name="Rectangle 2">
            <a:hlinkClick r:id="rId5"/>
            <a:extLst>
              <a:ext uri="{FF2B5EF4-FFF2-40B4-BE49-F238E27FC236}">
                <a16:creationId xmlns:a16="http://schemas.microsoft.com/office/drawing/2014/main" id="{7542C372-51F9-7B49-95F3-2BB4DD107F2C}"/>
              </a:ext>
            </a:extLst>
          </p:cNvPr>
          <p:cNvSpPr/>
          <p:nvPr/>
        </p:nvSpPr>
        <p:spPr>
          <a:xfrm>
            <a:off x="3276600" y="2114550"/>
            <a:ext cx="24384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ectangle 4">
            <a:hlinkClick r:id="rId6"/>
            <a:extLst>
              <a:ext uri="{FF2B5EF4-FFF2-40B4-BE49-F238E27FC236}">
                <a16:creationId xmlns:a16="http://schemas.microsoft.com/office/drawing/2014/main" id="{218B93B9-5E84-F144-B5CB-7142E73CC8BF}"/>
              </a:ext>
            </a:extLst>
          </p:cNvPr>
          <p:cNvSpPr/>
          <p:nvPr/>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ectangle 5">
            <a:hlinkClick r:id="rId7"/>
            <a:extLst>
              <a:ext uri="{FF2B5EF4-FFF2-40B4-BE49-F238E27FC236}">
                <a16:creationId xmlns:a16="http://schemas.microsoft.com/office/drawing/2014/main" id="{5AB17312-9520-7E42-A4CD-6B7EB6B7EF86}"/>
              </a:ext>
            </a:extLst>
          </p:cNvPr>
          <p:cNvSpPr/>
          <p:nvPr/>
        </p:nvSpPr>
        <p:spPr>
          <a:xfrm>
            <a:off x="3276600" y="3333751"/>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Rectangle 6">
            <a:hlinkClick r:id="rId7"/>
            <a:extLst>
              <a:ext uri="{FF2B5EF4-FFF2-40B4-BE49-F238E27FC236}">
                <a16:creationId xmlns:a16="http://schemas.microsoft.com/office/drawing/2014/main" id="{FB176131-B89E-304A-92DF-9CD3D468CD52}"/>
              </a:ext>
            </a:extLst>
          </p:cNvPr>
          <p:cNvSpPr/>
          <p:nvPr/>
        </p:nvSpPr>
        <p:spPr>
          <a:xfrm>
            <a:off x="661542" y="2114550"/>
            <a:ext cx="2514600" cy="1143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a:hlinkClick r:id="rId8"/>
            <a:extLst>
              <a:ext uri="{FF2B5EF4-FFF2-40B4-BE49-F238E27FC236}">
                <a16:creationId xmlns:a16="http://schemas.microsoft.com/office/drawing/2014/main" id="{D57913DA-4C41-E144-8C67-313CA8644FB7}"/>
              </a:ext>
            </a:extLst>
          </p:cNvPr>
          <p:cNvSpPr/>
          <p:nvPr/>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a:hlinkClick r:id="rId9"/>
            <a:extLst>
              <a:ext uri="{FF2B5EF4-FFF2-40B4-BE49-F238E27FC236}">
                <a16:creationId xmlns:a16="http://schemas.microsoft.com/office/drawing/2014/main" id="{84D23C97-34CA-EB47-8438-4CEEB5B8B203}"/>
              </a:ext>
            </a:extLst>
          </p:cNvPr>
          <p:cNvSpPr/>
          <p:nvPr/>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a:hlinkClick r:id="rId5"/>
            <a:extLst>
              <a:ext uri="{FF2B5EF4-FFF2-40B4-BE49-F238E27FC236}">
                <a16:creationId xmlns:a16="http://schemas.microsoft.com/office/drawing/2014/main" id="{E56E6BD5-8E0F-3E4D-AD7C-420C316889E3}"/>
              </a:ext>
            </a:extLst>
          </p:cNvPr>
          <p:cNvSpPr/>
          <p:nvPr/>
        </p:nvSpPr>
        <p:spPr>
          <a:xfrm>
            <a:off x="3200400" y="3333751"/>
            <a:ext cx="25146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a:extLst>
              <a:ext uri="{FF2B5EF4-FFF2-40B4-BE49-F238E27FC236}">
                <a16:creationId xmlns:a16="http://schemas.microsoft.com/office/drawing/2014/main" id="{5144D7FA-71D5-1247-8CC0-659E1B402155}"/>
              </a:ext>
            </a:extLst>
          </p:cNvPr>
          <p:cNvSpPr/>
          <p:nvPr/>
        </p:nvSpPr>
        <p:spPr>
          <a:xfrm>
            <a:off x="0" y="-14129"/>
            <a:ext cx="1752600" cy="830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4" name="Picture 13">
            <a:extLst>
              <a:ext uri="{FF2B5EF4-FFF2-40B4-BE49-F238E27FC236}">
                <a16:creationId xmlns:a16="http://schemas.microsoft.com/office/drawing/2014/main" id="{BD1436DF-B1FD-054F-CC62-01D22AE96364}"/>
              </a:ext>
            </a:extLst>
          </p:cNvPr>
          <p:cNvPicPr>
            <a:picLocks noChangeAspect="1"/>
          </p:cNvPicPr>
          <p:nvPr/>
        </p:nvPicPr>
        <p:blipFill rotWithShape="1">
          <a:blip r:embed="rId2"/>
          <a:srcRect l="4775" b="5992"/>
          <a:stretch/>
        </p:blipFill>
        <p:spPr>
          <a:xfrm>
            <a:off x="533399" y="0"/>
            <a:ext cx="8610601" cy="4781550"/>
          </a:xfrm>
          <a:prstGeom prst="rect">
            <a:avLst/>
          </a:prstGeom>
        </p:spPr>
      </p:pic>
      <p:sp>
        <p:nvSpPr>
          <p:cNvPr id="15" name="TextBox 14">
            <a:extLst>
              <a:ext uri="{FF2B5EF4-FFF2-40B4-BE49-F238E27FC236}">
                <a16:creationId xmlns:a16="http://schemas.microsoft.com/office/drawing/2014/main" id="{4B31AA66-EA4D-4714-A482-1F2A3D298907}"/>
              </a:ext>
            </a:extLst>
          </p:cNvPr>
          <p:cNvSpPr txBox="1"/>
          <p:nvPr/>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for Inspiration</a:t>
            </a:r>
          </a:p>
        </p:txBody>
      </p:sp>
      <p:sp>
        <p:nvSpPr>
          <p:cNvPr id="16" name="TextBox 15">
            <a:hlinkClick r:id="rId3"/>
            <a:extLst>
              <a:ext uri="{FF2B5EF4-FFF2-40B4-BE49-F238E27FC236}">
                <a16:creationId xmlns:a16="http://schemas.microsoft.com/office/drawing/2014/main" id="{BE272732-9DEB-4CBA-942E-3500C0775953}"/>
              </a:ext>
            </a:extLst>
          </p:cNvPr>
          <p:cNvSpPr txBox="1"/>
          <p:nvPr/>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17" name="Rectangle 16">
            <a:hlinkClick r:id="rId4"/>
            <a:extLst>
              <a:ext uri="{FF2B5EF4-FFF2-40B4-BE49-F238E27FC236}">
                <a16:creationId xmlns:a16="http://schemas.microsoft.com/office/drawing/2014/main" id="{7BB13463-5B36-A088-C1C4-CBFF3E395151}"/>
              </a:ext>
            </a:extLst>
          </p:cNvPr>
          <p:cNvSpPr/>
          <p:nvPr/>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8" name="Rectangle 17">
            <a:hlinkClick r:id="rId5"/>
            <a:extLst>
              <a:ext uri="{FF2B5EF4-FFF2-40B4-BE49-F238E27FC236}">
                <a16:creationId xmlns:a16="http://schemas.microsoft.com/office/drawing/2014/main" id="{1017B2B7-7107-EA18-591D-C62E7A30A11F}"/>
              </a:ext>
            </a:extLst>
          </p:cNvPr>
          <p:cNvSpPr/>
          <p:nvPr/>
        </p:nvSpPr>
        <p:spPr>
          <a:xfrm>
            <a:off x="3276600" y="2114550"/>
            <a:ext cx="24384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hlinkClick r:id="rId6"/>
            <a:extLst>
              <a:ext uri="{FF2B5EF4-FFF2-40B4-BE49-F238E27FC236}">
                <a16:creationId xmlns:a16="http://schemas.microsoft.com/office/drawing/2014/main" id="{150F98DD-B0CB-5412-C14E-5197B28F323F}"/>
              </a:ext>
            </a:extLst>
          </p:cNvPr>
          <p:cNvSpPr/>
          <p:nvPr/>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hlinkClick r:id="rId7"/>
            <a:extLst>
              <a:ext uri="{FF2B5EF4-FFF2-40B4-BE49-F238E27FC236}">
                <a16:creationId xmlns:a16="http://schemas.microsoft.com/office/drawing/2014/main" id="{93F50427-02CF-0949-0AE4-8119EEAF412C}"/>
              </a:ext>
            </a:extLst>
          </p:cNvPr>
          <p:cNvSpPr/>
          <p:nvPr/>
        </p:nvSpPr>
        <p:spPr>
          <a:xfrm>
            <a:off x="3276600" y="3333750"/>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hlinkClick r:id="rId7"/>
            <a:extLst>
              <a:ext uri="{FF2B5EF4-FFF2-40B4-BE49-F238E27FC236}">
                <a16:creationId xmlns:a16="http://schemas.microsoft.com/office/drawing/2014/main" id="{91C8537F-79BF-0487-D3C9-0BAE943581D0}"/>
              </a:ext>
            </a:extLst>
          </p:cNvPr>
          <p:cNvSpPr/>
          <p:nvPr/>
        </p:nvSpPr>
        <p:spPr>
          <a:xfrm>
            <a:off x="661542" y="2114550"/>
            <a:ext cx="2514600" cy="1143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hlinkClick r:id="rId8"/>
            <a:extLst>
              <a:ext uri="{FF2B5EF4-FFF2-40B4-BE49-F238E27FC236}">
                <a16:creationId xmlns:a16="http://schemas.microsoft.com/office/drawing/2014/main" id="{E27FB0C8-C26C-4FE4-85CE-FC016AE55F46}"/>
              </a:ext>
            </a:extLst>
          </p:cNvPr>
          <p:cNvSpPr/>
          <p:nvPr/>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hlinkClick r:id="rId9"/>
            <a:extLst>
              <a:ext uri="{FF2B5EF4-FFF2-40B4-BE49-F238E27FC236}">
                <a16:creationId xmlns:a16="http://schemas.microsoft.com/office/drawing/2014/main" id="{1D8A3A46-173F-1430-7E7A-75BFFEA27411}"/>
              </a:ext>
            </a:extLst>
          </p:cNvPr>
          <p:cNvSpPr/>
          <p:nvPr/>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hlinkClick r:id="rId5"/>
            <a:extLst>
              <a:ext uri="{FF2B5EF4-FFF2-40B4-BE49-F238E27FC236}">
                <a16:creationId xmlns:a16="http://schemas.microsoft.com/office/drawing/2014/main" id="{FE575D25-B062-A4E6-2BED-677E3EDDC128}"/>
              </a:ext>
            </a:extLst>
          </p:cNvPr>
          <p:cNvSpPr/>
          <p:nvPr/>
        </p:nvSpPr>
        <p:spPr>
          <a:xfrm>
            <a:off x="3200400" y="3333750"/>
            <a:ext cx="25146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2FB034B-AD44-4D70-A6E7-DECFE4BE64D3}"/>
              </a:ext>
            </a:extLst>
          </p:cNvPr>
          <p:cNvSpPr/>
          <p:nvPr/>
        </p:nvSpPr>
        <p:spPr>
          <a:xfrm>
            <a:off x="0" y="-14130"/>
            <a:ext cx="1752600" cy="830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DEA8098F-15FB-259E-1983-AE33C9CA4DBF}"/>
              </a:ext>
            </a:extLst>
          </p:cNvPr>
          <p:cNvPicPr>
            <a:picLocks noChangeAspect="1"/>
          </p:cNvPicPr>
          <p:nvPr userDrawn="1"/>
        </p:nvPicPr>
        <p:blipFill rotWithShape="1">
          <a:blip r:embed="rId2"/>
          <a:srcRect l="4775" b="5992"/>
          <a:stretch/>
        </p:blipFill>
        <p:spPr>
          <a:xfrm>
            <a:off x="533399" y="0"/>
            <a:ext cx="8610601" cy="4781550"/>
          </a:xfrm>
          <a:prstGeom prst="rect">
            <a:avLst/>
          </a:prstGeom>
        </p:spPr>
      </p:pic>
      <p:sp>
        <p:nvSpPr>
          <p:cNvPr id="27" name="TextBox 26">
            <a:extLst>
              <a:ext uri="{FF2B5EF4-FFF2-40B4-BE49-F238E27FC236}">
                <a16:creationId xmlns:a16="http://schemas.microsoft.com/office/drawing/2014/main" id="{5FA4DA2E-3C0A-CBB9-F3C5-9CAC7B4BDD2C}"/>
              </a:ext>
            </a:extLst>
          </p:cNvPr>
          <p:cNvSpPr txBox="1"/>
          <p:nvPr userDrawn="1"/>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for Inspiration</a:t>
            </a:r>
          </a:p>
        </p:txBody>
      </p:sp>
      <p:sp>
        <p:nvSpPr>
          <p:cNvPr id="28" name="TextBox 27">
            <a:hlinkClick r:id="rId3"/>
            <a:extLst>
              <a:ext uri="{FF2B5EF4-FFF2-40B4-BE49-F238E27FC236}">
                <a16:creationId xmlns:a16="http://schemas.microsoft.com/office/drawing/2014/main" id="{AA7A920F-A2A4-9936-7765-67E7C1150100}"/>
              </a:ext>
            </a:extLst>
          </p:cNvPr>
          <p:cNvSpPr txBox="1"/>
          <p:nvPr userDrawn="1"/>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9" name="Rectangle 28">
            <a:hlinkClick r:id="rId4"/>
            <a:extLst>
              <a:ext uri="{FF2B5EF4-FFF2-40B4-BE49-F238E27FC236}">
                <a16:creationId xmlns:a16="http://schemas.microsoft.com/office/drawing/2014/main" id="{FB468AA7-63C0-E5AA-49D6-055EA06333B6}"/>
              </a:ext>
            </a:extLst>
          </p:cNvPr>
          <p:cNvSpPr/>
          <p:nvPr userDrawn="1"/>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0" name="Rectangle 29">
            <a:hlinkClick r:id="rId5"/>
            <a:extLst>
              <a:ext uri="{FF2B5EF4-FFF2-40B4-BE49-F238E27FC236}">
                <a16:creationId xmlns:a16="http://schemas.microsoft.com/office/drawing/2014/main" id="{D7B9A520-4C39-78E7-D48C-A14AFDB2A523}"/>
              </a:ext>
            </a:extLst>
          </p:cNvPr>
          <p:cNvSpPr/>
          <p:nvPr userDrawn="1"/>
        </p:nvSpPr>
        <p:spPr>
          <a:xfrm>
            <a:off x="3276600" y="2114550"/>
            <a:ext cx="24384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hlinkClick r:id="rId6"/>
            <a:extLst>
              <a:ext uri="{FF2B5EF4-FFF2-40B4-BE49-F238E27FC236}">
                <a16:creationId xmlns:a16="http://schemas.microsoft.com/office/drawing/2014/main" id="{9320E00E-2D35-43AE-7F4D-F1BCE586C0DA}"/>
              </a:ext>
            </a:extLst>
          </p:cNvPr>
          <p:cNvSpPr/>
          <p:nvPr userDrawn="1"/>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hlinkClick r:id="rId7"/>
            <a:extLst>
              <a:ext uri="{FF2B5EF4-FFF2-40B4-BE49-F238E27FC236}">
                <a16:creationId xmlns:a16="http://schemas.microsoft.com/office/drawing/2014/main" id="{84BDF923-B58E-3D4E-BE5E-04E2F2FCD427}"/>
              </a:ext>
            </a:extLst>
          </p:cNvPr>
          <p:cNvSpPr/>
          <p:nvPr userDrawn="1"/>
        </p:nvSpPr>
        <p:spPr>
          <a:xfrm>
            <a:off x="3276600" y="3333750"/>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hlinkClick r:id="rId7"/>
            <a:extLst>
              <a:ext uri="{FF2B5EF4-FFF2-40B4-BE49-F238E27FC236}">
                <a16:creationId xmlns:a16="http://schemas.microsoft.com/office/drawing/2014/main" id="{2C624168-AB6C-3A5F-B6C8-5142BA2C931D}"/>
              </a:ext>
            </a:extLst>
          </p:cNvPr>
          <p:cNvSpPr/>
          <p:nvPr userDrawn="1"/>
        </p:nvSpPr>
        <p:spPr>
          <a:xfrm>
            <a:off x="661542" y="2114550"/>
            <a:ext cx="2514600" cy="1143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hlinkClick r:id="rId8"/>
            <a:extLst>
              <a:ext uri="{FF2B5EF4-FFF2-40B4-BE49-F238E27FC236}">
                <a16:creationId xmlns:a16="http://schemas.microsoft.com/office/drawing/2014/main" id="{EAD396D9-73A7-5EDA-D137-8526C28F3F08}"/>
              </a:ext>
            </a:extLst>
          </p:cNvPr>
          <p:cNvSpPr/>
          <p:nvPr userDrawn="1"/>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hlinkClick r:id="rId9"/>
            <a:extLst>
              <a:ext uri="{FF2B5EF4-FFF2-40B4-BE49-F238E27FC236}">
                <a16:creationId xmlns:a16="http://schemas.microsoft.com/office/drawing/2014/main" id="{E78CDC56-B10A-DDAE-10A9-00523641970B}"/>
              </a:ext>
            </a:extLst>
          </p:cNvPr>
          <p:cNvSpPr/>
          <p:nvPr userDrawn="1"/>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hlinkClick r:id="rId5"/>
            <a:extLst>
              <a:ext uri="{FF2B5EF4-FFF2-40B4-BE49-F238E27FC236}">
                <a16:creationId xmlns:a16="http://schemas.microsoft.com/office/drawing/2014/main" id="{DBB7C4BE-6680-5059-A2C4-D528CF4B70EE}"/>
              </a:ext>
            </a:extLst>
          </p:cNvPr>
          <p:cNvSpPr/>
          <p:nvPr userDrawn="1"/>
        </p:nvSpPr>
        <p:spPr>
          <a:xfrm>
            <a:off x="3200400" y="3333750"/>
            <a:ext cx="25146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435203"/>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AA8A8-3946-DE4F-97CB-CBC48B9F7A60}"/>
              </a:ext>
            </a:extLst>
          </p:cNvPr>
          <p:cNvSpPr/>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04FDE514-B9D5-4E6A-B99C-10D5D54F711D}"/>
              </a:ext>
            </a:extLst>
          </p:cNvPr>
          <p:cNvSpPr>
            <a:spLocks noGrp="1"/>
          </p:cNvSpPr>
          <p:nvPr>
            <p:ph type="title"/>
          </p:nvPr>
        </p:nvSpPr>
        <p:spPr>
          <a:xfrm>
            <a:off x="623889" y="3028950"/>
            <a:ext cx="8062912" cy="1231900"/>
          </a:xfrm>
          <a:prstGeom prst="rect">
            <a:avLst/>
          </a:prstGeom>
        </p:spPr>
        <p:txBody>
          <a:bodyPr anchor="b">
            <a:normAutofit/>
          </a:bodyPr>
          <a:lstStyle>
            <a:lvl1pPr>
              <a:defRPr sz="3600" b="1">
                <a:solidFill>
                  <a:schemeClr val="bg1"/>
                </a:solidFill>
                <a:latin typeface="Lato" panose="020F0502020204030203"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623888" y="4267777"/>
            <a:ext cx="1837944" cy="349250"/>
          </a:xfrm>
          <a:prstGeom prst="rect">
            <a:avLst/>
          </a:prstGeom>
        </p:spPr>
        <p:txBody>
          <a:bodyPr anchor="b">
            <a:normAutofit/>
          </a:bodyPr>
          <a:lstStyle>
            <a:lvl1pPr marL="0" indent="0">
              <a:spcBef>
                <a:spcPts val="100"/>
              </a:spcBef>
              <a:buNone/>
              <a:defRPr sz="1800">
                <a:solidFill>
                  <a:schemeClr val="bg2"/>
                </a:solidFill>
                <a:latin typeface="Lato" panose="020F0502020204030203" pitchFamily="34" charset="0"/>
              </a:defRPr>
            </a:lvl1pPr>
            <a:lvl2pPr marL="457178" indent="0">
              <a:buNone/>
              <a:defRPr sz="2000">
                <a:solidFill>
                  <a:schemeClr val="tx1">
                    <a:tint val="75000"/>
                  </a:schemeClr>
                </a:solidFill>
              </a:defRPr>
            </a:lvl2pPr>
            <a:lvl3pPr marL="914355"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4"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623888" y="4540827"/>
            <a:ext cx="1837944" cy="453190"/>
          </a:xfrm>
          <a:prstGeom prst="rect">
            <a:avLst/>
          </a:prstGeom>
        </p:spPr>
        <p:txBody>
          <a:bodyPr>
            <a:normAutofit/>
          </a:bodyPr>
          <a:lstStyle>
            <a:lvl1pPr marL="0" indent="0">
              <a:spcBef>
                <a:spcPts val="100"/>
              </a:spcBef>
              <a:buNone/>
              <a:defRPr sz="1200" b="0" i="0">
                <a:solidFill>
                  <a:schemeClr val="bg2"/>
                </a:solidFill>
                <a:latin typeface="Lato Light" panose="020F0302020204030203" pitchFamily="34" charset="77"/>
              </a:defRPr>
            </a:lvl1pPr>
            <a:lvl2pPr marL="457178" indent="0">
              <a:buNone/>
              <a:defRPr sz="2000">
                <a:solidFill>
                  <a:schemeClr val="tx1">
                    <a:tint val="75000"/>
                  </a:schemeClr>
                </a:solidFill>
              </a:defRPr>
            </a:lvl2pPr>
            <a:lvl3pPr marL="914355"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4"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Title, company</a:t>
            </a:r>
          </a:p>
        </p:txBody>
      </p:sp>
      <p:sp>
        <p:nvSpPr>
          <p:cNvPr id="5" name="Text Placeholder 2">
            <a:extLst>
              <a:ext uri="{FF2B5EF4-FFF2-40B4-BE49-F238E27FC236}">
                <a16:creationId xmlns:a16="http://schemas.microsoft.com/office/drawing/2014/main" id="{286E2C5B-58AD-4D69-8653-58174ACC8AD7}"/>
              </a:ext>
            </a:extLst>
          </p:cNvPr>
          <p:cNvSpPr>
            <a:spLocks noGrp="1"/>
          </p:cNvSpPr>
          <p:nvPr>
            <p:ph type="body" idx="11" hasCustomPrompt="1"/>
          </p:nvPr>
        </p:nvSpPr>
        <p:spPr>
          <a:xfrm>
            <a:off x="2729294" y="4278808"/>
            <a:ext cx="1837944" cy="349250"/>
          </a:xfrm>
          <a:prstGeom prst="rect">
            <a:avLst/>
          </a:prstGeom>
        </p:spPr>
        <p:txBody>
          <a:bodyPr anchor="b">
            <a:normAutofit/>
          </a:bodyPr>
          <a:lstStyle>
            <a:lvl1pPr marL="0" indent="0">
              <a:spcBef>
                <a:spcPts val="100"/>
              </a:spcBef>
              <a:buNone/>
              <a:defRPr sz="1800">
                <a:solidFill>
                  <a:schemeClr val="bg2"/>
                </a:solidFill>
                <a:latin typeface="Lato" panose="020F0502020204030203" pitchFamily="34" charset="0"/>
              </a:defRPr>
            </a:lvl1pPr>
            <a:lvl2pPr marL="457178" indent="0">
              <a:buNone/>
              <a:defRPr sz="2000">
                <a:solidFill>
                  <a:schemeClr val="tx1">
                    <a:tint val="75000"/>
                  </a:schemeClr>
                </a:solidFill>
              </a:defRPr>
            </a:lvl2pPr>
            <a:lvl3pPr marL="914355"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4"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Name</a:t>
            </a:r>
          </a:p>
        </p:txBody>
      </p:sp>
      <p:sp>
        <p:nvSpPr>
          <p:cNvPr id="6" name="Text Placeholder 2">
            <a:extLst>
              <a:ext uri="{FF2B5EF4-FFF2-40B4-BE49-F238E27FC236}">
                <a16:creationId xmlns:a16="http://schemas.microsoft.com/office/drawing/2014/main" id="{8599CD08-F90D-4D15-9B4E-79BB92E4CDF2}"/>
              </a:ext>
            </a:extLst>
          </p:cNvPr>
          <p:cNvSpPr>
            <a:spLocks noGrp="1"/>
          </p:cNvSpPr>
          <p:nvPr>
            <p:ph type="body" idx="12" hasCustomPrompt="1"/>
          </p:nvPr>
        </p:nvSpPr>
        <p:spPr>
          <a:xfrm>
            <a:off x="2729294" y="4551858"/>
            <a:ext cx="1837944" cy="453190"/>
          </a:xfrm>
          <a:prstGeom prst="rect">
            <a:avLst/>
          </a:prstGeom>
        </p:spPr>
        <p:txBody>
          <a:bodyPr>
            <a:normAutofit/>
          </a:bodyPr>
          <a:lstStyle>
            <a:lvl1pPr marL="0" indent="0">
              <a:spcBef>
                <a:spcPts val="100"/>
              </a:spcBef>
              <a:buNone/>
              <a:defRPr sz="1200" b="0" i="0">
                <a:solidFill>
                  <a:schemeClr val="bg2"/>
                </a:solidFill>
                <a:latin typeface="Lato Light" panose="020F0302020204030203" pitchFamily="34" charset="77"/>
              </a:defRPr>
            </a:lvl1pPr>
            <a:lvl2pPr marL="457178" indent="0">
              <a:buNone/>
              <a:defRPr sz="2000">
                <a:solidFill>
                  <a:schemeClr val="tx1">
                    <a:tint val="75000"/>
                  </a:schemeClr>
                </a:solidFill>
              </a:defRPr>
            </a:lvl2pPr>
            <a:lvl3pPr marL="914355"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4"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Title, company</a:t>
            </a:r>
          </a:p>
        </p:txBody>
      </p:sp>
      <p:sp>
        <p:nvSpPr>
          <p:cNvPr id="8" name="Rectangle 7">
            <a:extLst>
              <a:ext uri="{FF2B5EF4-FFF2-40B4-BE49-F238E27FC236}">
                <a16:creationId xmlns:a16="http://schemas.microsoft.com/office/drawing/2014/main" id="{967622D5-7643-EC4D-2825-0F69FDC0E810}"/>
              </a:ext>
            </a:extLst>
          </p:cNvPr>
          <p:cNvSpPr/>
          <p:nvPr/>
        </p:nvSpPr>
        <p:spPr>
          <a:xfrm>
            <a:off x="0" y="0"/>
            <a:ext cx="9160329"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C5EF6BB-E2F5-DF19-25B4-0C51D922659C}"/>
              </a:ext>
            </a:extLst>
          </p:cNvPr>
          <p:cNvSpPr/>
          <p:nvPr userDrawn="1"/>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1686514"/>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183CD7-383B-48A0-8B71-F06BC83DEDB6}"/>
              </a:ext>
            </a:extLst>
          </p:cNvPr>
          <p:cNvSpPr>
            <a:spLocks noGrp="1"/>
          </p:cNvSpPr>
          <p:nvPr>
            <p:ph sz="half" idx="1"/>
          </p:nvPr>
        </p:nvSpPr>
        <p:spPr>
          <a:xfrm>
            <a:off x="628651" y="1028702"/>
            <a:ext cx="3965576" cy="3752837"/>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03355965-8388-42DC-8FE0-FECC99CDC81E}"/>
              </a:ext>
            </a:extLst>
          </p:cNvPr>
          <p:cNvSpPr>
            <a:spLocks noGrp="1"/>
          </p:cNvSpPr>
          <p:nvPr>
            <p:ph sz="half" idx="2"/>
          </p:nvPr>
        </p:nvSpPr>
        <p:spPr>
          <a:xfrm>
            <a:off x="4721224" y="1028702"/>
            <a:ext cx="3965576" cy="3752837"/>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itle 1">
            <a:extLst>
              <a:ext uri="{FF2B5EF4-FFF2-40B4-BE49-F238E27FC236}">
                <a16:creationId xmlns:a16="http://schemas.microsoft.com/office/drawing/2014/main" id="{F0C35649-F5E1-436D-BCBC-468BEAF27C9D}"/>
              </a:ext>
            </a:extLst>
          </p:cNvPr>
          <p:cNvSpPr>
            <a:spLocks noGrp="1"/>
          </p:cNvSpPr>
          <p:nvPr>
            <p:ph type="title"/>
          </p:nvPr>
        </p:nvSpPr>
        <p:spPr>
          <a:xfrm>
            <a:off x="628650" y="285750"/>
            <a:ext cx="8058150" cy="74295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79690572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p:nvPr>
        </p:nvSpPr>
        <p:spPr>
          <a:xfrm>
            <a:off x="623889" y="1282701"/>
            <a:ext cx="8062912" cy="2139950"/>
          </a:xfrm>
          <a:prstGeom prst="rect">
            <a:avLst/>
          </a:prstGeom>
        </p:spPr>
        <p:txBody>
          <a:bodyPr anchor="b">
            <a:normAutofit/>
          </a:bodyPr>
          <a:lstStyle>
            <a:lvl1pPr>
              <a:defRPr sz="3600" b="1">
                <a:solidFill>
                  <a:srgbClr val="1B4D81"/>
                </a:solidFill>
                <a:latin typeface="Lato" panose="020F0502020204030203"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623888" y="3441700"/>
            <a:ext cx="1837944"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623888" y="3714750"/>
            <a:ext cx="1837944"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5" name="Text Placeholder 2">
            <a:extLst>
              <a:ext uri="{FF2B5EF4-FFF2-40B4-BE49-F238E27FC236}">
                <a16:creationId xmlns:a16="http://schemas.microsoft.com/office/drawing/2014/main" id="{286E2C5B-58AD-4D69-8653-58174ACC8AD7}"/>
              </a:ext>
            </a:extLst>
          </p:cNvPr>
          <p:cNvSpPr>
            <a:spLocks noGrp="1"/>
          </p:cNvSpPr>
          <p:nvPr>
            <p:ph type="body" idx="11" hasCustomPrompt="1"/>
          </p:nvPr>
        </p:nvSpPr>
        <p:spPr>
          <a:xfrm>
            <a:off x="2729294" y="3452730"/>
            <a:ext cx="1837944"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6" name="Text Placeholder 2">
            <a:extLst>
              <a:ext uri="{FF2B5EF4-FFF2-40B4-BE49-F238E27FC236}">
                <a16:creationId xmlns:a16="http://schemas.microsoft.com/office/drawing/2014/main" id="{8599CD08-F90D-4D15-9B4E-79BB92E4CDF2}"/>
              </a:ext>
            </a:extLst>
          </p:cNvPr>
          <p:cNvSpPr>
            <a:spLocks noGrp="1"/>
          </p:cNvSpPr>
          <p:nvPr>
            <p:ph type="body" idx="12" hasCustomPrompt="1"/>
          </p:nvPr>
        </p:nvSpPr>
        <p:spPr>
          <a:xfrm>
            <a:off x="2729294" y="3725780"/>
            <a:ext cx="1837944"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Tree>
    <p:extLst>
      <p:ext uri="{BB962C8B-B14F-4D97-AF65-F5344CB8AC3E}">
        <p14:creationId xmlns:p14="http://schemas.microsoft.com/office/powerpoint/2010/main" val="739945146"/>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cSld name="OPTIONAL Content with Pictur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630238" y="742950"/>
            <a:ext cx="2949575" cy="80010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4114800" y="209550"/>
            <a:ext cx="4800600" cy="4724400"/>
          </a:xfrm>
          <a:noFill/>
        </p:spPr>
        <p:txBody>
          <a:bodyPr/>
          <a:lstStyle>
            <a:lvl3pPr>
              <a:defRPr/>
            </a:lvl3pPr>
          </a:lstStyle>
          <a:p>
            <a:pPr lvl="0"/>
            <a:r>
              <a:rPr lang="en-US" dirty="0"/>
              <a:t>Click to add transparent background image</a:t>
            </a:r>
          </a:p>
          <a:p>
            <a:pPr lvl="1"/>
            <a:r>
              <a:rPr lang="en-US" dirty="0"/>
              <a:t>Second level</a:t>
            </a:r>
          </a:p>
          <a:p>
            <a:pPr lvl="2"/>
            <a:r>
              <a:rPr lang="en-US" dirty="0"/>
              <a:t>Third level</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630238" y="1543050"/>
            <a:ext cx="2949575" cy="3162300"/>
          </a:xfrm>
          <a:prstGeom prst="rect">
            <a:avLst/>
          </a:prstGeom>
        </p:spPr>
        <p:txBody>
          <a:bodyPr>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01153827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cSld name="1_OPTIONAL Content with Picture with Fil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6172200" y="0"/>
            <a:ext cx="29718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439FB627-FD00-4FAF-95D2-71E0F07CFB84}"/>
              </a:ext>
            </a:extLst>
          </p:cNvPr>
          <p:cNvSpPr>
            <a:spLocks noGrp="1"/>
          </p:cNvSpPr>
          <p:nvPr>
            <p:ph type="title" hasCustomPrompt="1"/>
          </p:nvPr>
        </p:nvSpPr>
        <p:spPr>
          <a:xfrm>
            <a:off x="457200" y="819150"/>
            <a:ext cx="5313362" cy="80010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dirty="0"/>
              <a:t>Title, aligned bottom, don’t hit enter</a:t>
            </a:r>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6400800" y="209550"/>
            <a:ext cx="2514600" cy="4724400"/>
          </a:xfrm>
          <a:noFill/>
        </p:spPr>
        <p:txBody>
          <a:bodyPr/>
          <a:lstStyle>
            <a:lvl1pPr marL="0" indent="0">
              <a:buNone/>
              <a:defRPr/>
            </a:lvl1pPr>
            <a:lvl2pPr marL="292100" indent="0">
              <a:buFont typeface="Arial" panose="020B0604020202020204" pitchFamily="34" charset="0"/>
              <a:buNone/>
              <a:defRPr/>
            </a:lvl2pPr>
            <a:lvl3pPr marL="576262" indent="0">
              <a:buNone/>
              <a:defRPr/>
            </a:lvl3pPr>
          </a:lstStyle>
          <a:p>
            <a:pPr lvl="0"/>
            <a:r>
              <a:rPr lang="en-US" dirty="0"/>
              <a:t>Transparent background model image or diagram ONLY (no images that already have backgrounds at all, no screenshots either). Take image to the edges and use cropping, don’t just float within it.</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457200" y="1619250"/>
            <a:ext cx="5313362" cy="3162300"/>
          </a:xfrm>
          <a:prstGeom prst="rect">
            <a:avLst/>
          </a:prstGeom>
        </p:spPr>
        <p:txBody>
          <a:bodyPr lIns="0" numCol="1">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26066BEB-7D2D-5A43-9F67-5650CF5696CF}"/>
              </a:ext>
            </a:extLst>
          </p:cNvPr>
          <p:cNvSpPr>
            <a:spLocks noGrp="1"/>
          </p:cNvSpPr>
          <p:nvPr>
            <p:ph type="body" sz="quarter" idx="12" hasCustomPrompt="1"/>
          </p:nvPr>
        </p:nvSpPr>
        <p:spPr>
          <a:xfrm>
            <a:off x="6392008" y="4629150"/>
            <a:ext cx="2523392" cy="304800"/>
          </a:xfrm>
        </p:spPr>
        <p:txBody>
          <a:bodyPr>
            <a:normAutofit/>
          </a:bodyPr>
          <a:lstStyle>
            <a:lvl1pPr marL="0" indent="0">
              <a:buNone/>
              <a:defRPr sz="900" b="0" i="1">
                <a:solidFill>
                  <a:schemeClr val="accent5"/>
                </a:solidFill>
                <a:latin typeface="Lato" panose="020F0502020204030203" pitchFamily="34" charset="77"/>
              </a:defRPr>
            </a:lvl1pPr>
            <a:lvl2pPr marL="457200" indent="0">
              <a:buNone/>
              <a:defRPr/>
            </a:lvl2pPr>
            <a:lvl3pPr marL="914400" indent="0">
              <a:buNone/>
              <a:defRPr/>
            </a:lvl3pPr>
          </a:lstStyle>
          <a:p>
            <a:pPr lvl="0"/>
            <a:r>
              <a:rPr lang="en-US" dirty="0"/>
              <a:t>Caption in this style only if necessary (move to be near image)</a:t>
            </a:r>
          </a:p>
        </p:txBody>
      </p:sp>
    </p:spTree>
    <p:extLst>
      <p:ext uri="{BB962C8B-B14F-4D97-AF65-F5344CB8AC3E}">
        <p14:creationId xmlns:p14="http://schemas.microsoft.com/office/powerpoint/2010/main" val="224568684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cSld name="Cropped GUI image, Title, Bulle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914400" y="742950"/>
            <a:ext cx="2971801" cy="44005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234180" y="1009650"/>
            <a:ext cx="422402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234180" y="2190750"/>
            <a:ext cx="422402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085483682"/>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hasCustomPrompt="1"/>
          </p:nvPr>
        </p:nvSpPr>
        <p:spPr>
          <a:xfrm>
            <a:off x="457200" y="1282700"/>
            <a:ext cx="8062912" cy="2139950"/>
          </a:xfrm>
          <a:prstGeom prst="rect">
            <a:avLst/>
          </a:prstGeom>
        </p:spPr>
        <p:txBody>
          <a:bodyPr lIns="0" anchor="b">
            <a:normAutofit/>
          </a:bodyPr>
          <a:lstStyle>
            <a:lvl1pPr>
              <a:defRPr sz="3600" b="1">
                <a:solidFill>
                  <a:srgbClr val="1B4D81"/>
                </a:solidFill>
                <a:latin typeface="Lato" panose="020F0502020204030203" pitchFamily="34" charset="0"/>
              </a:defRPr>
            </a:lvl1pPr>
          </a:lstStyle>
          <a:p>
            <a:r>
              <a:rPr lang="en-US" dirty="0"/>
              <a:t>Title slide, title can be move up or down or shortened from the right (don’t change left alignment)</a:t>
            </a:r>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457200" y="3441700"/>
            <a:ext cx="1837944" cy="349250"/>
          </a:xfrm>
          <a:prstGeom prst="rect">
            <a:avLst/>
          </a:prstGeom>
        </p:spPr>
        <p:txBody>
          <a:bodyPr lIns="0" anchor="b">
            <a:normAutofit/>
          </a:bodyPr>
          <a:lstStyle>
            <a:lvl1pPr marL="0" indent="0">
              <a:spcBef>
                <a:spcPts val="100"/>
              </a:spcBef>
              <a:buNone/>
              <a:defRPr sz="1800">
                <a:solidFill>
                  <a:srgbClr val="393A39"/>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457200" y="3714750"/>
            <a:ext cx="1837944"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
        <p:nvSpPr>
          <p:cNvPr id="7" name="Text Placeholder 2">
            <a:extLst>
              <a:ext uri="{FF2B5EF4-FFF2-40B4-BE49-F238E27FC236}">
                <a16:creationId xmlns:a16="http://schemas.microsoft.com/office/drawing/2014/main" id="{3583D1A5-22CF-F34D-AF0D-75799674EC8E}"/>
              </a:ext>
            </a:extLst>
          </p:cNvPr>
          <p:cNvSpPr>
            <a:spLocks noGrp="1"/>
          </p:cNvSpPr>
          <p:nvPr>
            <p:ph type="body" idx="11" hasCustomPrompt="1"/>
          </p:nvPr>
        </p:nvSpPr>
        <p:spPr>
          <a:xfrm>
            <a:off x="2559504" y="3441700"/>
            <a:ext cx="1837944" cy="349250"/>
          </a:xfrm>
          <a:prstGeom prst="rect">
            <a:avLst/>
          </a:prstGeom>
        </p:spPr>
        <p:txBody>
          <a:bodyPr lIns="0" anchor="b">
            <a:normAutofit/>
          </a:bodyPr>
          <a:lstStyle>
            <a:lvl1pPr marL="0" indent="0">
              <a:spcBef>
                <a:spcPts val="100"/>
              </a:spcBef>
              <a:buNone/>
              <a:defRPr sz="1800">
                <a:solidFill>
                  <a:srgbClr val="393A39"/>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8" name="Text Placeholder 2">
            <a:extLst>
              <a:ext uri="{FF2B5EF4-FFF2-40B4-BE49-F238E27FC236}">
                <a16:creationId xmlns:a16="http://schemas.microsoft.com/office/drawing/2014/main" id="{9124A687-6C32-7540-A2D4-388F8BD968F2}"/>
              </a:ext>
            </a:extLst>
          </p:cNvPr>
          <p:cNvSpPr>
            <a:spLocks noGrp="1"/>
          </p:cNvSpPr>
          <p:nvPr>
            <p:ph type="body" idx="12" hasCustomPrompt="1"/>
          </p:nvPr>
        </p:nvSpPr>
        <p:spPr>
          <a:xfrm>
            <a:off x="2559504" y="3714750"/>
            <a:ext cx="1837944" cy="453190"/>
          </a:xfrm>
          <a:prstGeom prst="rect">
            <a:avLst/>
          </a:prstGeom>
        </p:spPr>
        <p:txBody>
          <a:bodyPr lIns="0">
            <a:normAutofit/>
          </a:bodyPr>
          <a:lstStyle>
            <a:lvl1pPr marL="0" indent="0">
              <a:spcBef>
                <a:spcPts val="100"/>
              </a:spcBef>
              <a:buNone/>
              <a:defRPr sz="1200" b="0" i="0">
                <a:solidFill>
                  <a:srgbClr val="393A39"/>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Tree>
    <p:extLst>
      <p:ext uri="{BB962C8B-B14F-4D97-AF65-F5344CB8AC3E}">
        <p14:creationId xmlns:p14="http://schemas.microsoft.com/office/powerpoint/2010/main" val="1806945075"/>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AA8A8-3946-DE4F-97CB-CBC48B9F7A60}"/>
              </a:ext>
            </a:extLst>
          </p:cNvPr>
          <p:cNvSpPr/>
          <p:nvPr userDrawn="1"/>
        </p:nvSpPr>
        <p:spPr>
          <a:xfrm>
            <a:off x="0" y="0"/>
            <a:ext cx="9160329"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FDE514-B9D5-4E6A-B99C-10D5D54F711D}"/>
              </a:ext>
            </a:extLst>
          </p:cNvPr>
          <p:cNvSpPr>
            <a:spLocks noGrp="1"/>
          </p:cNvSpPr>
          <p:nvPr>
            <p:ph type="title" hasCustomPrompt="1"/>
          </p:nvPr>
        </p:nvSpPr>
        <p:spPr>
          <a:xfrm>
            <a:off x="457200" y="3028950"/>
            <a:ext cx="8062912" cy="1231900"/>
          </a:xfrm>
          <a:prstGeom prst="rect">
            <a:avLst/>
          </a:prstGeom>
        </p:spPr>
        <p:txBody>
          <a:bodyPr lIns="0" anchor="b">
            <a:normAutofit/>
          </a:bodyPr>
          <a:lstStyle>
            <a:lvl1pPr>
              <a:defRPr sz="3600" b="1">
                <a:solidFill>
                  <a:schemeClr val="bg1"/>
                </a:solidFill>
                <a:latin typeface="Lato" panose="020F0502020204030203" pitchFamily="34" charset="0"/>
              </a:defRPr>
            </a:lvl1pPr>
          </a:lstStyle>
          <a:p>
            <a:r>
              <a:rPr lang="en-US" dirty="0"/>
              <a:t>Title slide, title can be move up or down or shortened from the right (don’t change left alignment)</a:t>
            </a:r>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457200" y="4267777"/>
            <a:ext cx="1837944" cy="349250"/>
          </a:xfrm>
          <a:prstGeom prst="rect">
            <a:avLst/>
          </a:prstGeom>
        </p:spPr>
        <p:txBody>
          <a:bodyPr lIns="0" anchor="b">
            <a:normAutofit/>
          </a:bodyPr>
          <a:lstStyle>
            <a:lvl1pPr marL="0" indent="0">
              <a:spcBef>
                <a:spcPts val="100"/>
              </a:spcBef>
              <a:buNone/>
              <a:defRPr sz="1800">
                <a:solidFill>
                  <a:schemeClr val="bg2"/>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457200" y="4540827"/>
            <a:ext cx="1837944" cy="453190"/>
          </a:xfrm>
          <a:prstGeom prst="rect">
            <a:avLst/>
          </a:prstGeom>
        </p:spPr>
        <p:txBody>
          <a:bodyPr lIns="0">
            <a:normAutofit/>
          </a:bodyPr>
          <a:lstStyle>
            <a:lvl1pPr marL="0" indent="0">
              <a:spcBef>
                <a:spcPts val="100"/>
              </a:spcBef>
              <a:buNone/>
              <a:defRPr sz="1200" b="0" i="0">
                <a:solidFill>
                  <a:schemeClr val="bg2"/>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
        <p:nvSpPr>
          <p:cNvPr id="11" name="Text Placeholder 2">
            <a:extLst>
              <a:ext uri="{FF2B5EF4-FFF2-40B4-BE49-F238E27FC236}">
                <a16:creationId xmlns:a16="http://schemas.microsoft.com/office/drawing/2014/main" id="{C6B669F9-06F9-674C-A466-9F41F054404A}"/>
              </a:ext>
            </a:extLst>
          </p:cNvPr>
          <p:cNvSpPr>
            <a:spLocks noGrp="1"/>
          </p:cNvSpPr>
          <p:nvPr>
            <p:ph type="body" idx="11" hasCustomPrompt="1"/>
          </p:nvPr>
        </p:nvSpPr>
        <p:spPr>
          <a:xfrm>
            <a:off x="2559503" y="4267777"/>
            <a:ext cx="1837944" cy="349250"/>
          </a:xfrm>
          <a:prstGeom prst="rect">
            <a:avLst/>
          </a:prstGeom>
        </p:spPr>
        <p:txBody>
          <a:bodyPr lIns="0" anchor="b">
            <a:normAutofit/>
          </a:bodyPr>
          <a:lstStyle>
            <a:lvl1pPr marL="0" indent="0">
              <a:spcBef>
                <a:spcPts val="100"/>
              </a:spcBef>
              <a:buNone/>
              <a:defRPr sz="1800">
                <a:solidFill>
                  <a:schemeClr val="bg2"/>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12" name="Text Placeholder 2">
            <a:extLst>
              <a:ext uri="{FF2B5EF4-FFF2-40B4-BE49-F238E27FC236}">
                <a16:creationId xmlns:a16="http://schemas.microsoft.com/office/drawing/2014/main" id="{F336E6D4-E374-ED4B-914F-92F896FA83BD}"/>
              </a:ext>
            </a:extLst>
          </p:cNvPr>
          <p:cNvSpPr>
            <a:spLocks noGrp="1"/>
          </p:cNvSpPr>
          <p:nvPr>
            <p:ph type="body" idx="12" hasCustomPrompt="1"/>
          </p:nvPr>
        </p:nvSpPr>
        <p:spPr>
          <a:xfrm>
            <a:off x="2559503" y="4540827"/>
            <a:ext cx="1837944" cy="453190"/>
          </a:xfrm>
          <a:prstGeom prst="rect">
            <a:avLst/>
          </a:prstGeom>
        </p:spPr>
        <p:txBody>
          <a:bodyPr lIns="0">
            <a:normAutofit/>
          </a:bodyPr>
          <a:lstStyle>
            <a:lvl1pPr marL="0" indent="0">
              <a:spcBef>
                <a:spcPts val="100"/>
              </a:spcBef>
              <a:buNone/>
              <a:defRPr sz="1200" b="0" i="0">
                <a:solidFill>
                  <a:schemeClr val="bg2"/>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Tree>
    <p:extLst>
      <p:ext uri="{BB962C8B-B14F-4D97-AF65-F5344CB8AC3E}">
        <p14:creationId xmlns:p14="http://schemas.microsoft.com/office/powerpoint/2010/main" val="345225008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Slide with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hasCustomPrompt="1"/>
          </p:nvPr>
        </p:nvSpPr>
        <p:spPr>
          <a:xfrm>
            <a:off x="395288" y="1282700"/>
            <a:ext cx="8062912" cy="2139950"/>
          </a:xfrm>
          <a:prstGeom prst="rect">
            <a:avLst/>
          </a:prstGeom>
        </p:spPr>
        <p:txBody>
          <a:bodyPr lIns="0" anchor="b">
            <a:normAutofit/>
          </a:bodyPr>
          <a:lstStyle>
            <a:lvl1pPr>
              <a:defRPr sz="3600" b="1">
                <a:solidFill>
                  <a:srgbClr val="1B4D81"/>
                </a:solidFill>
                <a:latin typeface="Lato" panose="020F0502020204030203" pitchFamily="34" charset="0"/>
              </a:defRPr>
            </a:lvl1pPr>
          </a:lstStyle>
          <a:p>
            <a:r>
              <a:rPr lang="en-US" dirty="0"/>
              <a:t>Title slide, title can be move up or down or shortened from the right (don’t change left alignment)</a:t>
            </a:r>
          </a:p>
        </p:txBody>
      </p:sp>
      <p:sp>
        <p:nvSpPr>
          <p:cNvPr id="8" name="Text Placeholder 2">
            <a:extLst>
              <a:ext uri="{FF2B5EF4-FFF2-40B4-BE49-F238E27FC236}">
                <a16:creationId xmlns:a16="http://schemas.microsoft.com/office/drawing/2014/main" id="{04FF62A3-F460-4741-8342-309E52138A71}"/>
              </a:ext>
            </a:extLst>
          </p:cNvPr>
          <p:cNvSpPr>
            <a:spLocks noGrp="1"/>
          </p:cNvSpPr>
          <p:nvPr>
            <p:ph type="body" idx="1" hasCustomPrompt="1"/>
          </p:nvPr>
        </p:nvSpPr>
        <p:spPr>
          <a:xfrm>
            <a:off x="1600200" y="3436566"/>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9" name="Text Placeholder 2">
            <a:extLst>
              <a:ext uri="{FF2B5EF4-FFF2-40B4-BE49-F238E27FC236}">
                <a16:creationId xmlns:a16="http://schemas.microsoft.com/office/drawing/2014/main" id="{AF8AF9C0-51D9-4A91-8E30-9CA60298FBC0}"/>
              </a:ext>
            </a:extLst>
          </p:cNvPr>
          <p:cNvSpPr>
            <a:spLocks noGrp="1"/>
          </p:cNvSpPr>
          <p:nvPr>
            <p:ph type="body" idx="13" hasCustomPrompt="1"/>
          </p:nvPr>
        </p:nvSpPr>
        <p:spPr>
          <a:xfrm>
            <a:off x="1600200" y="3709616"/>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
        <p:nvSpPr>
          <p:cNvPr id="10" name="Text Placeholder 2">
            <a:extLst>
              <a:ext uri="{FF2B5EF4-FFF2-40B4-BE49-F238E27FC236}">
                <a16:creationId xmlns:a16="http://schemas.microsoft.com/office/drawing/2014/main" id="{C4298647-61D0-4FBB-8F52-37C8A845D3E8}"/>
              </a:ext>
            </a:extLst>
          </p:cNvPr>
          <p:cNvSpPr>
            <a:spLocks noGrp="1"/>
          </p:cNvSpPr>
          <p:nvPr>
            <p:ph type="body" idx="14" hasCustomPrompt="1"/>
          </p:nvPr>
        </p:nvSpPr>
        <p:spPr>
          <a:xfrm>
            <a:off x="4727266" y="3436566"/>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11" name="Text Placeholder 2">
            <a:extLst>
              <a:ext uri="{FF2B5EF4-FFF2-40B4-BE49-F238E27FC236}">
                <a16:creationId xmlns:a16="http://schemas.microsoft.com/office/drawing/2014/main" id="{F578A0BF-E876-40F4-A20B-1A438C7EEFAC}"/>
              </a:ext>
            </a:extLst>
          </p:cNvPr>
          <p:cNvSpPr>
            <a:spLocks noGrp="1"/>
          </p:cNvSpPr>
          <p:nvPr>
            <p:ph type="body" idx="15" hasCustomPrompt="1"/>
          </p:nvPr>
        </p:nvSpPr>
        <p:spPr>
          <a:xfrm>
            <a:off x="4727266" y="3709616"/>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
        <p:nvSpPr>
          <p:cNvPr id="4" name="Content Placeholder 3">
            <a:extLst>
              <a:ext uri="{FF2B5EF4-FFF2-40B4-BE49-F238E27FC236}">
                <a16:creationId xmlns:a16="http://schemas.microsoft.com/office/drawing/2014/main" id="{F649E506-AD96-463A-84F2-AAE1BB90340A}"/>
              </a:ext>
            </a:extLst>
          </p:cNvPr>
          <p:cNvSpPr>
            <a:spLocks noGrp="1"/>
          </p:cNvSpPr>
          <p:nvPr>
            <p:ph sz="quarter" idx="16"/>
          </p:nvPr>
        </p:nvSpPr>
        <p:spPr>
          <a:xfrm>
            <a:off x="395288" y="3432556"/>
            <a:ext cx="1115568" cy="1115568"/>
          </a:xfrm>
        </p:spPr>
        <p:txBody>
          <a:bodyPr/>
          <a:lstStyle/>
          <a:p>
            <a:pPr lvl="0"/>
            <a:r>
              <a:rPr lang="en-US"/>
              <a:t>Click to edit Master text styles</a:t>
            </a:r>
          </a:p>
        </p:txBody>
      </p:sp>
      <p:sp>
        <p:nvSpPr>
          <p:cNvPr id="12" name="Content Placeholder 3">
            <a:extLst>
              <a:ext uri="{FF2B5EF4-FFF2-40B4-BE49-F238E27FC236}">
                <a16:creationId xmlns:a16="http://schemas.microsoft.com/office/drawing/2014/main" id="{D8A7706D-1D21-49ED-888E-699D6B6BE78C}"/>
              </a:ext>
            </a:extLst>
          </p:cNvPr>
          <p:cNvSpPr>
            <a:spLocks noGrp="1"/>
          </p:cNvSpPr>
          <p:nvPr>
            <p:ph sz="quarter" idx="17"/>
          </p:nvPr>
        </p:nvSpPr>
        <p:spPr>
          <a:xfrm>
            <a:off x="3524359" y="3429000"/>
            <a:ext cx="1115568" cy="1115568"/>
          </a:xfrm>
        </p:spPr>
        <p:txBody>
          <a:bodyPr/>
          <a:lstStyle/>
          <a:p>
            <a:pPr lvl="0"/>
            <a:r>
              <a:rPr lang="en-US"/>
              <a:t>Click to edit Master text styles</a:t>
            </a:r>
          </a:p>
        </p:txBody>
      </p:sp>
    </p:spTree>
    <p:extLst>
      <p:ext uri="{BB962C8B-B14F-4D97-AF65-F5344CB8AC3E}">
        <p14:creationId xmlns:p14="http://schemas.microsoft.com/office/powerpoint/2010/main" val="4259430491"/>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0E37-2066-457D-A866-CD6115300D34}"/>
              </a:ext>
            </a:extLst>
          </p:cNvPr>
          <p:cNvSpPr>
            <a:spLocks noGrp="1"/>
          </p:cNvSpPr>
          <p:nvPr>
            <p:ph type="ctrTitle" hasCustomPrompt="1"/>
          </p:nvPr>
        </p:nvSpPr>
        <p:spPr>
          <a:xfrm>
            <a:off x="1143000" y="841375"/>
            <a:ext cx="7010400" cy="1790700"/>
          </a:xfrm>
          <a:prstGeom prst="rect">
            <a:avLst/>
          </a:prstGeom>
        </p:spPr>
        <p:txBody>
          <a:bodyPr anchor="b">
            <a:normAutofit/>
          </a:bodyPr>
          <a:lstStyle>
            <a:lvl1pPr algn="ctr">
              <a:defRPr sz="3600" b="1">
                <a:solidFill>
                  <a:srgbClr val="1B4D81"/>
                </a:solidFill>
                <a:latin typeface="Lato" panose="020F0502020204030203" pitchFamily="34" charset="0"/>
              </a:defRPr>
            </a:lvl1pPr>
          </a:lstStyle>
          <a:p>
            <a:r>
              <a:rPr lang="en-US" dirty="0"/>
              <a:t>Section Header title</a:t>
            </a:r>
          </a:p>
        </p:txBody>
      </p:sp>
      <p:sp>
        <p:nvSpPr>
          <p:cNvPr id="3" name="Subtitle 2">
            <a:extLst>
              <a:ext uri="{FF2B5EF4-FFF2-40B4-BE49-F238E27FC236}">
                <a16:creationId xmlns:a16="http://schemas.microsoft.com/office/drawing/2014/main" id="{FBBC01D0-B230-4859-8CF6-4664E1E5F385}"/>
              </a:ext>
            </a:extLst>
          </p:cNvPr>
          <p:cNvSpPr>
            <a:spLocks noGrp="1"/>
          </p:cNvSpPr>
          <p:nvPr>
            <p:ph type="subTitle" idx="1" hasCustomPrompt="1"/>
          </p:nvPr>
        </p:nvSpPr>
        <p:spPr>
          <a:xfrm>
            <a:off x="1143000" y="2701925"/>
            <a:ext cx="7010400" cy="1241425"/>
          </a:xfrm>
          <a:prstGeom prst="rect">
            <a:avLst/>
          </a:prstGeom>
        </p:spPr>
        <p:txBody>
          <a:bodyPr>
            <a:normAutofit/>
          </a:bodyPr>
          <a:lstStyle>
            <a:lvl1pPr marL="0" indent="0" algn="ctr">
              <a:buNone/>
              <a:defRPr sz="1800">
                <a:solidFill>
                  <a:srgbClr val="393A39"/>
                </a:solidFill>
                <a:latin typeface="Lato" panose="020F050202020403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Section subtitle</a:t>
            </a:r>
          </a:p>
        </p:txBody>
      </p:sp>
    </p:spTree>
    <p:extLst>
      <p:ext uri="{BB962C8B-B14F-4D97-AF65-F5344CB8AC3E}">
        <p14:creationId xmlns:p14="http://schemas.microsoft.com/office/powerpoint/2010/main" val="2289682564"/>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F8A22-6A5B-4550-87C4-98CDB8846F3D}"/>
              </a:ext>
            </a:extLst>
          </p:cNvPr>
          <p:cNvSpPr>
            <a:spLocks noGrp="1"/>
          </p:cNvSpPr>
          <p:nvPr>
            <p:ph type="title" hasCustomPrompt="1"/>
          </p:nvPr>
        </p:nvSpPr>
        <p:spPr>
          <a:xfrm>
            <a:off x="457200" y="590550"/>
            <a:ext cx="8305800" cy="742950"/>
          </a:xfrm>
          <a:prstGeom prst="rect">
            <a:avLst/>
          </a:prstGeom>
        </p:spPr>
        <p:txBody>
          <a:bodyPr lIns="0" anchor="ctr">
            <a:normAutofit/>
          </a:bodyPr>
          <a:lstStyle>
            <a:lvl1pPr>
              <a:defRPr sz="2400" b="1">
                <a:solidFill>
                  <a:srgbClr val="1B4D81"/>
                </a:solidFill>
                <a:latin typeface="Lato" panose="020F0502020204030203" pitchFamily="34" charset="0"/>
              </a:defRPr>
            </a:lvl1pPr>
          </a:lstStyle>
          <a:p>
            <a:r>
              <a:rPr lang="en-US" dirty="0"/>
              <a:t>Title goes here, can be aligned top middle or </a:t>
            </a:r>
            <a:r>
              <a:rPr lang="en-US" dirty="0" err="1"/>
              <a:t>botton</a:t>
            </a:r>
            <a:r>
              <a:rPr lang="en-US" dirty="0"/>
              <a:t> depending on if one or two lines or if you need more space*</a:t>
            </a:r>
          </a:p>
        </p:txBody>
      </p:sp>
      <p:sp>
        <p:nvSpPr>
          <p:cNvPr id="3" name="Content Placeholder 2">
            <a:extLst>
              <a:ext uri="{FF2B5EF4-FFF2-40B4-BE49-F238E27FC236}">
                <a16:creationId xmlns:a16="http://schemas.microsoft.com/office/drawing/2014/main" id="{B67B1DA0-7E63-4CDE-961E-607D001A9B67}"/>
              </a:ext>
            </a:extLst>
          </p:cNvPr>
          <p:cNvSpPr>
            <a:spLocks noGrp="1"/>
          </p:cNvSpPr>
          <p:nvPr>
            <p:ph idx="1"/>
          </p:nvPr>
        </p:nvSpPr>
        <p:spPr>
          <a:xfrm>
            <a:off x="457200" y="1333500"/>
            <a:ext cx="8305800" cy="3752850"/>
          </a:xfrm>
          <a:prstGeom prst="rect">
            <a:avLst/>
          </a:prstGeom>
        </p:spPr>
        <p:txBody>
          <a:bodyPr lIns="0">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502557263"/>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183CD7-383B-48A0-8B71-F06BC83DEDB6}"/>
              </a:ext>
            </a:extLst>
          </p:cNvPr>
          <p:cNvSpPr>
            <a:spLocks noGrp="1"/>
          </p:cNvSpPr>
          <p:nvPr>
            <p:ph sz="half" idx="1"/>
          </p:nvPr>
        </p:nvSpPr>
        <p:spPr>
          <a:xfrm>
            <a:off x="457200" y="1333513"/>
            <a:ext cx="4112486" cy="3752837"/>
          </a:xfrm>
          <a:prstGeom prst="rect">
            <a:avLst/>
          </a:prstGeom>
        </p:spPr>
        <p:txBody>
          <a:bodyPr lIns="0">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03355965-8388-42DC-8FE0-FECC99CDC81E}"/>
              </a:ext>
            </a:extLst>
          </p:cNvPr>
          <p:cNvSpPr>
            <a:spLocks noGrp="1"/>
          </p:cNvSpPr>
          <p:nvPr>
            <p:ph sz="half" idx="2"/>
          </p:nvPr>
        </p:nvSpPr>
        <p:spPr>
          <a:xfrm>
            <a:off x="4726714" y="1333513"/>
            <a:ext cx="4036286" cy="3752837"/>
          </a:xfrm>
          <a:prstGeom prst="rect">
            <a:avLst/>
          </a:prstGeom>
        </p:spPr>
        <p:txBody>
          <a:bodyPr lIns="0">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itle 1">
            <a:extLst>
              <a:ext uri="{FF2B5EF4-FFF2-40B4-BE49-F238E27FC236}">
                <a16:creationId xmlns:a16="http://schemas.microsoft.com/office/drawing/2014/main" id="{F0C35649-F5E1-436D-BCBC-468BEAF27C9D}"/>
              </a:ext>
            </a:extLst>
          </p:cNvPr>
          <p:cNvSpPr>
            <a:spLocks noGrp="1"/>
          </p:cNvSpPr>
          <p:nvPr>
            <p:ph type="title" hasCustomPrompt="1"/>
          </p:nvPr>
        </p:nvSpPr>
        <p:spPr>
          <a:xfrm>
            <a:off x="457199" y="590563"/>
            <a:ext cx="8305801" cy="742950"/>
          </a:xfrm>
          <a:prstGeom prst="rect">
            <a:avLst/>
          </a:prstGeom>
        </p:spPr>
        <p:txBody>
          <a:bodyPr lIns="0" anchor="ctr">
            <a:normAutofit/>
          </a:bodyPr>
          <a:lstStyle>
            <a:lvl1pPr>
              <a:defRPr sz="2400" b="1">
                <a:solidFill>
                  <a:srgbClr val="1B4D81"/>
                </a:solidFill>
                <a:latin typeface="Lato" panose="020F0502020204030203" pitchFamily="34" charset="0"/>
              </a:defRPr>
            </a:lvl1pPr>
          </a:lstStyle>
          <a:p>
            <a:r>
              <a:rPr lang="en-US" dirty="0"/>
              <a:t>Title goes here, can be aligned top middle or </a:t>
            </a:r>
            <a:r>
              <a:rPr lang="en-US" dirty="0" err="1"/>
              <a:t>botton</a:t>
            </a:r>
            <a:r>
              <a:rPr lang="en-US" dirty="0"/>
              <a:t> depending on if one or two lines or if you need more space*</a:t>
            </a:r>
          </a:p>
        </p:txBody>
      </p:sp>
    </p:spTree>
    <p:extLst>
      <p:ext uri="{BB962C8B-B14F-4D97-AF65-F5344CB8AC3E}">
        <p14:creationId xmlns:p14="http://schemas.microsoft.com/office/powerpoint/2010/main" val="414375932"/>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855CD0-D773-472C-923C-F2A3641F6698}"/>
              </a:ext>
            </a:extLst>
          </p:cNvPr>
          <p:cNvSpPr>
            <a:spLocks noGrp="1"/>
          </p:cNvSpPr>
          <p:nvPr>
            <p:ph type="body" idx="1"/>
          </p:nvPr>
        </p:nvSpPr>
        <p:spPr>
          <a:xfrm>
            <a:off x="458788" y="1333514"/>
            <a:ext cx="4041574" cy="628631"/>
          </a:xfrm>
          <a:prstGeom prst="rect">
            <a:avLst/>
          </a:prstGeom>
        </p:spPr>
        <p:txBody>
          <a:bodyPr lIns="0" anchor="b">
            <a:normAutofit/>
          </a:bodyPr>
          <a:lstStyle>
            <a:lvl1pPr marL="0" indent="0">
              <a:buNone/>
              <a:defRPr sz="1800" b="1">
                <a:solidFill>
                  <a:srgbClr val="393A39"/>
                </a:solidFill>
                <a:latin typeface="Lato" panose="020F050202020403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970D2E-452D-4D8D-8871-F92BDDC48512}"/>
              </a:ext>
            </a:extLst>
          </p:cNvPr>
          <p:cNvSpPr>
            <a:spLocks noGrp="1"/>
          </p:cNvSpPr>
          <p:nvPr>
            <p:ph sz="half" idx="2"/>
          </p:nvPr>
        </p:nvSpPr>
        <p:spPr>
          <a:xfrm>
            <a:off x="458788" y="1962145"/>
            <a:ext cx="4041574" cy="3124205"/>
          </a:xfrm>
          <a:prstGeom prst="rect">
            <a:avLst/>
          </a:prstGeom>
        </p:spPr>
        <p:txBody>
          <a:bodyPr lIns="0">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21265C34-988A-4381-BE35-3CF7874797A1}"/>
              </a:ext>
            </a:extLst>
          </p:cNvPr>
          <p:cNvSpPr>
            <a:spLocks noGrp="1"/>
          </p:cNvSpPr>
          <p:nvPr>
            <p:ph type="body" sz="quarter" idx="3"/>
          </p:nvPr>
        </p:nvSpPr>
        <p:spPr>
          <a:xfrm>
            <a:off x="4719808" y="1333515"/>
            <a:ext cx="4043192" cy="628650"/>
          </a:xfrm>
          <a:prstGeom prst="rect">
            <a:avLst/>
          </a:prstGeom>
        </p:spPr>
        <p:txBody>
          <a:bodyPr lIns="0" anchor="b">
            <a:normAutofit/>
          </a:bodyPr>
          <a:lstStyle>
            <a:lvl1pPr marL="0" indent="0">
              <a:buNone/>
              <a:defRPr sz="1800" b="1">
                <a:solidFill>
                  <a:srgbClr val="393A39"/>
                </a:solidFill>
                <a:latin typeface="Lato" panose="020F050202020403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BAD278-0467-4156-945B-8A0C6FB1AAEA}"/>
              </a:ext>
            </a:extLst>
          </p:cNvPr>
          <p:cNvSpPr>
            <a:spLocks noGrp="1"/>
          </p:cNvSpPr>
          <p:nvPr>
            <p:ph sz="quarter" idx="4"/>
          </p:nvPr>
        </p:nvSpPr>
        <p:spPr>
          <a:xfrm>
            <a:off x="4719808" y="1962162"/>
            <a:ext cx="4043192" cy="3124187"/>
          </a:xfrm>
          <a:prstGeom prst="rect">
            <a:avLst/>
          </a:prstGeom>
        </p:spPr>
        <p:txBody>
          <a:bodyPr lIns="0">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7" name="Title 1">
            <a:extLst>
              <a:ext uri="{FF2B5EF4-FFF2-40B4-BE49-F238E27FC236}">
                <a16:creationId xmlns:a16="http://schemas.microsoft.com/office/drawing/2014/main" id="{9B9489FC-5B9D-4C9C-A962-ECD59DECD47F}"/>
              </a:ext>
            </a:extLst>
          </p:cNvPr>
          <p:cNvSpPr>
            <a:spLocks noGrp="1"/>
          </p:cNvSpPr>
          <p:nvPr>
            <p:ph type="title" hasCustomPrompt="1"/>
          </p:nvPr>
        </p:nvSpPr>
        <p:spPr>
          <a:xfrm>
            <a:off x="457200" y="590564"/>
            <a:ext cx="8305800" cy="742950"/>
          </a:xfrm>
          <a:prstGeom prst="rect">
            <a:avLst/>
          </a:prstGeom>
        </p:spPr>
        <p:txBody>
          <a:bodyPr lIns="0" anchor="ctr">
            <a:normAutofit/>
          </a:bodyPr>
          <a:lstStyle>
            <a:lvl1pPr>
              <a:defRPr sz="2400" b="1">
                <a:solidFill>
                  <a:srgbClr val="1B4D81"/>
                </a:solidFill>
                <a:latin typeface="Lato" panose="020F0502020204030203" pitchFamily="34" charset="0"/>
              </a:defRPr>
            </a:lvl1pPr>
          </a:lstStyle>
          <a:p>
            <a:r>
              <a:rPr lang="en-US" dirty="0"/>
              <a:t>Title goes here, can be aligned top middle or </a:t>
            </a:r>
            <a:r>
              <a:rPr lang="en-US" dirty="0" err="1"/>
              <a:t>botton</a:t>
            </a:r>
            <a:r>
              <a:rPr lang="en-US" dirty="0"/>
              <a:t> depending on if one or two lines or if you need more space*</a:t>
            </a:r>
          </a:p>
        </p:txBody>
      </p:sp>
    </p:spTree>
    <p:extLst>
      <p:ext uri="{BB962C8B-B14F-4D97-AF65-F5344CB8AC3E}">
        <p14:creationId xmlns:p14="http://schemas.microsoft.com/office/powerpoint/2010/main" val="223361693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C4E7365-D38C-47DC-98CE-EFDE9B5AA7FB}"/>
              </a:ext>
            </a:extLst>
          </p:cNvPr>
          <p:cNvSpPr>
            <a:spLocks noGrp="1"/>
          </p:cNvSpPr>
          <p:nvPr>
            <p:ph idx="1"/>
          </p:nvPr>
        </p:nvSpPr>
        <p:spPr>
          <a:xfrm>
            <a:off x="457200" y="1333500"/>
            <a:ext cx="8305800" cy="3752850"/>
          </a:xfrm>
          <a:prstGeom prst="rect">
            <a:avLst/>
          </a:prstGeom>
        </p:spPr>
        <p:txBody>
          <a:bodyPr lIns="0">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itle 1">
            <a:extLst>
              <a:ext uri="{FF2B5EF4-FFF2-40B4-BE49-F238E27FC236}">
                <a16:creationId xmlns:a16="http://schemas.microsoft.com/office/drawing/2014/main" id="{AE057F52-E5D6-4C4F-8C1F-48ED323FF9B6}"/>
              </a:ext>
            </a:extLst>
          </p:cNvPr>
          <p:cNvSpPr>
            <a:spLocks noGrp="1"/>
          </p:cNvSpPr>
          <p:nvPr>
            <p:ph type="title" hasCustomPrompt="1"/>
          </p:nvPr>
        </p:nvSpPr>
        <p:spPr>
          <a:xfrm>
            <a:off x="457200" y="590550"/>
            <a:ext cx="8305800" cy="742950"/>
          </a:xfrm>
          <a:prstGeom prst="rect">
            <a:avLst/>
          </a:prstGeom>
        </p:spPr>
        <p:txBody>
          <a:bodyPr lIns="0">
            <a:normAutofit/>
          </a:bodyPr>
          <a:lstStyle>
            <a:lvl1pPr>
              <a:defRPr sz="2400" b="1">
                <a:solidFill>
                  <a:srgbClr val="1B4D81"/>
                </a:solidFill>
                <a:latin typeface="Lato" panose="020F0502020204030203" pitchFamily="34" charset="0"/>
              </a:defRPr>
            </a:lvl1pPr>
          </a:lstStyle>
          <a:p>
            <a:r>
              <a:rPr lang="en-US" dirty="0"/>
              <a:t>Title goes here, can be aligned top middle or </a:t>
            </a:r>
            <a:r>
              <a:rPr lang="en-US" dirty="0" err="1"/>
              <a:t>botton</a:t>
            </a:r>
            <a:r>
              <a:rPr lang="en-US" dirty="0"/>
              <a:t> depending on if one or two lines or if you need more space*</a:t>
            </a:r>
          </a:p>
        </p:txBody>
      </p:sp>
      <p:sp>
        <p:nvSpPr>
          <p:cNvPr id="3" name="Text Placeholder 2">
            <a:extLst>
              <a:ext uri="{FF2B5EF4-FFF2-40B4-BE49-F238E27FC236}">
                <a16:creationId xmlns:a16="http://schemas.microsoft.com/office/drawing/2014/main" id="{9CE51587-1A95-4AA5-AD68-679421FFF792}"/>
              </a:ext>
            </a:extLst>
          </p:cNvPr>
          <p:cNvSpPr>
            <a:spLocks noGrp="1"/>
          </p:cNvSpPr>
          <p:nvPr>
            <p:ph type="body" sz="quarter" idx="10" hasCustomPrompt="1"/>
          </p:nvPr>
        </p:nvSpPr>
        <p:spPr>
          <a:xfrm>
            <a:off x="5659622" y="4781550"/>
            <a:ext cx="3103378" cy="304800"/>
          </a:xfrm>
        </p:spPr>
        <p:txBody>
          <a:bodyPr>
            <a:normAutofit/>
          </a:bodyPr>
          <a:lstStyle>
            <a:lvl1pPr marL="0" indent="0">
              <a:buNone/>
              <a:defRPr sz="900" b="0" i="1">
                <a:solidFill>
                  <a:schemeClr val="accent5"/>
                </a:solidFill>
                <a:latin typeface="Lato" panose="020F0502020204030203" pitchFamily="34" charset="77"/>
              </a:defRPr>
            </a:lvl1pPr>
            <a:lvl2pPr marL="457200" indent="0">
              <a:buNone/>
              <a:defRPr/>
            </a:lvl2pPr>
            <a:lvl3pPr marL="914400" indent="0">
              <a:buNone/>
              <a:defRPr/>
            </a:lvl3pPr>
          </a:lstStyle>
          <a:p>
            <a:pPr lvl="0"/>
            <a:r>
              <a:rPr lang="en-US" dirty="0"/>
              <a:t>Caption in this style only if necessary (move to be near image)</a:t>
            </a:r>
          </a:p>
        </p:txBody>
      </p:sp>
    </p:spTree>
    <p:extLst>
      <p:ext uri="{BB962C8B-B14F-4D97-AF65-F5344CB8AC3E}">
        <p14:creationId xmlns:p14="http://schemas.microsoft.com/office/powerpoint/2010/main" val="290304488"/>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039297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1_OPTIONAL Content with Picture with Fil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6172200" y="0"/>
            <a:ext cx="29718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439FB627-FD00-4FAF-95D2-71E0F07CFB84}"/>
              </a:ext>
            </a:extLst>
          </p:cNvPr>
          <p:cNvSpPr>
            <a:spLocks noGrp="1"/>
          </p:cNvSpPr>
          <p:nvPr>
            <p:ph type="title" hasCustomPrompt="1"/>
          </p:nvPr>
        </p:nvSpPr>
        <p:spPr>
          <a:xfrm>
            <a:off x="457200" y="819150"/>
            <a:ext cx="5313362" cy="80010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dirty="0"/>
              <a:t>Title, aligned bottom, don’t hit enter</a:t>
            </a:r>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6400800" y="209550"/>
            <a:ext cx="2514600" cy="4724400"/>
          </a:xfrm>
          <a:noFill/>
        </p:spPr>
        <p:txBody>
          <a:bodyPr/>
          <a:lstStyle>
            <a:lvl1pPr marL="0" indent="0">
              <a:buNone/>
              <a:defRPr/>
            </a:lvl1pPr>
            <a:lvl2pPr marL="292100" indent="0">
              <a:buFont typeface="Arial" panose="020B0604020202020204" pitchFamily="34" charset="0"/>
              <a:buNone/>
              <a:defRPr/>
            </a:lvl2pPr>
            <a:lvl3pPr marL="576262" indent="0">
              <a:buNone/>
              <a:defRPr/>
            </a:lvl3pPr>
          </a:lstStyle>
          <a:p>
            <a:pPr lvl="0"/>
            <a:r>
              <a:rPr lang="en-US" dirty="0"/>
              <a:t>Transparent background model image or diagram ONLY (no images that already have backgrounds at all, no screenshots either). Take image to the edges and use cropping, don’t just float within it.</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457200" y="1619250"/>
            <a:ext cx="5313362" cy="3162300"/>
          </a:xfrm>
          <a:prstGeom prst="rect">
            <a:avLst/>
          </a:prstGeom>
        </p:spPr>
        <p:txBody>
          <a:bodyPr lIns="0" numCol="1">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26066BEB-7D2D-5A43-9F67-5650CF5696CF}"/>
              </a:ext>
            </a:extLst>
          </p:cNvPr>
          <p:cNvSpPr>
            <a:spLocks noGrp="1"/>
          </p:cNvSpPr>
          <p:nvPr>
            <p:ph type="body" sz="quarter" idx="12" hasCustomPrompt="1"/>
          </p:nvPr>
        </p:nvSpPr>
        <p:spPr>
          <a:xfrm>
            <a:off x="6392008" y="4629150"/>
            <a:ext cx="2523392" cy="304800"/>
          </a:xfrm>
        </p:spPr>
        <p:txBody>
          <a:bodyPr>
            <a:normAutofit/>
          </a:bodyPr>
          <a:lstStyle>
            <a:lvl1pPr marL="0" indent="0">
              <a:buNone/>
              <a:defRPr sz="900" b="0" i="1">
                <a:solidFill>
                  <a:schemeClr val="accent5"/>
                </a:solidFill>
                <a:latin typeface="Lato" panose="020F0502020204030203" pitchFamily="34" charset="77"/>
              </a:defRPr>
            </a:lvl1pPr>
            <a:lvl2pPr marL="457200" indent="0">
              <a:buNone/>
              <a:defRPr/>
            </a:lvl2pPr>
            <a:lvl3pPr marL="914400" indent="0">
              <a:buNone/>
              <a:defRPr/>
            </a:lvl3pPr>
          </a:lstStyle>
          <a:p>
            <a:pPr lvl="0"/>
            <a:r>
              <a:rPr lang="en-US" dirty="0"/>
              <a:t>Caption in this style only if necessary (move to be near image)</a:t>
            </a:r>
          </a:p>
        </p:txBody>
      </p:sp>
    </p:spTree>
    <p:extLst>
      <p:ext uri="{BB962C8B-B14F-4D97-AF65-F5344CB8AC3E}">
        <p14:creationId xmlns:p14="http://schemas.microsoft.com/office/powerpoint/2010/main" val="1848256271"/>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OPTIONAL Content with Picture with Fil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3887788" y="0"/>
            <a:ext cx="5256212"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0" y="819150"/>
            <a:ext cx="2949575" cy="80010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4114800" y="209550"/>
            <a:ext cx="4800600" cy="4724400"/>
          </a:xfrm>
          <a:noFill/>
        </p:spPr>
        <p:txBody>
          <a:bodyPr/>
          <a:lstStyle>
            <a:lvl1pPr marL="0" indent="0">
              <a:buNone/>
              <a:defRPr/>
            </a:lvl1pPr>
            <a:lvl3pPr>
              <a:defRPr/>
            </a:lvl3pPr>
          </a:lstStyle>
          <a:p>
            <a:pPr lvl="0"/>
            <a:r>
              <a:rPr lang="en-US" dirty="0"/>
              <a:t>Transparent background model image or diagram ONLY (no images that already have backgrounds at all, no screenshots either). Take image to the edges and use cropping, don’t just float within it.</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457200" y="1619250"/>
            <a:ext cx="2949575" cy="31623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EAFD1F65-F171-7645-9310-3848480AA1B7}"/>
              </a:ext>
            </a:extLst>
          </p:cNvPr>
          <p:cNvSpPr>
            <a:spLocks noGrp="1"/>
          </p:cNvSpPr>
          <p:nvPr>
            <p:ph type="body" sz="quarter" idx="12" hasCustomPrompt="1"/>
          </p:nvPr>
        </p:nvSpPr>
        <p:spPr>
          <a:xfrm>
            <a:off x="4114800" y="4629150"/>
            <a:ext cx="3103378" cy="304800"/>
          </a:xfrm>
        </p:spPr>
        <p:txBody>
          <a:bodyPr>
            <a:normAutofit/>
          </a:bodyPr>
          <a:lstStyle>
            <a:lvl1pPr marL="0" indent="0">
              <a:buNone/>
              <a:defRPr sz="900" b="0" i="1">
                <a:solidFill>
                  <a:schemeClr val="accent5"/>
                </a:solidFill>
                <a:latin typeface="Lato" panose="020F0502020204030203" pitchFamily="34" charset="77"/>
              </a:defRPr>
            </a:lvl1pPr>
            <a:lvl2pPr marL="457200" indent="0">
              <a:buNone/>
              <a:defRPr/>
            </a:lvl2pPr>
            <a:lvl3pPr marL="914400" indent="0">
              <a:buNone/>
              <a:defRPr/>
            </a:lvl3pPr>
          </a:lstStyle>
          <a:p>
            <a:pPr lvl="0"/>
            <a:r>
              <a:rPr lang="en-US" dirty="0"/>
              <a:t>Caption in this style only if necessary (move to be near image)</a:t>
            </a:r>
          </a:p>
        </p:txBody>
      </p:sp>
    </p:spTree>
    <p:extLst>
      <p:ext uri="{BB962C8B-B14F-4D97-AF65-F5344CB8AC3E}">
        <p14:creationId xmlns:p14="http://schemas.microsoft.com/office/powerpoint/2010/main" val="2884831923"/>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OPTIONAL Content with Pictur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0" y="819150"/>
            <a:ext cx="2949575" cy="80010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4114800" y="209550"/>
            <a:ext cx="4800600" cy="4724400"/>
          </a:xfrm>
          <a:noFill/>
        </p:spPr>
        <p:txBody>
          <a:bodyPr/>
          <a:lstStyle>
            <a:lvl1pPr marL="0" indent="0">
              <a:buNone/>
              <a:defRPr/>
            </a:lvl1pPr>
            <a:lvl3pPr>
              <a:defRPr/>
            </a:lvl3pPr>
          </a:lstStyle>
          <a:p>
            <a:pPr lvl="0"/>
            <a:r>
              <a:rPr lang="en-US" dirty="0"/>
              <a:t>This space is for images or diagrams</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hasCustomPrompt="1"/>
          </p:nvPr>
        </p:nvSpPr>
        <p:spPr>
          <a:xfrm>
            <a:off x="457200" y="1619250"/>
            <a:ext cx="2949575" cy="31623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This text box can be extended to the right if needed (do NOT change the left alignment)</a:t>
            </a:r>
          </a:p>
          <a:p>
            <a:pPr lvl="1"/>
            <a:r>
              <a:rPr lang="en-US" dirty="0"/>
              <a:t>Second level</a:t>
            </a:r>
          </a:p>
          <a:p>
            <a:pPr lvl="2"/>
            <a:r>
              <a:rPr lang="en-US" dirty="0"/>
              <a:t>Third level</a:t>
            </a:r>
          </a:p>
        </p:txBody>
      </p:sp>
      <p:sp>
        <p:nvSpPr>
          <p:cNvPr id="6" name="Text Placeholder 2">
            <a:extLst>
              <a:ext uri="{FF2B5EF4-FFF2-40B4-BE49-F238E27FC236}">
                <a16:creationId xmlns:a16="http://schemas.microsoft.com/office/drawing/2014/main" id="{0530032C-BEDF-DA40-8660-8F9EF489DC38}"/>
              </a:ext>
            </a:extLst>
          </p:cNvPr>
          <p:cNvSpPr>
            <a:spLocks noGrp="1"/>
          </p:cNvSpPr>
          <p:nvPr>
            <p:ph type="body" sz="quarter" idx="12" hasCustomPrompt="1"/>
          </p:nvPr>
        </p:nvSpPr>
        <p:spPr>
          <a:xfrm>
            <a:off x="4114800" y="4629150"/>
            <a:ext cx="3103378" cy="304800"/>
          </a:xfrm>
        </p:spPr>
        <p:txBody>
          <a:bodyPr>
            <a:normAutofit/>
          </a:bodyPr>
          <a:lstStyle>
            <a:lvl1pPr marL="0" indent="0">
              <a:buNone/>
              <a:defRPr sz="900" b="0" i="1">
                <a:solidFill>
                  <a:schemeClr val="accent5"/>
                </a:solidFill>
                <a:latin typeface="Lato" panose="020F0502020204030203" pitchFamily="34" charset="77"/>
              </a:defRPr>
            </a:lvl1pPr>
            <a:lvl2pPr marL="457200" indent="0">
              <a:buNone/>
              <a:defRPr/>
            </a:lvl2pPr>
            <a:lvl3pPr marL="914400" indent="0">
              <a:buNone/>
              <a:defRPr/>
            </a:lvl3pPr>
          </a:lstStyle>
          <a:p>
            <a:pPr lvl="0"/>
            <a:r>
              <a:rPr lang="en-US" dirty="0"/>
              <a:t>Caption in this style only if necessary (move to be near image)</a:t>
            </a:r>
          </a:p>
        </p:txBody>
      </p:sp>
    </p:spTree>
    <p:extLst>
      <p:ext uri="{BB962C8B-B14F-4D97-AF65-F5344CB8AC3E}">
        <p14:creationId xmlns:p14="http://schemas.microsoft.com/office/powerpoint/2010/main" val="3158379657"/>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Uncroped GUI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D31936-C3F8-4543-8C3C-56E4DA99C47C}"/>
              </a:ext>
            </a:extLst>
          </p:cNvPr>
          <p:cNvSpPr/>
          <p:nvPr userDrawn="1"/>
        </p:nvSpPr>
        <p:spPr>
          <a:xfrm>
            <a:off x="0" y="-19050"/>
            <a:ext cx="9144000" cy="3619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1143000" y="971550"/>
            <a:ext cx="7699124" cy="4330757"/>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Full GUI image ONLY, cropped off at the bottom a little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hasCustomPrompt="1"/>
          </p:nvPr>
        </p:nvSpPr>
        <p:spPr>
          <a:xfrm>
            <a:off x="1066800" y="115217"/>
            <a:ext cx="5410200" cy="326781"/>
          </a:xfrm>
          <a:prstGeom prst="rect">
            <a:avLst/>
          </a:prstGeom>
        </p:spPr>
        <p:txBody>
          <a:bodyPr lIns="91440" anchor="t">
            <a:normAutofit/>
          </a:bodyPr>
          <a:lstStyle>
            <a:lvl1pPr>
              <a:defRPr sz="1000" b="1" i="0">
                <a:solidFill>
                  <a:schemeClr val="accent2"/>
                </a:solidFill>
                <a:latin typeface="Lato Black" panose="020F0502020204030203" pitchFamily="34" charset="77"/>
              </a:defRPr>
            </a:lvl1pPr>
          </a:lstStyle>
          <a:p>
            <a:r>
              <a:rPr lang="en-US" dirty="0"/>
              <a:t>ALL CAPS SMALL TITLE***</a:t>
            </a:r>
          </a:p>
        </p:txBody>
      </p:sp>
      <p:pic>
        <p:nvPicPr>
          <p:cNvPr id="8" name="Picture 7">
            <a:extLst>
              <a:ext uri="{FF2B5EF4-FFF2-40B4-BE49-F238E27FC236}">
                <a16:creationId xmlns:a16="http://schemas.microsoft.com/office/drawing/2014/main" id="{19E75701-0E22-4B4A-8AA4-6D0F867616DF}"/>
              </a:ext>
            </a:extLst>
          </p:cNvPr>
          <p:cNvPicPr>
            <a:picLocks noChangeAspect="1"/>
          </p:cNvPicPr>
          <p:nvPr userDrawn="1"/>
        </p:nvPicPr>
        <p:blipFill rotWithShape="1">
          <a:blip r:embed="rId2"/>
          <a:srcRect l="24096"/>
          <a:stretch/>
        </p:blipFill>
        <p:spPr>
          <a:xfrm>
            <a:off x="0" y="115217"/>
            <a:ext cx="1066800" cy="287051"/>
          </a:xfrm>
          <a:prstGeom prst="rect">
            <a:avLst/>
          </a:prstGeom>
        </p:spPr>
      </p:pic>
      <p:pic>
        <p:nvPicPr>
          <p:cNvPr id="11" name="Picture 10">
            <a:extLst>
              <a:ext uri="{FF2B5EF4-FFF2-40B4-BE49-F238E27FC236}">
                <a16:creationId xmlns:a16="http://schemas.microsoft.com/office/drawing/2014/main" id="{DD5DBF44-D76D-FF41-BCD4-B3E4748860A2}"/>
              </a:ext>
            </a:extLst>
          </p:cNvPr>
          <p:cNvPicPr>
            <a:picLocks noChangeAspect="1"/>
          </p:cNvPicPr>
          <p:nvPr userDrawn="1"/>
        </p:nvPicPr>
        <p:blipFill>
          <a:blip r:embed="rId3"/>
          <a:stretch>
            <a:fillRect/>
          </a:stretch>
        </p:blipFill>
        <p:spPr>
          <a:xfrm>
            <a:off x="115778" y="223913"/>
            <a:ext cx="752320" cy="69658"/>
          </a:xfrm>
          <a:prstGeom prst="rect">
            <a:avLst/>
          </a:prstGeom>
        </p:spPr>
      </p:pic>
    </p:spTree>
    <p:extLst>
      <p:ext uri="{BB962C8B-B14F-4D97-AF65-F5344CB8AC3E}">
        <p14:creationId xmlns:p14="http://schemas.microsoft.com/office/powerpoint/2010/main" val="920307536"/>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Full GUI image, Title, body 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userDrawn="1"/>
        </p:nvSpPr>
        <p:spPr>
          <a:xfrm>
            <a:off x="0" y="1047750"/>
            <a:ext cx="37338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3271058" y="436766"/>
            <a:ext cx="5872941" cy="4706734"/>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Full GUI image ONLY, cropped off the bottom and off the right side!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0" y="1200150"/>
            <a:ext cx="2417762" cy="15240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hasCustomPrompt="1"/>
          </p:nvPr>
        </p:nvSpPr>
        <p:spPr>
          <a:xfrm>
            <a:off x="457200" y="3028950"/>
            <a:ext cx="2417762" cy="1676400"/>
          </a:xfrm>
          <a:prstGeom prst="rect">
            <a:avLst/>
          </a:prstGeom>
        </p:spPr>
        <p:txBody>
          <a:bodyPr lIns="0">
            <a:normAutofit/>
          </a:bodyPr>
          <a:lstStyle>
            <a:lvl1pPr marL="0" indent="0">
              <a:lnSpc>
                <a:spcPct val="100000"/>
              </a:lnSpc>
              <a:buNone/>
              <a:defRPr sz="1400">
                <a:solidFill>
                  <a:schemeClr val="tx1"/>
                </a:solidFill>
                <a:latin typeface="Lato" panose="020F0502020204030203" pitchFamily="34" charset="0"/>
              </a:defRPr>
            </a:lvl1pPr>
            <a:lvl2pPr marL="292100" indent="0">
              <a:lnSpc>
                <a:spcPct val="100000"/>
              </a:lnSpc>
              <a:buFont typeface="Arial" panose="020B0604020202020204" pitchFamily="34" charset="0"/>
              <a:buNone/>
              <a:defRPr sz="1200">
                <a:solidFill>
                  <a:srgbClr val="393A39"/>
                </a:solidFill>
                <a:latin typeface="Lato" panose="020F0502020204030203" pitchFamily="34" charset="0"/>
              </a:defRPr>
            </a:lvl2pPr>
            <a:lvl3pPr marL="576262" indent="0">
              <a:lnSpc>
                <a:spcPct val="100000"/>
              </a:lnSpc>
              <a:buNone/>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Body text only, preferably no more than 5 lines</a:t>
            </a:r>
          </a:p>
        </p:txBody>
      </p:sp>
    </p:spTree>
    <p:extLst>
      <p:ext uri="{BB962C8B-B14F-4D97-AF65-F5344CB8AC3E}">
        <p14:creationId xmlns:p14="http://schemas.microsoft.com/office/powerpoint/2010/main" val="3813958710"/>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Full GUI image, Title, 2 subtitles with body text">
    <p:spTree>
      <p:nvGrpSpPr>
        <p:cNvPr id="1" name=""/>
        <p:cNvGrpSpPr/>
        <p:nvPr/>
      </p:nvGrpSpPr>
      <p:grpSpPr>
        <a:xfrm>
          <a:off x="0" y="0"/>
          <a:ext cx="0" cy="0"/>
          <a:chOff x="0" y="0"/>
          <a:chExt cx="0" cy="0"/>
        </a:xfrm>
      </p:grpSpPr>
      <p:sp>
        <p:nvSpPr>
          <p:cNvPr id="8" name="Content Placeholder 3">
            <a:extLst>
              <a:ext uri="{FF2B5EF4-FFF2-40B4-BE49-F238E27FC236}">
                <a16:creationId xmlns:a16="http://schemas.microsoft.com/office/drawing/2014/main" id="{C10A5AEE-B817-934D-8242-D5F59127342B}"/>
              </a:ext>
            </a:extLst>
          </p:cNvPr>
          <p:cNvSpPr>
            <a:spLocks noGrp="1"/>
          </p:cNvSpPr>
          <p:nvPr>
            <p:ph sz="quarter" idx="15" hasCustomPrompt="1"/>
          </p:nvPr>
        </p:nvSpPr>
        <p:spPr>
          <a:xfrm>
            <a:off x="-2" y="2881010"/>
            <a:ext cx="1634721" cy="685801"/>
          </a:xfrm>
          <a:solidFill>
            <a:schemeClr val="tx2"/>
          </a:solidFill>
        </p:spPr>
        <p:txBody>
          <a:bodyPr lIns="274320" tIns="137160" rIns="137160" bIns="45720" anchor="b" anchorCtr="0">
            <a:noAutofit/>
          </a:bodyPr>
          <a:lstStyle>
            <a:lvl1pPr marL="0" indent="0">
              <a:buNone/>
              <a:defRPr sz="12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1" name="Content Placeholder 3">
            <a:extLst>
              <a:ext uri="{FF2B5EF4-FFF2-40B4-BE49-F238E27FC236}">
                <a16:creationId xmlns:a16="http://schemas.microsoft.com/office/drawing/2014/main" id="{3AB85344-0F9C-6349-9259-7612E08CF13D}"/>
              </a:ext>
            </a:extLst>
          </p:cNvPr>
          <p:cNvSpPr>
            <a:spLocks noGrp="1"/>
          </p:cNvSpPr>
          <p:nvPr>
            <p:ph sz="quarter" idx="16" hasCustomPrompt="1"/>
          </p:nvPr>
        </p:nvSpPr>
        <p:spPr>
          <a:xfrm>
            <a:off x="-2" y="3562351"/>
            <a:ext cx="1634721" cy="1295400"/>
          </a:xfrm>
          <a:solidFill>
            <a:schemeClr val="tx2"/>
          </a:solidFill>
        </p:spPr>
        <p:txBody>
          <a:bodyPr lIns="274320" tIns="45720" rIns="137160" bIns="137160">
            <a:normAutofit/>
          </a:bodyPr>
          <a:lstStyle>
            <a:lvl1pPr>
              <a:defRPr>
                <a:solidFill>
                  <a:schemeClr val="bg2"/>
                </a:solidFill>
              </a:defRPr>
            </a:lvl1pPr>
            <a:lvl2pPr marL="6350" indent="0">
              <a:buFont typeface="Arial" panose="020B0604020202020204" pitchFamily="34" charset="0"/>
              <a:buNone/>
              <a:tabLst/>
              <a:defRPr sz="1100">
                <a:solidFill>
                  <a:schemeClr val="bg2"/>
                </a:solidFill>
              </a:defRPr>
            </a:lvl2pPr>
            <a:lvl3pPr>
              <a:defRPr>
                <a:solidFill>
                  <a:schemeClr val="bg2"/>
                </a:solidFill>
              </a:defRPr>
            </a:lvl3pPr>
          </a:lstStyle>
          <a:p>
            <a:pPr lvl="1"/>
            <a:r>
              <a:rPr lang="en-US" dirty="0"/>
              <a:t>Short body text</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0" y="14287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2" name="Content Placeholder 3">
            <a:extLst>
              <a:ext uri="{FF2B5EF4-FFF2-40B4-BE49-F238E27FC236}">
                <a16:creationId xmlns:a16="http://schemas.microsoft.com/office/drawing/2014/main" id="{CF2C3E51-2315-174E-85AB-DC5362D83E82}"/>
              </a:ext>
            </a:extLst>
          </p:cNvPr>
          <p:cNvSpPr>
            <a:spLocks noGrp="1"/>
          </p:cNvSpPr>
          <p:nvPr>
            <p:ph sz="quarter" idx="18" hasCustomPrompt="1"/>
          </p:nvPr>
        </p:nvSpPr>
        <p:spPr>
          <a:xfrm>
            <a:off x="1634717" y="2881010"/>
            <a:ext cx="1634721" cy="685801"/>
          </a:xfrm>
          <a:solidFill>
            <a:schemeClr val="tx2"/>
          </a:solidFill>
        </p:spPr>
        <p:txBody>
          <a:bodyPr lIns="137160" tIns="137160" rIns="274320" bIns="45720" anchor="b" anchorCtr="0">
            <a:noAutofit/>
          </a:bodyPr>
          <a:lstStyle>
            <a:lvl1pPr marL="0" indent="0">
              <a:buNone/>
              <a:defRPr sz="12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3" name="Content Placeholder 3">
            <a:extLst>
              <a:ext uri="{FF2B5EF4-FFF2-40B4-BE49-F238E27FC236}">
                <a16:creationId xmlns:a16="http://schemas.microsoft.com/office/drawing/2014/main" id="{D082C563-7E09-194A-B0C7-0427D9FEA226}"/>
              </a:ext>
            </a:extLst>
          </p:cNvPr>
          <p:cNvSpPr>
            <a:spLocks noGrp="1"/>
          </p:cNvSpPr>
          <p:nvPr>
            <p:ph sz="quarter" idx="19" hasCustomPrompt="1"/>
          </p:nvPr>
        </p:nvSpPr>
        <p:spPr>
          <a:xfrm>
            <a:off x="1634717" y="3562351"/>
            <a:ext cx="1634721" cy="1295400"/>
          </a:xfrm>
          <a:solidFill>
            <a:schemeClr val="tx2"/>
          </a:solidFill>
        </p:spPr>
        <p:txBody>
          <a:bodyPr lIns="137160" tIns="45720" rIns="274320" bIns="137160">
            <a:normAutofit/>
          </a:bodyPr>
          <a:lstStyle>
            <a:lvl1pPr>
              <a:defRPr>
                <a:solidFill>
                  <a:schemeClr val="bg2"/>
                </a:solidFill>
              </a:defRPr>
            </a:lvl1pPr>
            <a:lvl2pPr marL="6350" indent="0">
              <a:buFont typeface="Arial" panose="020B0604020202020204" pitchFamily="34" charset="0"/>
              <a:buNone/>
              <a:tabLst/>
              <a:defRPr sz="1100">
                <a:solidFill>
                  <a:schemeClr val="bg2"/>
                </a:solidFill>
              </a:defRPr>
            </a:lvl2pPr>
            <a:lvl3pPr>
              <a:defRPr>
                <a:solidFill>
                  <a:schemeClr val="bg2"/>
                </a:solidFill>
              </a:defRPr>
            </a:lvl3pPr>
          </a:lstStyle>
          <a:p>
            <a:pPr lvl="1"/>
            <a:r>
              <a:rPr lang="en-US" dirty="0"/>
              <a:t>Short body text</a:t>
            </a:r>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3271058" y="436766"/>
            <a:ext cx="5872941" cy="4706734"/>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Full GUI image ONLY, cropped off the bottom and off the right side!</a:t>
            </a:r>
          </a:p>
        </p:txBody>
      </p:sp>
    </p:spTree>
    <p:extLst>
      <p:ext uri="{BB962C8B-B14F-4D97-AF65-F5344CB8AC3E}">
        <p14:creationId xmlns:p14="http://schemas.microsoft.com/office/powerpoint/2010/main" val="1212221269"/>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ropped GUI image, Title, Bulle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userDrawn="1"/>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914400" y="742950"/>
            <a:ext cx="2971801" cy="44005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234180" y="1009650"/>
            <a:ext cx="422402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234180" y="2190750"/>
            <a:ext cx="422402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501277206"/>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Cropped GUI image, Title, Subtitle with body 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userDrawn="1"/>
        </p:nvSpPr>
        <p:spPr>
          <a:xfrm>
            <a:off x="0" y="2603500"/>
            <a:ext cx="9144000" cy="2539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762000" y="742950"/>
            <a:ext cx="3124200" cy="44005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234179" y="1009650"/>
            <a:ext cx="4355321" cy="91440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25" name="Content Placeholder 3">
            <a:extLst>
              <a:ext uri="{FF2B5EF4-FFF2-40B4-BE49-F238E27FC236}">
                <a16:creationId xmlns:a16="http://schemas.microsoft.com/office/drawing/2014/main" id="{CDB8CB3B-090E-084B-9773-1D5AA8B26B3D}"/>
              </a:ext>
            </a:extLst>
          </p:cNvPr>
          <p:cNvSpPr>
            <a:spLocks noGrp="1"/>
          </p:cNvSpPr>
          <p:nvPr>
            <p:ph sz="quarter" idx="19" hasCustomPrompt="1"/>
          </p:nvPr>
        </p:nvSpPr>
        <p:spPr>
          <a:xfrm>
            <a:off x="4233401" y="2603499"/>
            <a:ext cx="210312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94DC190C-3A71-1240-860F-43C561E0C456}"/>
              </a:ext>
            </a:extLst>
          </p:cNvPr>
          <p:cNvSpPr>
            <a:spLocks noGrp="1"/>
          </p:cNvSpPr>
          <p:nvPr>
            <p:ph sz="quarter" idx="21" hasCustomPrompt="1"/>
          </p:nvPr>
        </p:nvSpPr>
        <p:spPr>
          <a:xfrm>
            <a:off x="6497206" y="2603499"/>
            <a:ext cx="2103119"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1" name="Content Placeholder 3">
            <a:extLst>
              <a:ext uri="{FF2B5EF4-FFF2-40B4-BE49-F238E27FC236}">
                <a16:creationId xmlns:a16="http://schemas.microsoft.com/office/drawing/2014/main" id="{5DF5F889-043E-614B-93E1-565AC48AF894}"/>
              </a:ext>
            </a:extLst>
          </p:cNvPr>
          <p:cNvSpPr>
            <a:spLocks noGrp="1"/>
          </p:cNvSpPr>
          <p:nvPr>
            <p:ph sz="half" idx="22" hasCustomPrompt="1"/>
          </p:nvPr>
        </p:nvSpPr>
        <p:spPr>
          <a:xfrm>
            <a:off x="4233401" y="2960014"/>
            <a:ext cx="2103121" cy="1743114"/>
          </a:xfrm>
          <a:prstGeom prst="rect">
            <a:avLst/>
          </a:prstGeom>
          <a:solidFill>
            <a:schemeClr val="bg1">
              <a:lumMod val="95000"/>
            </a:schemeClr>
          </a:solidFill>
          <a:ln w="6350">
            <a:solidFill>
              <a:schemeClr val="bg1">
                <a:lumMod val="95000"/>
              </a:schemeClr>
            </a:solidFill>
          </a:ln>
        </p:spPr>
        <p:txBody>
          <a:bodyPr lIns="137160" rIns="137160" bIns="91440">
            <a:normAutofit/>
          </a:bodyPr>
          <a:lstStyle>
            <a:lvl1pPr>
              <a:lnSpc>
                <a:spcPct val="100000"/>
              </a:lnSpc>
              <a:defRPr sz="12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Bullets all on the same level or body text (no sub bullets)</a:t>
            </a:r>
          </a:p>
          <a:p>
            <a:pPr lvl="1"/>
            <a:r>
              <a:rPr lang="en-US" dirty="0"/>
              <a:t>Second level</a:t>
            </a:r>
          </a:p>
        </p:txBody>
      </p:sp>
      <p:sp>
        <p:nvSpPr>
          <p:cNvPr id="12" name="Content Placeholder 3">
            <a:extLst>
              <a:ext uri="{FF2B5EF4-FFF2-40B4-BE49-F238E27FC236}">
                <a16:creationId xmlns:a16="http://schemas.microsoft.com/office/drawing/2014/main" id="{A44797D5-5F10-264E-8C89-F35D0593B862}"/>
              </a:ext>
            </a:extLst>
          </p:cNvPr>
          <p:cNvSpPr>
            <a:spLocks noGrp="1"/>
          </p:cNvSpPr>
          <p:nvPr>
            <p:ph sz="half" idx="23" hasCustomPrompt="1"/>
          </p:nvPr>
        </p:nvSpPr>
        <p:spPr>
          <a:xfrm>
            <a:off x="6497207" y="2960014"/>
            <a:ext cx="2103121" cy="1743114"/>
          </a:xfrm>
          <a:prstGeom prst="rect">
            <a:avLst/>
          </a:prstGeom>
          <a:solidFill>
            <a:schemeClr val="bg1">
              <a:lumMod val="95000"/>
            </a:schemeClr>
          </a:solidFill>
          <a:ln w="6350">
            <a:solidFill>
              <a:schemeClr val="bg1">
                <a:lumMod val="95000"/>
              </a:schemeClr>
            </a:solidFill>
          </a:ln>
        </p:spPr>
        <p:txBody>
          <a:bodyPr lIns="137160" rIns="137160" bIns="91440">
            <a:normAutofit/>
          </a:bodyPr>
          <a:lstStyle>
            <a:lvl1pPr>
              <a:lnSpc>
                <a:spcPct val="100000"/>
              </a:lnSpc>
              <a:defRPr sz="12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Bullets all on the same level or body text (no sub bullets)</a:t>
            </a:r>
          </a:p>
          <a:p>
            <a:pPr lvl="1"/>
            <a:r>
              <a:rPr lang="en-US" dirty="0"/>
              <a:t>Second level</a:t>
            </a:r>
          </a:p>
        </p:txBody>
      </p:sp>
    </p:spTree>
    <p:extLst>
      <p:ext uri="{BB962C8B-B14F-4D97-AF65-F5344CB8AC3E}">
        <p14:creationId xmlns:p14="http://schemas.microsoft.com/office/powerpoint/2010/main" val="3483426607"/>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tle, body text, 1 image, 2 subtitles with body text V1">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3276600" y="438149"/>
            <a:ext cx="5867400" cy="4267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ntent Placeholder 3">
            <a:extLst>
              <a:ext uri="{FF2B5EF4-FFF2-40B4-BE49-F238E27FC236}">
                <a16:creationId xmlns:a16="http://schemas.microsoft.com/office/drawing/2014/main" id="{3E121484-A153-5748-BC2B-E272C94905DD}"/>
              </a:ext>
            </a:extLst>
          </p:cNvPr>
          <p:cNvSpPr>
            <a:spLocks noGrp="1"/>
          </p:cNvSpPr>
          <p:nvPr>
            <p:ph sz="quarter" idx="17" hasCustomPrompt="1"/>
          </p:nvPr>
        </p:nvSpPr>
        <p:spPr>
          <a:xfrm>
            <a:off x="3275214" y="433531"/>
            <a:ext cx="5944986" cy="4267201"/>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vertical image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hasCustomPrompt="1"/>
          </p:nvPr>
        </p:nvSpPr>
        <p:spPr>
          <a:xfrm>
            <a:off x="457200" y="1276350"/>
            <a:ext cx="2417762" cy="80010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dirty="0"/>
              <a:t>Content slide for product </a:t>
            </a:r>
          </a:p>
        </p:txBody>
      </p:sp>
      <p:sp>
        <p:nvSpPr>
          <p:cNvPr id="19" name="Content Placeholder 3">
            <a:extLst>
              <a:ext uri="{FF2B5EF4-FFF2-40B4-BE49-F238E27FC236}">
                <a16:creationId xmlns:a16="http://schemas.microsoft.com/office/drawing/2014/main" id="{0039C83E-2396-3041-88D2-08BED1B90FB3}"/>
              </a:ext>
            </a:extLst>
          </p:cNvPr>
          <p:cNvSpPr>
            <a:spLocks noGrp="1"/>
          </p:cNvSpPr>
          <p:nvPr>
            <p:ph sz="half" idx="10" hasCustomPrompt="1"/>
          </p:nvPr>
        </p:nvSpPr>
        <p:spPr>
          <a:xfrm>
            <a:off x="457201" y="2076450"/>
            <a:ext cx="2417762" cy="27051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8C71EA4F-0AEB-704F-B2AF-EC325862EE69}"/>
              </a:ext>
            </a:extLst>
          </p:cNvPr>
          <p:cNvSpPr>
            <a:spLocks noGrp="1"/>
          </p:cNvSpPr>
          <p:nvPr>
            <p:ph sz="quarter" idx="12" hasCustomPrompt="1"/>
          </p:nvPr>
        </p:nvSpPr>
        <p:spPr>
          <a:xfrm>
            <a:off x="6766560" y="285750"/>
            <a:ext cx="1920240" cy="1295400"/>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Content Placeholder 3">
            <a:extLst>
              <a:ext uri="{FF2B5EF4-FFF2-40B4-BE49-F238E27FC236}">
                <a16:creationId xmlns:a16="http://schemas.microsoft.com/office/drawing/2014/main" id="{C06C8869-223C-D542-9653-176927B288AF}"/>
              </a:ext>
            </a:extLst>
          </p:cNvPr>
          <p:cNvSpPr>
            <a:spLocks noGrp="1"/>
          </p:cNvSpPr>
          <p:nvPr>
            <p:ph sz="quarter" idx="13" hasCustomPrompt="1"/>
          </p:nvPr>
        </p:nvSpPr>
        <p:spPr>
          <a:xfrm>
            <a:off x="6766560" y="2647950"/>
            <a:ext cx="1920240" cy="9144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3" name="Content Placeholder 3">
            <a:extLst>
              <a:ext uri="{FF2B5EF4-FFF2-40B4-BE49-F238E27FC236}">
                <a16:creationId xmlns:a16="http://schemas.microsoft.com/office/drawing/2014/main" id="{AE788E41-A610-5040-A8C2-BD70D9EF3D9B}"/>
              </a:ext>
            </a:extLst>
          </p:cNvPr>
          <p:cNvSpPr>
            <a:spLocks noGrp="1"/>
          </p:cNvSpPr>
          <p:nvPr>
            <p:ph sz="quarter" idx="15" hasCustomPrompt="1"/>
          </p:nvPr>
        </p:nvSpPr>
        <p:spPr>
          <a:xfrm>
            <a:off x="6766560" y="1583327"/>
            <a:ext cx="1920240" cy="1064623"/>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24" name="Content Placeholder 3">
            <a:extLst>
              <a:ext uri="{FF2B5EF4-FFF2-40B4-BE49-F238E27FC236}">
                <a16:creationId xmlns:a16="http://schemas.microsoft.com/office/drawing/2014/main" id="{29BFBEF6-E451-974A-8990-AD98550A94D1}"/>
              </a:ext>
            </a:extLst>
          </p:cNvPr>
          <p:cNvSpPr>
            <a:spLocks noGrp="1"/>
          </p:cNvSpPr>
          <p:nvPr>
            <p:ph sz="quarter" idx="16" hasCustomPrompt="1"/>
          </p:nvPr>
        </p:nvSpPr>
        <p:spPr>
          <a:xfrm>
            <a:off x="6766560" y="3562351"/>
            <a:ext cx="1920240" cy="129539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Tree>
    <p:extLst>
      <p:ext uri="{BB962C8B-B14F-4D97-AF65-F5344CB8AC3E}">
        <p14:creationId xmlns:p14="http://schemas.microsoft.com/office/powerpoint/2010/main" val="2263143534"/>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itle, body text, 1 image, 2 subtitles with body text V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3276600" y="438149"/>
            <a:ext cx="5867400" cy="4267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ntent Placeholder 3">
            <a:extLst>
              <a:ext uri="{FF2B5EF4-FFF2-40B4-BE49-F238E27FC236}">
                <a16:creationId xmlns:a16="http://schemas.microsoft.com/office/drawing/2014/main" id="{47CEDFB9-61FB-664C-B8CB-B9845B0708A7}"/>
              </a:ext>
            </a:extLst>
          </p:cNvPr>
          <p:cNvSpPr>
            <a:spLocks noGrp="1"/>
          </p:cNvSpPr>
          <p:nvPr>
            <p:ph sz="quarter" idx="21" hasCustomPrompt="1"/>
          </p:nvPr>
        </p:nvSpPr>
        <p:spPr>
          <a:xfrm>
            <a:off x="3275214" y="433531"/>
            <a:ext cx="5944986" cy="4267201"/>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0" y="1276350"/>
            <a:ext cx="2417762" cy="80010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9" name="Content Placeholder 3">
            <a:extLst>
              <a:ext uri="{FF2B5EF4-FFF2-40B4-BE49-F238E27FC236}">
                <a16:creationId xmlns:a16="http://schemas.microsoft.com/office/drawing/2014/main" id="{3E06FF7B-3429-C644-8CBA-4E520851CCC1}"/>
              </a:ext>
            </a:extLst>
          </p:cNvPr>
          <p:cNvSpPr>
            <a:spLocks noGrp="1"/>
          </p:cNvSpPr>
          <p:nvPr>
            <p:ph sz="quarter" idx="17" hasCustomPrompt="1"/>
          </p:nvPr>
        </p:nvSpPr>
        <p:spPr>
          <a:xfrm>
            <a:off x="6766560" y="2878462"/>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1" name="Content Placeholder 3">
            <a:extLst>
              <a:ext uri="{FF2B5EF4-FFF2-40B4-BE49-F238E27FC236}">
                <a16:creationId xmlns:a16="http://schemas.microsoft.com/office/drawing/2014/main" id="{529BFA4C-0FA9-8A4B-A56D-5092DC42B69F}"/>
              </a:ext>
            </a:extLst>
          </p:cNvPr>
          <p:cNvSpPr>
            <a:spLocks noGrp="1"/>
          </p:cNvSpPr>
          <p:nvPr>
            <p:ph sz="quarter" idx="18" hasCustomPrompt="1"/>
          </p:nvPr>
        </p:nvSpPr>
        <p:spPr>
          <a:xfrm>
            <a:off x="6766560" y="3568881"/>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7" name="Content Placeholder 3">
            <a:extLst>
              <a:ext uri="{FF2B5EF4-FFF2-40B4-BE49-F238E27FC236}">
                <a16:creationId xmlns:a16="http://schemas.microsoft.com/office/drawing/2014/main" id="{6F0A16B3-E5A2-F142-A60B-3ABD6B4C506E}"/>
              </a:ext>
            </a:extLst>
          </p:cNvPr>
          <p:cNvSpPr>
            <a:spLocks noGrp="1"/>
          </p:cNvSpPr>
          <p:nvPr>
            <p:ph sz="quarter" idx="19" hasCustomPrompt="1"/>
          </p:nvPr>
        </p:nvSpPr>
        <p:spPr>
          <a:xfrm>
            <a:off x="4746172" y="2878462"/>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8" name="Content Placeholder 3">
            <a:extLst>
              <a:ext uri="{FF2B5EF4-FFF2-40B4-BE49-F238E27FC236}">
                <a16:creationId xmlns:a16="http://schemas.microsoft.com/office/drawing/2014/main" id="{261E8B46-9EEF-7442-99EE-163C31DA533A}"/>
              </a:ext>
            </a:extLst>
          </p:cNvPr>
          <p:cNvSpPr>
            <a:spLocks noGrp="1"/>
          </p:cNvSpPr>
          <p:nvPr>
            <p:ph sz="quarter" idx="20" hasCustomPrompt="1"/>
          </p:nvPr>
        </p:nvSpPr>
        <p:spPr>
          <a:xfrm>
            <a:off x="4746172" y="3568881"/>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13" name="Content Placeholder 3">
            <a:extLst>
              <a:ext uri="{FF2B5EF4-FFF2-40B4-BE49-F238E27FC236}">
                <a16:creationId xmlns:a16="http://schemas.microsoft.com/office/drawing/2014/main" id="{EBEB5B93-0024-7142-918B-08276C405FC0}"/>
              </a:ext>
            </a:extLst>
          </p:cNvPr>
          <p:cNvSpPr>
            <a:spLocks noGrp="1"/>
          </p:cNvSpPr>
          <p:nvPr>
            <p:ph sz="half" idx="10" hasCustomPrompt="1"/>
          </p:nvPr>
        </p:nvSpPr>
        <p:spPr>
          <a:xfrm>
            <a:off x="457201" y="2076450"/>
            <a:ext cx="2417762" cy="27051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Tree>
    <p:extLst>
      <p:ext uri="{BB962C8B-B14F-4D97-AF65-F5344CB8AC3E}">
        <p14:creationId xmlns:p14="http://schemas.microsoft.com/office/powerpoint/2010/main" val="3511710862"/>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itle, 1 image, 2 subtitles with body text ">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0" y="2228850"/>
            <a:ext cx="9144000" cy="29146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Content Placeholder 3">
            <a:extLst>
              <a:ext uri="{FF2B5EF4-FFF2-40B4-BE49-F238E27FC236}">
                <a16:creationId xmlns:a16="http://schemas.microsoft.com/office/drawing/2014/main" id="{C1410587-1BDD-7048-AF53-8DFCD2C586EC}"/>
              </a:ext>
            </a:extLst>
          </p:cNvPr>
          <p:cNvSpPr>
            <a:spLocks noGrp="1"/>
          </p:cNvSpPr>
          <p:nvPr>
            <p:ph sz="quarter" idx="17" hasCustomPrompt="1"/>
          </p:nvPr>
        </p:nvSpPr>
        <p:spPr>
          <a:xfrm>
            <a:off x="0" y="2228850"/>
            <a:ext cx="9144000" cy="291592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imagery </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0" y="1181100"/>
            <a:ext cx="4572000" cy="80010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19" name="Content Placeholder 3">
            <a:extLst>
              <a:ext uri="{FF2B5EF4-FFF2-40B4-BE49-F238E27FC236}">
                <a16:creationId xmlns:a16="http://schemas.microsoft.com/office/drawing/2014/main" id="{9D9E0323-2132-924E-B4B6-B65DEFACA051}"/>
              </a:ext>
            </a:extLst>
          </p:cNvPr>
          <p:cNvSpPr>
            <a:spLocks noGrp="1"/>
          </p:cNvSpPr>
          <p:nvPr>
            <p:ph sz="quarter" idx="12" hasCustomPrompt="1"/>
          </p:nvPr>
        </p:nvSpPr>
        <p:spPr>
          <a:xfrm>
            <a:off x="6400800" y="285750"/>
            <a:ext cx="2196352" cy="1295400"/>
          </a:xfrm>
          <a:solidFill>
            <a:schemeClr val="tx2"/>
          </a:solidFill>
        </p:spPr>
        <p:txBody>
          <a:bodyPr lIns="137160" tIns="137160" rIns="9144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0" name="Content Placeholder 3">
            <a:extLst>
              <a:ext uri="{FF2B5EF4-FFF2-40B4-BE49-F238E27FC236}">
                <a16:creationId xmlns:a16="http://schemas.microsoft.com/office/drawing/2014/main" id="{73CF75C6-D2B9-2B40-86C2-61E17A7E58DA}"/>
              </a:ext>
            </a:extLst>
          </p:cNvPr>
          <p:cNvSpPr>
            <a:spLocks noGrp="1"/>
          </p:cNvSpPr>
          <p:nvPr>
            <p:ph sz="quarter" idx="13" hasCustomPrompt="1"/>
          </p:nvPr>
        </p:nvSpPr>
        <p:spPr>
          <a:xfrm>
            <a:off x="6400800" y="2647950"/>
            <a:ext cx="2196352" cy="9144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1" name="Content Placeholder 3">
            <a:extLst>
              <a:ext uri="{FF2B5EF4-FFF2-40B4-BE49-F238E27FC236}">
                <a16:creationId xmlns:a16="http://schemas.microsoft.com/office/drawing/2014/main" id="{EAF63C98-5ADC-4744-8C2C-754CFCA2A7C7}"/>
              </a:ext>
            </a:extLst>
          </p:cNvPr>
          <p:cNvSpPr>
            <a:spLocks noGrp="1"/>
          </p:cNvSpPr>
          <p:nvPr>
            <p:ph sz="quarter" idx="15" hasCustomPrompt="1"/>
          </p:nvPr>
        </p:nvSpPr>
        <p:spPr>
          <a:xfrm>
            <a:off x="6400800" y="1583327"/>
            <a:ext cx="2196352" cy="1064623"/>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22" name="Content Placeholder 3">
            <a:extLst>
              <a:ext uri="{FF2B5EF4-FFF2-40B4-BE49-F238E27FC236}">
                <a16:creationId xmlns:a16="http://schemas.microsoft.com/office/drawing/2014/main" id="{60F589EC-28F7-6547-A1E0-FD934D9C4717}"/>
              </a:ext>
            </a:extLst>
          </p:cNvPr>
          <p:cNvSpPr>
            <a:spLocks noGrp="1"/>
          </p:cNvSpPr>
          <p:nvPr>
            <p:ph sz="quarter" idx="16" hasCustomPrompt="1"/>
          </p:nvPr>
        </p:nvSpPr>
        <p:spPr>
          <a:xfrm>
            <a:off x="6400800" y="3562350"/>
            <a:ext cx="2196352" cy="1574620"/>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Tree>
    <p:extLst>
      <p:ext uri="{BB962C8B-B14F-4D97-AF65-F5344CB8AC3E}">
        <p14:creationId xmlns:p14="http://schemas.microsoft.com/office/powerpoint/2010/main" val="2117430490"/>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1 Image, Title, option for body tex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0" y="2228850"/>
            <a:ext cx="9144000" cy="29146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0" y="1181100"/>
            <a:ext cx="3429001" cy="80010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A4AE68C5-CD5D-4844-949B-A40D77CF7FF9}"/>
              </a:ext>
            </a:extLst>
          </p:cNvPr>
          <p:cNvSpPr>
            <a:spLocks noGrp="1"/>
          </p:cNvSpPr>
          <p:nvPr>
            <p:ph sz="half" idx="10" hasCustomPrompt="1"/>
          </p:nvPr>
        </p:nvSpPr>
        <p:spPr>
          <a:xfrm>
            <a:off x="4336774" y="1047749"/>
            <a:ext cx="4343400" cy="933451"/>
          </a:xfrm>
          <a:prstGeom prst="rect">
            <a:avLst/>
          </a:prstGeom>
        </p:spPr>
        <p:txBody>
          <a:bodyPr anchor="b">
            <a:normAutofit/>
          </a:bodyPr>
          <a:lstStyle>
            <a:lvl1pPr marL="0" indent="0">
              <a:lnSpc>
                <a:spcPct val="100000"/>
              </a:lnSpc>
              <a:buNone/>
              <a:defRPr sz="1400">
                <a:solidFill>
                  <a:srgbClr val="393A39"/>
                </a:solidFill>
                <a:latin typeface="Lato" panose="020F0502020204030203" pitchFamily="34" charset="0"/>
              </a:defRPr>
            </a:lvl1pPr>
            <a:lvl2pPr marL="292100" indent="0">
              <a:lnSpc>
                <a:spcPct val="100000"/>
              </a:lnSpc>
              <a:buFont typeface="Arial" panose="020B0604020202020204" pitchFamily="34" charset="0"/>
              <a:buNone/>
              <a:defRPr sz="1200">
                <a:solidFill>
                  <a:srgbClr val="393A39"/>
                </a:solidFill>
                <a:latin typeface="Lato" panose="020F0502020204030203" pitchFamily="34" charset="0"/>
              </a:defRPr>
            </a:lvl2pPr>
            <a:lvl3pPr marL="576262" indent="0">
              <a:lnSpc>
                <a:spcPct val="100000"/>
              </a:lnSpc>
              <a:buNone/>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Body text ONLY 2-3 lines max</a:t>
            </a:r>
          </a:p>
        </p:txBody>
      </p:sp>
      <p:sp>
        <p:nvSpPr>
          <p:cNvPr id="9" name="Content Placeholder 3">
            <a:extLst>
              <a:ext uri="{FF2B5EF4-FFF2-40B4-BE49-F238E27FC236}">
                <a16:creationId xmlns:a16="http://schemas.microsoft.com/office/drawing/2014/main" id="{21EE6DDC-9DF0-0C4F-AFDB-C9D531F30959}"/>
              </a:ext>
            </a:extLst>
          </p:cNvPr>
          <p:cNvSpPr>
            <a:spLocks noGrp="1"/>
          </p:cNvSpPr>
          <p:nvPr>
            <p:ph sz="quarter" idx="17" hasCustomPrompt="1"/>
          </p:nvPr>
        </p:nvSpPr>
        <p:spPr>
          <a:xfrm>
            <a:off x="0" y="2228850"/>
            <a:ext cx="9144000" cy="291592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a:t>
            </a:r>
          </a:p>
        </p:txBody>
      </p:sp>
      <p:sp>
        <p:nvSpPr>
          <p:cNvPr id="6" name="Text Placeholder 2">
            <a:extLst>
              <a:ext uri="{FF2B5EF4-FFF2-40B4-BE49-F238E27FC236}">
                <a16:creationId xmlns:a16="http://schemas.microsoft.com/office/drawing/2014/main" id="{9C9FBA76-EC57-5B44-B1FE-EAEF7BA59C51}"/>
              </a:ext>
            </a:extLst>
          </p:cNvPr>
          <p:cNvSpPr>
            <a:spLocks noGrp="1"/>
          </p:cNvSpPr>
          <p:nvPr>
            <p:ph type="body" sz="quarter" idx="18" hasCustomPrompt="1"/>
          </p:nvPr>
        </p:nvSpPr>
        <p:spPr>
          <a:xfrm>
            <a:off x="97022" y="4854151"/>
            <a:ext cx="3103378" cy="304800"/>
          </a:xfrm>
        </p:spPr>
        <p:txBody>
          <a:bodyPr>
            <a:normAutofit/>
          </a:bodyPr>
          <a:lstStyle>
            <a:lvl1pPr marL="0" indent="0">
              <a:buNone/>
              <a:defRPr sz="900" b="0" i="1">
                <a:solidFill>
                  <a:schemeClr val="accent5"/>
                </a:solidFill>
                <a:latin typeface="Lato" panose="020F0502020204030203" pitchFamily="34" charset="77"/>
              </a:defRPr>
            </a:lvl1pPr>
            <a:lvl2pPr marL="457200" indent="0">
              <a:buNone/>
              <a:defRPr/>
            </a:lvl2pPr>
            <a:lvl3pPr marL="914400" indent="0">
              <a:buNone/>
              <a:defRPr/>
            </a:lvl3pPr>
          </a:lstStyle>
          <a:p>
            <a:pPr lvl="0"/>
            <a:r>
              <a:rPr lang="en-US" dirty="0"/>
              <a:t>Short  caption in this style only if necessary</a:t>
            </a:r>
          </a:p>
        </p:txBody>
      </p:sp>
    </p:spTree>
    <p:extLst>
      <p:ext uri="{BB962C8B-B14F-4D97-AF65-F5344CB8AC3E}">
        <p14:creationId xmlns:p14="http://schemas.microsoft.com/office/powerpoint/2010/main" val="986537332"/>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1 Image, Title, 4 subtitles with body tex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0" y="0"/>
            <a:ext cx="9144000" cy="29146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3">
            <a:extLst>
              <a:ext uri="{FF2B5EF4-FFF2-40B4-BE49-F238E27FC236}">
                <a16:creationId xmlns:a16="http://schemas.microsoft.com/office/drawing/2014/main" id="{C55A5EC6-0073-7947-BBE4-21D6DE8230A6}"/>
              </a:ext>
            </a:extLst>
          </p:cNvPr>
          <p:cNvSpPr>
            <a:spLocks noGrp="1"/>
          </p:cNvSpPr>
          <p:nvPr>
            <p:ph sz="quarter" idx="19" hasCustomPrompt="1"/>
          </p:nvPr>
        </p:nvSpPr>
        <p:spPr>
          <a:xfrm>
            <a:off x="457200" y="3465021"/>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5" name="Content Placeholder 3">
            <a:extLst>
              <a:ext uri="{FF2B5EF4-FFF2-40B4-BE49-F238E27FC236}">
                <a16:creationId xmlns:a16="http://schemas.microsoft.com/office/drawing/2014/main" id="{3ECEF5C8-D625-7D48-953E-B6AF1C1C6455}"/>
              </a:ext>
            </a:extLst>
          </p:cNvPr>
          <p:cNvSpPr>
            <a:spLocks noGrp="1"/>
          </p:cNvSpPr>
          <p:nvPr>
            <p:ph sz="quarter" idx="20" hasCustomPrompt="1"/>
          </p:nvPr>
        </p:nvSpPr>
        <p:spPr>
          <a:xfrm>
            <a:off x="4572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6" name="Content Placeholder 3">
            <a:extLst>
              <a:ext uri="{FF2B5EF4-FFF2-40B4-BE49-F238E27FC236}">
                <a16:creationId xmlns:a16="http://schemas.microsoft.com/office/drawing/2014/main" id="{2EB91B49-F488-C145-AFFE-02764827CF01}"/>
              </a:ext>
            </a:extLst>
          </p:cNvPr>
          <p:cNvSpPr>
            <a:spLocks noGrp="1"/>
          </p:cNvSpPr>
          <p:nvPr>
            <p:ph sz="quarter" idx="21" hasCustomPrompt="1"/>
          </p:nvPr>
        </p:nvSpPr>
        <p:spPr>
          <a:xfrm>
            <a:off x="2590800" y="3465021"/>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AF43D2FE-FD2D-9A46-AA7F-01AA07355C0E}"/>
              </a:ext>
            </a:extLst>
          </p:cNvPr>
          <p:cNvSpPr>
            <a:spLocks noGrp="1"/>
          </p:cNvSpPr>
          <p:nvPr>
            <p:ph sz="quarter" idx="22" hasCustomPrompt="1"/>
          </p:nvPr>
        </p:nvSpPr>
        <p:spPr>
          <a:xfrm>
            <a:off x="25908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26" name="Content Placeholder 3">
            <a:extLst>
              <a:ext uri="{FF2B5EF4-FFF2-40B4-BE49-F238E27FC236}">
                <a16:creationId xmlns:a16="http://schemas.microsoft.com/office/drawing/2014/main" id="{812EEC76-2279-374F-8B62-D1B9694094F0}"/>
              </a:ext>
            </a:extLst>
          </p:cNvPr>
          <p:cNvSpPr>
            <a:spLocks noGrp="1"/>
          </p:cNvSpPr>
          <p:nvPr>
            <p:ph sz="quarter" idx="23" hasCustomPrompt="1"/>
          </p:nvPr>
        </p:nvSpPr>
        <p:spPr>
          <a:xfrm>
            <a:off x="4724400" y="3471551"/>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87BCBA6B-67C3-6043-925B-200179A70E1E}"/>
              </a:ext>
            </a:extLst>
          </p:cNvPr>
          <p:cNvSpPr>
            <a:spLocks noGrp="1"/>
          </p:cNvSpPr>
          <p:nvPr>
            <p:ph sz="quarter" idx="24" hasCustomPrompt="1"/>
          </p:nvPr>
        </p:nvSpPr>
        <p:spPr>
          <a:xfrm>
            <a:off x="4724400" y="383459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28" name="Content Placeholder 3">
            <a:extLst>
              <a:ext uri="{FF2B5EF4-FFF2-40B4-BE49-F238E27FC236}">
                <a16:creationId xmlns:a16="http://schemas.microsoft.com/office/drawing/2014/main" id="{2FAE9328-9470-0848-AC2C-8C50A5877CD5}"/>
              </a:ext>
            </a:extLst>
          </p:cNvPr>
          <p:cNvSpPr>
            <a:spLocks noGrp="1"/>
          </p:cNvSpPr>
          <p:nvPr>
            <p:ph sz="quarter" idx="25" hasCustomPrompt="1"/>
          </p:nvPr>
        </p:nvSpPr>
        <p:spPr>
          <a:xfrm>
            <a:off x="6858000" y="3465021"/>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9" name="Content Placeholder 3">
            <a:extLst>
              <a:ext uri="{FF2B5EF4-FFF2-40B4-BE49-F238E27FC236}">
                <a16:creationId xmlns:a16="http://schemas.microsoft.com/office/drawing/2014/main" id="{0B1D0407-5C33-864A-BF68-513C16B32567}"/>
              </a:ext>
            </a:extLst>
          </p:cNvPr>
          <p:cNvSpPr>
            <a:spLocks noGrp="1"/>
          </p:cNvSpPr>
          <p:nvPr>
            <p:ph sz="quarter" idx="26" hasCustomPrompt="1"/>
          </p:nvPr>
        </p:nvSpPr>
        <p:spPr>
          <a:xfrm>
            <a:off x="68580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pic>
        <p:nvPicPr>
          <p:cNvPr id="19" name="Picture 18">
            <a:extLst>
              <a:ext uri="{FF2B5EF4-FFF2-40B4-BE49-F238E27FC236}">
                <a16:creationId xmlns:a16="http://schemas.microsoft.com/office/drawing/2014/main" id="{12314A6A-139E-B045-A7B0-62EE8C195F54}"/>
              </a:ext>
            </a:extLst>
          </p:cNvPr>
          <p:cNvPicPr>
            <a:picLocks noChangeAspect="1"/>
          </p:cNvPicPr>
          <p:nvPr userDrawn="1"/>
        </p:nvPicPr>
        <p:blipFill rotWithShape="1">
          <a:blip r:embed="rId2"/>
          <a:srcRect l="24096"/>
          <a:stretch/>
        </p:blipFill>
        <p:spPr>
          <a:xfrm>
            <a:off x="0" y="115217"/>
            <a:ext cx="1066800" cy="287051"/>
          </a:xfrm>
          <a:prstGeom prst="rect">
            <a:avLst/>
          </a:prstGeom>
        </p:spPr>
      </p:pic>
      <p:pic>
        <p:nvPicPr>
          <p:cNvPr id="20" name="Picture 19">
            <a:extLst>
              <a:ext uri="{FF2B5EF4-FFF2-40B4-BE49-F238E27FC236}">
                <a16:creationId xmlns:a16="http://schemas.microsoft.com/office/drawing/2014/main" id="{C764D7F7-BB88-854E-82C8-FA0A21E4A86E}"/>
              </a:ext>
            </a:extLst>
          </p:cNvPr>
          <p:cNvPicPr>
            <a:picLocks noChangeAspect="1"/>
          </p:cNvPicPr>
          <p:nvPr userDrawn="1"/>
        </p:nvPicPr>
        <p:blipFill>
          <a:blip r:embed="rId3"/>
          <a:stretch>
            <a:fillRect/>
          </a:stretch>
        </p:blipFill>
        <p:spPr>
          <a:xfrm>
            <a:off x="115778" y="223913"/>
            <a:ext cx="752320" cy="69658"/>
          </a:xfrm>
          <a:prstGeom prst="rect">
            <a:avLst/>
          </a:prstGeom>
        </p:spPr>
      </p:pic>
      <p:sp>
        <p:nvSpPr>
          <p:cNvPr id="32" name="Content Placeholder 3">
            <a:extLst>
              <a:ext uri="{FF2B5EF4-FFF2-40B4-BE49-F238E27FC236}">
                <a16:creationId xmlns:a16="http://schemas.microsoft.com/office/drawing/2014/main" id="{08F8115A-52B0-214C-9121-EF7CCB7F0CB0}"/>
              </a:ext>
            </a:extLst>
          </p:cNvPr>
          <p:cNvSpPr>
            <a:spLocks noGrp="1"/>
          </p:cNvSpPr>
          <p:nvPr>
            <p:ph sz="quarter" idx="17" hasCustomPrompt="1"/>
          </p:nvPr>
        </p:nvSpPr>
        <p:spPr>
          <a:xfrm>
            <a:off x="0" y="-1270"/>
            <a:ext cx="9144000" cy="291592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a:t>
            </a:r>
          </a:p>
        </p:txBody>
      </p:sp>
      <p:sp>
        <p:nvSpPr>
          <p:cNvPr id="18" name="Title 1">
            <a:extLst>
              <a:ext uri="{FF2B5EF4-FFF2-40B4-BE49-F238E27FC236}">
                <a16:creationId xmlns:a16="http://schemas.microsoft.com/office/drawing/2014/main" id="{FC98038E-301F-8A4C-BE5E-97E84379DBA2}"/>
              </a:ext>
            </a:extLst>
          </p:cNvPr>
          <p:cNvSpPr>
            <a:spLocks noGrp="1"/>
          </p:cNvSpPr>
          <p:nvPr>
            <p:ph type="title"/>
          </p:nvPr>
        </p:nvSpPr>
        <p:spPr>
          <a:xfrm>
            <a:off x="0" y="2373810"/>
            <a:ext cx="7467600" cy="879516"/>
          </a:xfrm>
          <a:prstGeom prst="rect">
            <a:avLst/>
          </a:prstGeom>
          <a:solidFill>
            <a:schemeClr val="tx2"/>
          </a:solidFill>
        </p:spPr>
        <p:txBody>
          <a:bodyPr lIns="548640" rIns="137160" bIns="13716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95564365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1_1 Image, Title, 4 subtitles with body tex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0" y="0"/>
            <a:ext cx="9144000" cy="29146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3">
            <a:extLst>
              <a:ext uri="{FF2B5EF4-FFF2-40B4-BE49-F238E27FC236}">
                <a16:creationId xmlns:a16="http://schemas.microsoft.com/office/drawing/2014/main" id="{C55A5EC6-0073-7947-BBE4-21D6DE8230A6}"/>
              </a:ext>
            </a:extLst>
          </p:cNvPr>
          <p:cNvSpPr>
            <a:spLocks noGrp="1"/>
          </p:cNvSpPr>
          <p:nvPr>
            <p:ph sz="quarter" idx="19" hasCustomPrompt="1"/>
          </p:nvPr>
        </p:nvSpPr>
        <p:spPr>
          <a:xfrm>
            <a:off x="457200" y="3465021"/>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5" name="Content Placeholder 3">
            <a:extLst>
              <a:ext uri="{FF2B5EF4-FFF2-40B4-BE49-F238E27FC236}">
                <a16:creationId xmlns:a16="http://schemas.microsoft.com/office/drawing/2014/main" id="{3ECEF5C8-D625-7D48-953E-B6AF1C1C6455}"/>
              </a:ext>
            </a:extLst>
          </p:cNvPr>
          <p:cNvSpPr>
            <a:spLocks noGrp="1"/>
          </p:cNvSpPr>
          <p:nvPr>
            <p:ph sz="quarter" idx="20" hasCustomPrompt="1"/>
          </p:nvPr>
        </p:nvSpPr>
        <p:spPr>
          <a:xfrm>
            <a:off x="4572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6" name="Content Placeholder 3">
            <a:extLst>
              <a:ext uri="{FF2B5EF4-FFF2-40B4-BE49-F238E27FC236}">
                <a16:creationId xmlns:a16="http://schemas.microsoft.com/office/drawing/2014/main" id="{2EB91B49-F488-C145-AFFE-02764827CF01}"/>
              </a:ext>
            </a:extLst>
          </p:cNvPr>
          <p:cNvSpPr>
            <a:spLocks noGrp="1"/>
          </p:cNvSpPr>
          <p:nvPr>
            <p:ph sz="quarter" idx="21" hasCustomPrompt="1"/>
          </p:nvPr>
        </p:nvSpPr>
        <p:spPr>
          <a:xfrm>
            <a:off x="2590800" y="3465021"/>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AF43D2FE-FD2D-9A46-AA7F-01AA07355C0E}"/>
              </a:ext>
            </a:extLst>
          </p:cNvPr>
          <p:cNvSpPr>
            <a:spLocks noGrp="1"/>
          </p:cNvSpPr>
          <p:nvPr>
            <p:ph sz="quarter" idx="22" hasCustomPrompt="1"/>
          </p:nvPr>
        </p:nvSpPr>
        <p:spPr>
          <a:xfrm>
            <a:off x="25908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26" name="Content Placeholder 3">
            <a:extLst>
              <a:ext uri="{FF2B5EF4-FFF2-40B4-BE49-F238E27FC236}">
                <a16:creationId xmlns:a16="http://schemas.microsoft.com/office/drawing/2014/main" id="{812EEC76-2279-374F-8B62-D1B9694094F0}"/>
              </a:ext>
            </a:extLst>
          </p:cNvPr>
          <p:cNvSpPr>
            <a:spLocks noGrp="1"/>
          </p:cNvSpPr>
          <p:nvPr>
            <p:ph sz="quarter" idx="23" hasCustomPrompt="1"/>
          </p:nvPr>
        </p:nvSpPr>
        <p:spPr>
          <a:xfrm>
            <a:off x="4724400" y="3471551"/>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87BCBA6B-67C3-6043-925B-200179A70E1E}"/>
              </a:ext>
            </a:extLst>
          </p:cNvPr>
          <p:cNvSpPr>
            <a:spLocks noGrp="1"/>
          </p:cNvSpPr>
          <p:nvPr>
            <p:ph sz="quarter" idx="24" hasCustomPrompt="1"/>
          </p:nvPr>
        </p:nvSpPr>
        <p:spPr>
          <a:xfrm>
            <a:off x="4724400" y="383459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28" name="Content Placeholder 3">
            <a:extLst>
              <a:ext uri="{FF2B5EF4-FFF2-40B4-BE49-F238E27FC236}">
                <a16:creationId xmlns:a16="http://schemas.microsoft.com/office/drawing/2014/main" id="{2FAE9328-9470-0848-AC2C-8C50A5877CD5}"/>
              </a:ext>
            </a:extLst>
          </p:cNvPr>
          <p:cNvSpPr>
            <a:spLocks noGrp="1"/>
          </p:cNvSpPr>
          <p:nvPr>
            <p:ph sz="quarter" idx="25" hasCustomPrompt="1"/>
          </p:nvPr>
        </p:nvSpPr>
        <p:spPr>
          <a:xfrm>
            <a:off x="6858000" y="3465021"/>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9" name="Content Placeholder 3">
            <a:extLst>
              <a:ext uri="{FF2B5EF4-FFF2-40B4-BE49-F238E27FC236}">
                <a16:creationId xmlns:a16="http://schemas.microsoft.com/office/drawing/2014/main" id="{0B1D0407-5C33-864A-BF68-513C16B32567}"/>
              </a:ext>
            </a:extLst>
          </p:cNvPr>
          <p:cNvSpPr>
            <a:spLocks noGrp="1"/>
          </p:cNvSpPr>
          <p:nvPr>
            <p:ph sz="quarter" idx="26" hasCustomPrompt="1"/>
          </p:nvPr>
        </p:nvSpPr>
        <p:spPr>
          <a:xfrm>
            <a:off x="68580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2" name="Rectangle 1">
            <a:extLst>
              <a:ext uri="{FF2B5EF4-FFF2-40B4-BE49-F238E27FC236}">
                <a16:creationId xmlns:a16="http://schemas.microsoft.com/office/drawing/2014/main" id="{F6AE7833-1F13-1049-9DAF-FBC22A380B2E}"/>
              </a:ext>
            </a:extLst>
          </p:cNvPr>
          <p:cNvSpPr/>
          <p:nvPr userDrawn="1"/>
        </p:nvSpPr>
        <p:spPr>
          <a:xfrm>
            <a:off x="0" y="293571"/>
            <a:ext cx="4038600" cy="29639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12314A6A-139E-B045-A7B0-62EE8C195F54}"/>
              </a:ext>
            </a:extLst>
          </p:cNvPr>
          <p:cNvPicPr>
            <a:picLocks noChangeAspect="1"/>
          </p:cNvPicPr>
          <p:nvPr userDrawn="1"/>
        </p:nvPicPr>
        <p:blipFill rotWithShape="1">
          <a:blip r:embed="rId2"/>
          <a:srcRect l="24096"/>
          <a:stretch/>
        </p:blipFill>
        <p:spPr>
          <a:xfrm>
            <a:off x="0" y="115217"/>
            <a:ext cx="1066800" cy="287051"/>
          </a:xfrm>
          <a:prstGeom prst="rect">
            <a:avLst/>
          </a:prstGeom>
        </p:spPr>
      </p:pic>
      <p:pic>
        <p:nvPicPr>
          <p:cNvPr id="20" name="Picture 19">
            <a:extLst>
              <a:ext uri="{FF2B5EF4-FFF2-40B4-BE49-F238E27FC236}">
                <a16:creationId xmlns:a16="http://schemas.microsoft.com/office/drawing/2014/main" id="{C764D7F7-BB88-854E-82C8-FA0A21E4A86E}"/>
              </a:ext>
            </a:extLst>
          </p:cNvPr>
          <p:cNvPicPr>
            <a:picLocks noChangeAspect="1"/>
          </p:cNvPicPr>
          <p:nvPr userDrawn="1"/>
        </p:nvPicPr>
        <p:blipFill>
          <a:blip r:embed="rId3"/>
          <a:stretch>
            <a:fillRect/>
          </a:stretch>
        </p:blipFill>
        <p:spPr>
          <a:xfrm>
            <a:off x="115778" y="223913"/>
            <a:ext cx="752320" cy="69658"/>
          </a:xfrm>
          <a:prstGeom prst="rect">
            <a:avLst/>
          </a:prstGeom>
        </p:spPr>
      </p:pic>
      <p:sp>
        <p:nvSpPr>
          <p:cNvPr id="32" name="Content Placeholder 3">
            <a:extLst>
              <a:ext uri="{FF2B5EF4-FFF2-40B4-BE49-F238E27FC236}">
                <a16:creationId xmlns:a16="http://schemas.microsoft.com/office/drawing/2014/main" id="{08F8115A-52B0-214C-9121-EF7CCB7F0CB0}"/>
              </a:ext>
            </a:extLst>
          </p:cNvPr>
          <p:cNvSpPr>
            <a:spLocks noGrp="1"/>
          </p:cNvSpPr>
          <p:nvPr>
            <p:ph sz="quarter" idx="17" hasCustomPrompt="1"/>
          </p:nvPr>
        </p:nvSpPr>
        <p:spPr>
          <a:xfrm>
            <a:off x="4038600" y="-1270"/>
            <a:ext cx="5105400" cy="291592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more square / vertical image</a:t>
            </a:r>
          </a:p>
        </p:txBody>
      </p:sp>
      <p:sp>
        <p:nvSpPr>
          <p:cNvPr id="18" name="Title 1">
            <a:extLst>
              <a:ext uri="{FF2B5EF4-FFF2-40B4-BE49-F238E27FC236}">
                <a16:creationId xmlns:a16="http://schemas.microsoft.com/office/drawing/2014/main" id="{FC98038E-301F-8A4C-BE5E-97E84379DBA2}"/>
              </a:ext>
            </a:extLst>
          </p:cNvPr>
          <p:cNvSpPr>
            <a:spLocks noGrp="1"/>
          </p:cNvSpPr>
          <p:nvPr>
            <p:ph type="title"/>
          </p:nvPr>
        </p:nvSpPr>
        <p:spPr>
          <a:xfrm>
            <a:off x="0" y="287041"/>
            <a:ext cx="4038600" cy="2056109"/>
          </a:xfrm>
          <a:prstGeom prst="rect">
            <a:avLst/>
          </a:prstGeom>
          <a:noFill/>
        </p:spPr>
        <p:txBody>
          <a:bodyPr lIns="548640" rIns="365760" bIns="4572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21" name="Content Placeholder 3">
            <a:extLst>
              <a:ext uri="{FF2B5EF4-FFF2-40B4-BE49-F238E27FC236}">
                <a16:creationId xmlns:a16="http://schemas.microsoft.com/office/drawing/2014/main" id="{CBC1F31E-85D9-5E4B-9BA9-85B4AD8EDEEE}"/>
              </a:ext>
            </a:extLst>
          </p:cNvPr>
          <p:cNvSpPr>
            <a:spLocks noGrp="1"/>
          </p:cNvSpPr>
          <p:nvPr>
            <p:ph sz="quarter" idx="27" hasCustomPrompt="1"/>
          </p:nvPr>
        </p:nvSpPr>
        <p:spPr>
          <a:xfrm>
            <a:off x="0" y="2349680"/>
            <a:ext cx="4038600" cy="907869"/>
          </a:xfrm>
          <a:noFill/>
        </p:spPr>
        <p:txBody>
          <a:bodyPr lIns="548640" tIns="45720" rIns="182880" bIns="137160" anchor="t" anchorCtr="0">
            <a:normAutofit/>
          </a:bodyPr>
          <a:lstStyle>
            <a:lvl1pPr marL="0" indent="0">
              <a:buNone/>
              <a:defRPr sz="1200" b="0">
                <a:solidFill>
                  <a:schemeClr val="accent3"/>
                </a:solidFill>
              </a:defRPr>
            </a:lvl1pPr>
            <a:lvl2pPr>
              <a:defRPr>
                <a:solidFill>
                  <a:schemeClr val="bg2"/>
                </a:solidFill>
              </a:defRPr>
            </a:lvl2pPr>
            <a:lvl3pPr>
              <a:defRPr>
                <a:solidFill>
                  <a:schemeClr val="bg2"/>
                </a:solidFill>
              </a:defRPr>
            </a:lvl3pPr>
          </a:lstStyle>
          <a:p>
            <a:pPr lvl="0"/>
            <a:r>
              <a:rPr lang="en-US" dirty="0"/>
              <a:t>Short body copy here</a:t>
            </a:r>
          </a:p>
        </p:txBody>
      </p:sp>
    </p:spTree>
    <p:extLst>
      <p:ext uri="{BB962C8B-B14F-4D97-AF65-F5344CB8AC3E}">
        <p14:creationId xmlns:p14="http://schemas.microsoft.com/office/powerpoint/2010/main" val="983154153"/>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1 Image, Title, up to 6 subtitles with body tex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0" y="0"/>
            <a:ext cx="43434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1C3825-2765-004B-AADE-07B48076C16B}"/>
              </a:ext>
            </a:extLst>
          </p:cNvPr>
          <p:cNvSpPr/>
          <p:nvPr userDrawn="1"/>
        </p:nvSpPr>
        <p:spPr>
          <a:xfrm>
            <a:off x="0" y="742950"/>
            <a:ext cx="4577080" cy="111711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7325B"/>
              </a:solidFill>
            </a:endParaRPr>
          </a:p>
        </p:txBody>
      </p:sp>
      <p:sp>
        <p:nvSpPr>
          <p:cNvPr id="26" name="Content Placeholder 3">
            <a:extLst>
              <a:ext uri="{FF2B5EF4-FFF2-40B4-BE49-F238E27FC236}">
                <a16:creationId xmlns:a16="http://schemas.microsoft.com/office/drawing/2014/main" id="{812EEC76-2279-374F-8B62-D1B9694094F0}"/>
              </a:ext>
            </a:extLst>
          </p:cNvPr>
          <p:cNvSpPr>
            <a:spLocks noGrp="1"/>
          </p:cNvSpPr>
          <p:nvPr>
            <p:ph sz="quarter" idx="23" hasCustomPrompt="1"/>
          </p:nvPr>
        </p:nvSpPr>
        <p:spPr>
          <a:xfrm>
            <a:off x="4724400" y="3732704"/>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87BCBA6B-67C3-6043-925B-200179A70E1E}"/>
              </a:ext>
            </a:extLst>
          </p:cNvPr>
          <p:cNvSpPr>
            <a:spLocks noGrp="1"/>
          </p:cNvSpPr>
          <p:nvPr>
            <p:ph sz="quarter" idx="24" hasCustomPrompt="1"/>
          </p:nvPr>
        </p:nvSpPr>
        <p:spPr>
          <a:xfrm>
            <a:off x="4724400" y="4095749"/>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Remove from the bottom first if you need less than 6 items</a:t>
            </a:r>
          </a:p>
        </p:txBody>
      </p:sp>
      <p:sp>
        <p:nvSpPr>
          <p:cNvPr id="28" name="Content Placeholder 3">
            <a:extLst>
              <a:ext uri="{FF2B5EF4-FFF2-40B4-BE49-F238E27FC236}">
                <a16:creationId xmlns:a16="http://schemas.microsoft.com/office/drawing/2014/main" id="{2FAE9328-9470-0848-AC2C-8C50A5877CD5}"/>
              </a:ext>
            </a:extLst>
          </p:cNvPr>
          <p:cNvSpPr>
            <a:spLocks noGrp="1"/>
          </p:cNvSpPr>
          <p:nvPr>
            <p:ph sz="quarter" idx="25" hasCustomPrompt="1"/>
          </p:nvPr>
        </p:nvSpPr>
        <p:spPr>
          <a:xfrm>
            <a:off x="6858000" y="3726174"/>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9" name="Content Placeholder 3">
            <a:extLst>
              <a:ext uri="{FF2B5EF4-FFF2-40B4-BE49-F238E27FC236}">
                <a16:creationId xmlns:a16="http://schemas.microsoft.com/office/drawing/2014/main" id="{0B1D0407-5C33-864A-BF68-513C16B32567}"/>
              </a:ext>
            </a:extLst>
          </p:cNvPr>
          <p:cNvSpPr>
            <a:spLocks noGrp="1"/>
          </p:cNvSpPr>
          <p:nvPr>
            <p:ph sz="quarter" idx="26" hasCustomPrompt="1"/>
          </p:nvPr>
        </p:nvSpPr>
        <p:spPr>
          <a:xfrm>
            <a:off x="6858000" y="4089219"/>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You can adjust the heigh of these to fit your content, keep top and left alignments</a:t>
            </a:r>
          </a:p>
        </p:txBody>
      </p:sp>
      <p:sp>
        <p:nvSpPr>
          <p:cNvPr id="30" name="Content Placeholder 3">
            <a:extLst>
              <a:ext uri="{FF2B5EF4-FFF2-40B4-BE49-F238E27FC236}">
                <a16:creationId xmlns:a16="http://schemas.microsoft.com/office/drawing/2014/main" id="{C9D8B313-D243-E846-8D3B-ABB4B93E922C}"/>
              </a:ext>
            </a:extLst>
          </p:cNvPr>
          <p:cNvSpPr>
            <a:spLocks noGrp="1"/>
          </p:cNvSpPr>
          <p:nvPr>
            <p:ph sz="quarter" idx="27" hasCustomPrompt="1"/>
          </p:nvPr>
        </p:nvSpPr>
        <p:spPr>
          <a:xfrm>
            <a:off x="4724400" y="2310304"/>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1" name="Content Placeholder 3">
            <a:extLst>
              <a:ext uri="{FF2B5EF4-FFF2-40B4-BE49-F238E27FC236}">
                <a16:creationId xmlns:a16="http://schemas.microsoft.com/office/drawing/2014/main" id="{2BAA0604-F53F-2848-B4BD-6B32B71B85BB}"/>
              </a:ext>
            </a:extLst>
          </p:cNvPr>
          <p:cNvSpPr>
            <a:spLocks noGrp="1"/>
          </p:cNvSpPr>
          <p:nvPr>
            <p:ph sz="quarter" idx="28" hasCustomPrompt="1"/>
          </p:nvPr>
        </p:nvSpPr>
        <p:spPr>
          <a:xfrm>
            <a:off x="4724400" y="2673349"/>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32" name="Content Placeholder 3">
            <a:extLst>
              <a:ext uri="{FF2B5EF4-FFF2-40B4-BE49-F238E27FC236}">
                <a16:creationId xmlns:a16="http://schemas.microsoft.com/office/drawing/2014/main" id="{D6963282-55FC-0444-8CF4-27F51B5CEDE1}"/>
              </a:ext>
            </a:extLst>
          </p:cNvPr>
          <p:cNvSpPr>
            <a:spLocks noGrp="1"/>
          </p:cNvSpPr>
          <p:nvPr>
            <p:ph sz="quarter" idx="29" hasCustomPrompt="1"/>
          </p:nvPr>
        </p:nvSpPr>
        <p:spPr>
          <a:xfrm>
            <a:off x="6858000" y="2303774"/>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3" name="Content Placeholder 3">
            <a:extLst>
              <a:ext uri="{FF2B5EF4-FFF2-40B4-BE49-F238E27FC236}">
                <a16:creationId xmlns:a16="http://schemas.microsoft.com/office/drawing/2014/main" id="{5DF59E8E-AEA7-9947-AD18-8DD63C3ADFE2}"/>
              </a:ext>
            </a:extLst>
          </p:cNvPr>
          <p:cNvSpPr>
            <a:spLocks noGrp="1"/>
          </p:cNvSpPr>
          <p:nvPr>
            <p:ph sz="quarter" idx="30" hasCustomPrompt="1"/>
          </p:nvPr>
        </p:nvSpPr>
        <p:spPr>
          <a:xfrm>
            <a:off x="6858000" y="2666819"/>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34" name="Content Placeholder 3">
            <a:extLst>
              <a:ext uri="{FF2B5EF4-FFF2-40B4-BE49-F238E27FC236}">
                <a16:creationId xmlns:a16="http://schemas.microsoft.com/office/drawing/2014/main" id="{38F9CC85-41CC-604C-8E95-3F83B6D2082D}"/>
              </a:ext>
            </a:extLst>
          </p:cNvPr>
          <p:cNvSpPr>
            <a:spLocks noGrp="1"/>
          </p:cNvSpPr>
          <p:nvPr>
            <p:ph sz="quarter" idx="31" hasCustomPrompt="1"/>
          </p:nvPr>
        </p:nvSpPr>
        <p:spPr>
          <a:xfrm>
            <a:off x="4724400" y="918384"/>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5" name="Content Placeholder 3">
            <a:extLst>
              <a:ext uri="{FF2B5EF4-FFF2-40B4-BE49-F238E27FC236}">
                <a16:creationId xmlns:a16="http://schemas.microsoft.com/office/drawing/2014/main" id="{DCDBF9F9-6A22-B64E-88EE-FC546CD5EFC4}"/>
              </a:ext>
            </a:extLst>
          </p:cNvPr>
          <p:cNvSpPr>
            <a:spLocks noGrp="1"/>
          </p:cNvSpPr>
          <p:nvPr>
            <p:ph sz="quarter" idx="32" hasCustomPrompt="1"/>
          </p:nvPr>
        </p:nvSpPr>
        <p:spPr>
          <a:xfrm>
            <a:off x="4724400" y="1281429"/>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36" name="Content Placeholder 3">
            <a:extLst>
              <a:ext uri="{FF2B5EF4-FFF2-40B4-BE49-F238E27FC236}">
                <a16:creationId xmlns:a16="http://schemas.microsoft.com/office/drawing/2014/main" id="{1369CBDB-563E-D345-A30B-640FC4806B94}"/>
              </a:ext>
            </a:extLst>
          </p:cNvPr>
          <p:cNvSpPr>
            <a:spLocks noGrp="1"/>
          </p:cNvSpPr>
          <p:nvPr>
            <p:ph sz="quarter" idx="33" hasCustomPrompt="1"/>
          </p:nvPr>
        </p:nvSpPr>
        <p:spPr>
          <a:xfrm>
            <a:off x="6858000" y="911854"/>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7" name="Content Placeholder 3">
            <a:extLst>
              <a:ext uri="{FF2B5EF4-FFF2-40B4-BE49-F238E27FC236}">
                <a16:creationId xmlns:a16="http://schemas.microsoft.com/office/drawing/2014/main" id="{5B8FF45D-E7F1-2543-B070-E8BF938119C9}"/>
              </a:ext>
            </a:extLst>
          </p:cNvPr>
          <p:cNvSpPr>
            <a:spLocks noGrp="1"/>
          </p:cNvSpPr>
          <p:nvPr>
            <p:ph sz="quarter" idx="34" hasCustomPrompt="1"/>
          </p:nvPr>
        </p:nvSpPr>
        <p:spPr>
          <a:xfrm>
            <a:off x="6858000" y="1274899"/>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pic>
        <p:nvPicPr>
          <p:cNvPr id="20" name="Picture 19">
            <a:extLst>
              <a:ext uri="{FF2B5EF4-FFF2-40B4-BE49-F238E27FC236}">
                <a16:creationId xmlns:a16="http://schemas.microsoft.com/office/drawing/2014/main" id="{F5CD9F75-76C2-2A47-880F-C0095979670D}"/>
              </a:ext>
            </a:extLst>
          </p:cNvPr>
          <p:cNvPicPr>
            <a:picLocks noChangeAspect="1"/>
          </p:cNvPicPr>
          <p:nvPr userDrawn="1"/>
        </p:nvPicPr>
        <p:blipFill rotWithShape="1">
          <a:blip r:embed="rId2"/>
          <a:srcRect l="24096"/>
          <a:stretch/>
        </p:blipFill>
        <p:spPr>
          <a:xfrm>
            <a:off x="0" y="115217"/>
            <a:ext cx="1066800" cy="287051"/>
          </a:xfrm>
          <a:prstGeom prst="rect">
            <a:avLst/>
          </a:prstGeom>
        </p:spPr>
      </p:pic>
      <p:pic>
        <p:nvPicPr>
          <p:cNvPr id="21" name="Picture 20">
            <a:extLst>
              <a:ext uri="{FF2B5EF4-FFF2-40B4-BE49-F238E27FC236}">
                <a16:creationId xmlns:a16="http://schemas.microsoft.com/office/drawing/2014/main" id="{B10DE0E9-8C99-4D46-8B07-92DD1F616ED8}"/>
              </a:ext>
            </a:extLst>
          </p:cNvPr>
          <p:cNvPicPr>
            <a:picLocks noChangeAspect="1"/>
          </p:cNvPicPr>
          <p:nvPr userDrawn="1"/>
        </p:nvPicPr>
        <p:blipFill>
          <a:blip r:embed="rId3"/>
          <a:stretch>
            <a:fillRect/>
          </a:stretch>
        </p:blipFill>
        <p:spPr>
          <a:xfrm>
            <a:off x="115778" y="223913"/>
            <a:ext cx="752320" cy="69658"/>
          </a:xfrm>
          <a:prstGeom prst="rect">
            <a:avLst/>
          </a:prstGeom>
        </p:spPr>
      </p:pic>
      <p:sp>
        <p:nvSpPr>
          <p:cNvPr id="40" name="Content Placeholder 3">
            <a:extLst>
              <a:ext uri="{FF2B5EF4-FFF2-40B4-BE49-F238E27FC236}">
                <a16:creationId xmlns:a16="http://schemas.microsoft.com/office/drawing/2014/main" id="{C3B0F173-C8FD-6E46-AC7E-AD6F9B58D364}"/>
              </a:ext>
            </a:extLst>
          </p:cNvPr>
          <p:cNvSpPr>
            <a:spLocks noGrp="1"/>
          </p:cNvSpPr>
          <p:nvPr>
            <p:ph sz="quarter" idx="17" hasCustomPrompt="1"/>
          </p:nvPr>
        </p:nvSpPr>
        <p:spPr>
          <a:xfrm>
            <a:off x="-5080" y="0"/>
            <a:ext cx="4343400" cy="5144770"/>
          </a:xfrm>
          <a:noFill/>
        </p:spPr>
        <p:txBody>
          <a:bodyPr lIns="137160" tIns="457200" rIns="91440" bIns="91440" anchor="b"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more square / vertical image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0" y="742950"/>
            <a:ext cx="4572000" cy="1117110"/>
          </a:xfrm>
          <a:prstGeom prst="rect">
            <a:avLst/>
          </a:prstGeom>
          <a:solidFill>
            <a:schemeClr val="tx2"/>
          </a:solidFill>
        </p:spPr>
        <p:txBody>
          <a:bodyPr lIns="457200" tIns="182880" rIns="182880" bIns="182880" anchor="b">
            <a:normAutofit/>
          </a:bodyPr>
          <a:lstStyle>
            <a:lvl1pPr algn="r">
              <a:defRPr sz="2400" b="1">
                <a:solidFill>
                  <a:schemeClr val="bg2"/>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466563139"/>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1 image with 2 subtitle + body text, Tit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1A19ABD-8F20-9948-B84A-E38FAEDBE435}"/>
              </a:ext>
            </a:extLst>
          </p:cNvPr>
          <p:cNvSpPr/>
          <p:nvPr userDrawn="1"/>
        </p:nvSpPr>
        <p:spPr>
          <a:xfrm>
            <a:off x="685800" y="1574619"/>
            <a:ext cx="8077200" cy="35688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685800" y="1574619"/>
            <a:ext cx="8077200" cy="356888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457200" y="2883080"/>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457200" y="3568881"/>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4" name="Content Placeholder 3">
            <a:extLst>
              <a:ext uri="{FF2B5EF4-FFF2-40B4-BE49-F238E27FC236}">
                <a16:creationId xmlns:a16="http://schemas.microsoft.com/office/drawing/2014/main" id="{4EFE6318-65F6-574E-A6AF-2B00B6294C16}"/>
              </a:ext>
            </a:extLst>
          </p:cNvPr>
          <p:cNvSpPr>
            <a:spLocks noGrp="1"/>
          </p:cNvSpPr>
          <p:nvPr>
            <p:ph sz="quarter" idx="31" hasCustomPrompt="1"/>
          </p:nvPr>
        </p:nvSpPr>
        <p:spPr>
          <a:xfrm>
            <a:off x="2570363" y="2883080"/>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5" name="Content Placeholder 3">
            <a:extLst>
              <a:ext uri="{FF2B5EF4-FFF2-40B4-BE49-F238E27FC236}">
                <a16:creationId xmlns:a16="http://schemas.microsoft.com/office/drawing/2014/main" id="{01D9D084-191F-4748-95AA-C449BC462044}"/>
              </a:ext>
            </a:extLst>
          </p:cNvPr>
          <p:cNvSpPr>
            <a:spLocks noGrp="1"/>
          </p:cNvSpPr>
          <p:nvPr>
            <p:ph sz="quarter" idx="32" hasCustomPrompt="1"/>
          </p:nvPr>
        </p:nvSpPr>
        <p:spPr>
          <a:xfrm>
            <a:off x="2570363" y="3568881"/>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1" name="Title 1">
            <a:extLst>
              <a:ext uri="{FF2B5EF4-FFF2-40B4-BE49-F238E27FC236}">
                <a16:creationId xmlns:a16="http://schemas.microsoft.com/office/drawing/2014/main" id="{320F225D-F840-704E-90D0-82590E475F02}"/>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12" name="Text Placeholder 2">
            <a:extLst>
              <a:ext uri="{FF2B5EF4-FFF2-40B4-BE49-F238E27FC236}">
                <a16:creationId xmlns:a16="http://schemas.microsoft.com/office/drawing/2014/main" id="{BC42EB25-D658-9942-9DB4-E2923B92DF11}"/>
              </a:ext>
            </a:extLst>
          </p:cNvPr>
          <p:cNvSpPr>
            <a:spLocks noGrp="1"/>
          </p:cNvSpPr>
          <p:nvPr>
            <p:ph type="body" sz="quarter" idx="12" hasCustomPrompt="1"/>
          </p:nvPr>
        </p:nvSpPr>
        <p:spPr>
          <a:xfrm>
            <a:off x="6553200" y="4705350"/>
            <a:ext cx="2133600" cy="304800"/>
          </a:xfrm>
        </p:spPr>
        <p:txBody>
          <a:bodyPr>
            <a:normAutofit/>
          </a:bodyPr>
          <a:lstStyle>
            <a:lvl1pPr marL="0" indent="0" algn="r">
              <a:buNone/>
              <a:defRPr sz="900" b="0" i="1">
                <a:solidFill>
                  <a:schemeClr val="accent5"/>
                </a:solidFill>
                <a:latin typeface="Lato" panose="020F0502020204030203" pitchFamily="34" charset="77"/>
              </a:defRPr>
            </a:lvl1pPr>
            <a:lvl2pPr marL="457200" indent="0">
              <a:buNone/>
              <a:defRPr/>
            </a:lvl2pPr>
            <a:lvl3pPr marL="914400" indent="0">
              <a:buNone/>
              <a:defRPr/>
            </a:lvl3pPr>
          </a:lstStyle>
          <a:p>
            <a:pPr lvl="0"/>
            <a:r>
              <a:rPr lang="en-US" dirty="0"/>
              <a:t>Caption in this style only if necessary (move to be near image but stay on the right side)</a:t>
            </a:r>
          </a:p>
        </p:txBody>
      </p:sp>
    </p:spTree>
    <p:extLst>
      <p:ext uri="{BB962C8B-B14F-4D97-AF65-F5344CB8AC3E}">
        <p14:creationId xmlns:p14="http://schemas.microsoft.com/office/powerpoint/2010/main" val="4292506985"/>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2 image with list, Tit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01008-E090-374B-937A-7AF9D65FE376}"/>
              </a:ext>
            </a:extLst>
          </p:cNvPr>
          <p:cNvSpPr/>
          <p:nvPr userDrawn="1"/>
        </p:nvSpPr>
        <p:spPr>
          <a:xfrm>
            <a:off x="5984631" y="0"/>
            <a:ext cx="3159369" cy="264795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01A19ABD-8F20-9948-B84A-E38FAEDBE435}"/>
              </a:ext>
            </a:extLst>
          </p:cNvPr>
          <p:cNvSpPr/>
          <p:nvPr userDrawn="1"/>
        </p:nvSpPr>
        <p:spPr>
          <a:xfrm>
            <a:off x="0" y="0"/>
            <a:ext cx="5867400" cy="264795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0" y="-1"/>
            <a:ext cx="5867400" cy="264795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5984631" y="0"/>
            <a:ext cx="3159368" cy="264795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1" name="Title 1">
            <a:extLst>
              <a:ext uri="{FF2B5EF4-FFF2-40B4-BE49-F238E27FC236}">
                <a16:creationId xmlns:a16="http://schemas.microsoft.com/office/drawing/2014/main" id="{320F225D-F840-704E-90D0-82590E475F02}"/>
              </a:ext>
            </a:extLst>
          </p:cNvPr>
          <p:cNvSpPr>
            <a:spLocks noGrp="1"/>
          </p:cNvSpPr>
          <p:nvPr>
            <p:ph type="title"/>
          </p:nvPr>
        </p:nvSpPr>
        <p:spPr>
          <a:xfrm>
            <a:off x="457200" y="2743200"/>
            <a:ext cx="8305800" cy="74295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16" name="Content Placeholder 3">
            <a:extLst>
              <a:ext uri="{FF2B5EF4-FFF2-40B4-BE49-F238E27FC236}">
                <a16:creationId xmlns:a16="http://schemas.microsoft.com/office/drawing/2014/main" id="{BEB2B3C0-BE3D-C642-9655-D583015F60A2}"/>
              </a:ext>
            </a:extLst>
          </p:cNvPr>
          <p:cNvSpPr>
            <a:spLocks noGrp="1"/>
          </p:cNvSpPr>
          <p:nvPr>
            <p:ph sz="half" idx="10" hasCustomPrompt="1"/>
          </p:nvPr>
        </p:nvSpPr>
        <p:spPr>
          <a:xfrm>
            <a:off x="457200" y="3505198"/>
            <a:ext cx="7924799" cy="1276351"/>
          </a:xfrm>
          <a:prstGeom prst="rect">
            <a:avLst/>
          </a:prstGeom>
        </p:spPr>
        <p:txBody>
          <a:bodyPr lIns="0" numCol="2">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A simple list all in second level bullets in two columns or a short statement no bullets is what this space is meant for</a:t>
            </a:r>
          </a:p>
          <a:p>
            <a:pPr lvl="1"/>
            <a:r>
              <a:rPr lang="en-US" dirty="0"/>
              <a:t>Second level</a:t>
            </a:r>
          </a:p>
          <a:p>
            <a:pPr lvl="2"/>
            <a:r>
              <a:rPr lang="en-US" dirty="0"/>
              <a:t>Third level</a:t>
            </a:r>
          </a:p>
        </p:txBody>
      </p:sp>
      <p:pic>
        <p:nvPicPr>
          <p:cNvPr id="8" name="Picture 7">
            <a:extLst>
              <a:ext uri="{FF2B5EF4-FFF2-40B4-BE49-F238E27FC236}">
                <a16:creationId xmlns:a16="http://schemas.microsoft.com/office/drawing/2014/main" id="{DBB37FCC-D24D-994D-A24E-BB2E71C19291}"/>
              </a:ext>
            </a:extLst>
          </p:cNvPr>
          <p:cNvPicPr>
            <a:picLocks noChangeAspect="1"/>
          </p:cNvPicPr>
          <p:nvPr userDrawn="1"/>
        </p:nvPicPr>
        <p:blipFill rotWithShape="1">
          <a:blip r:embed="rId2"/>
          <a:srcRect l="24096"/>
          <a:stretch/>
        </p:blipFill>
        <p:spPr>
          <a:xfrm>
            <a:off x="0" y="115217"/>
            <a:ext cx="1066800" cy="287051"/>
          </a:xfrm>
          <a:prstGeom prst="rect">
            <a:avLst/>
          </a:prstGeom>
        </p:spPr>
      </p:pic>
      <p:pic>
        <p:nvPicPr>
          <p:cNvPr id="9" name="Picture 8">
            <a:extLst>
              <a:ext uri="{FF2B5EF4-FFF2-40B4-BE49-F238E27FC236}">
                <a16:creationId xmlns:a16="http://schemas.microsoft.com/office/drawing/2014/main" id="{0855F3B6-F7B6-284E-BFFE-48E02FCC8082}"/>
              </a:ext>
            </a:extLst>
          </p:cNvPr>
          <p:cNvPicPr>
            <a:picLocks noChangeAspect="1"/>
          </p:cNvPicPr>
          <p:nvPr userDrawn="1"/>
        </p:nvPicPr>
        <p:blipFill>
          <a:blip r:embed="rId3"/>
          <a:stretch>
            <a:fillRect/>
          </a:stretch>
        </p:blipFill>
        <p:spPr>
          <a:xfrm>
            <a:off x="115778" y="223913"/>
            <a:ext cx="752320" cy="69658"/>
          </a:xfrm>
          <a:prstGeom prst="rect">
            <a:avLst/>
          </a:prstGeom>
        </p:spPr>
      </p:pic>
    </p:spTree>
    <p:extLst>
      <p:ext uri="{BB962C8B-B14F-4D97-AF65-F5344CB8AC3E}">
        <p14:creationId xmlns:p14="http://schemas.microsoft.com/office/powerpoint/2010/main" val="30040408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2 image with subtitle + body text, Title V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DE880E-D4F2-E340-948C-FA17EE464C92}"/>
              </a:ext>
            </a:extLst>
          </p:cNvPr>
          <p:cNvSpPr/>
          <p:nvPr userDrawn="1"/>
        </p:nvSpPr>
        <p:spPr>
          <a:xfrm>
            <a:off x="4709162" y="1428751"/>
            <a:ext cx="3657600" cy="37147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E90536AE-01BB-8045-A38A-303A59E98089}"/>
              </a:ext>
            </a:extLst>
          </p:cNvPr>
          <p:cNvSpPr/>
          <p:nvPr userDrawn="1"/>
        </p:nvSpPr>
        <p:spPr>
          <a:xfrm>
            <a:off x="467497" y="1428751"/>
            <a:ext cx="3657600" cy="37147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Content Placeholder 3">
            <a:extLst>
              <a:ext uri="{FF2B5EF4-FFF2-40B4-BE49-F238E27FC236}">
                <a16:creationId xmlns:a16="http://schemas.microsoft.com/office/drawing/2014/main" id="{15AC7A20-C69C-BC4D-B437-E55CF39D7423}"/>
              </a:ext>
            </a:extLst>
          </p:cNvPr>
          <p:cNvSpPr>
            <a:spLocks noGrp="1" noChangeAspect="1"/>
          </p:cNvSpPr>
          <p:nvPr>
            <p:ph sz="quarter" idx="29" hasCustomPrompt="1"/>
          </p:nvPr>
        </p:nvSpPr>
        <p:spPr>
          <a:xfrm>
            <a:off x="467497" y="1428751"/>
            <a:ext cx="3657600" cy="371475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53" name="Content Placeholder 3">
            <a:extLst>
              <a:ext uri="{FF2B5EF4-FFF2-40B4-BE49-F238E27FC236}">
                <a16:creationId xmlns:a16="http://schemas.microsoft.com/office/drawing/2014/main" id="{62E5E021-2EE8-AE4F-B572-C897E954C923}"/>
              </a:ext>
            </a:extLst>
          </p:cNvPr>
          <p:cNvSpPr>
            <a:spLocks noGrp="1" noChangeAspect="1"/>
          </p:cNvSpPr>
          <p:nvPr>
            <p:ph sz="quarter" idx="30" hasCustomPrompt="1"/>
          </p:nvPr>
        </p:nvSpPr>
        <p:spPr>
          <a:xfrm>
            <a:off x="4709162" y="1428751"/>
            <a:ext cx="3657600" cy="371475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2514600" y="2800350"/>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2514600" y="3486151"/>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4" name="Content Placeholder 3">
            <a:extLst>
              <a:ext uri="{FF2B5EF4-FFF2-40B4-BE49-F238E27FC236}">
                <a16:creationId xmlns:a16="http://schemas.microsoft.com/office/drawing/2014/main" id="{4EFE6318-65F6-574E-A6AF-2B00B6294C16}"/>
              </a:ext>
            </a:extLst>
          </p:cNvPr>
          <p:cNvSpPr>
            <a:spLocks noGrp="1"/>
          </p:cNvSpPr>
          <p:nvPr>
            <p:ph sz="quarter" idx="31" hasCustomPrompt="1"/>
          </p:nvPr>
        </p:nvSpPr>
        <p:spPr>
          <a:xfrm>
            <a:off x="6756265" y="2800350"/>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5" name="Content Placeholder 3">
            <a:extLst>
              <a:ext uri="{FF2B5EF4-FFF2-40B4-BE49-F238E27FC236}">
                <a16:creationId xmlns:a16="http://schemas.microsoft.com/office/drawing/2014/main" id="{01D9D084-191F-4748-95AA-C449BC462044}"/>
              </a:ext>
            </a:extLst>
          </p:cNvPr>
          <p:cNvSpPr>
            <a:spLocks noGrp="1"/>
          </p:cNvSpPr>
          <p:nvPr>
            <p:ph sz="quarter" idx="32" hasCustomPrompt="1"/>
          </p:nvPr>
        </p:nvSpPr>
        <p:spPr>
          <a:xfrm>
            <a:off x="6756265" y="3486151"/>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6" name="Title 1">
            <a:extLst>
              <a:ext uri="{FF2B5EF4-FFF2-40B4-BE49-F238E27FC236}">
                <a16:creationId xmlns:a16="http://schemas.microsoft.com/office/drawing/2014/main" id="{779D5A6B-338A-F24D-A1D4-D3D1F6AE648C}"/>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473085183"/>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2 image with subtitle + body text, Title V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01008-E090-374B-937A-7AF9D65FE376}"/>
              </a:ext>
            </a:extLst>
          </p:cNvPr>
          <p:cNvSpPr/>
          <p:nvPr userDrawn="1"/>
        </p:nvSpPr>
        <p:spPr>
          <a:xfrm>
            <a:off x="6248400" y="1574619"/>
            <a:ext cx="2895600" cy="35688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01A19ABD-8F20-9948-B84A-E38FAEDBE435}"/>
              </a:ext>
            </a:extLst>
          </p:cNvPr>
          <p:cNvSpPr/>
          <p:nvPr userDrawn="1"/>
        </p:nvSpPr>
        <p:spPr>
          <a:xfrm>
            <a:off x="0" y="1574619"/>
            <a:ext cx="5527431" cy="35688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0" y="1574619"/>
            <a:ext cx="5527431" cy="3568881"/>
          </a:xfrm>
          <a:no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3901694" y="2883080"/>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3901694" y="3568881"/>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6248400" y="1574619"/>
            <a:ext cx="2895600" cy="3568881"/>
          </a:xfrm>
          <a:no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54" name="Content Placeholder 3">
            <a:extLst>
              <a:ext uri="{FF2B5EF4-FFF2-40B4-BE49-F238E27FC236}">
                <a16:creationId xmlns:a16="http://schemas.microsoft.com/office/drawing/2014/main" id="{4EFE6318-65F6-574E-A6AF-2B00B6294C16}"/>
              </a:ext>
            </a:extLst>
          </p:cNvPr>
          <p:cNvSpPr>
            <a:spLocks noGrp="1"/>
          </p:cNvSpPr>
          <p:nvPr>
            <p:ph sz="quarter" idx="31" hasCustomPrompt="1"/>
          </p:nvPr>
        </p:nvSpPr>
        <p:spPr>
          <a:xfrm>
            <a:off x="6014857" y="2883080"/>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5" name="Content Placeholder 3">
            <a:extLst>
              <a:ext uri="{FF2B5EF4-FFF2-40B4-BE49-F238E27FC236}">
                <a16:creationId xmlns:a16="http://schemas.microsoft.com/office/drawing/2014/main" id="{01D9D084-191F-4748-95AA-C449BC462044}"/>
              </a:ext>
            </a:extLst>
          </p:cNvPr>
          <p:cNvSpPr>
            <a:spLocks noGrp="1"/>
          </p:cNvSpPr>
          <p:nvPr>
            <p:ph sz="quarter" idx="32" hasCustomPrompt="1"/>
          </p:nvPr>
        </p:nvSpPr>
        <p:spPr>
          <a:xfrm>
            <a:off x="6014857" y="3568881"/>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1" name="Title 1">
            <a:extLst>
              <a:ext uri="{FF2B5EF4-FFF2-40B4-BE49-F238E27FC236}">
                <a16:creationId xmlns:a16="http://schemas.microsoft.com/office/drawing/2014/main" id="{320F225D-F840-704E-90D0-82590E475F02}"/>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680558553"/>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2_3 image each with subtitle + body tex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6B05F-53E1-8945-B16F-0DF3CF82F24C}"/>
              </a:ext>
            </a:extLst>
          </p:cNvPr>
          <p:cNvSpPr/>
          <p:nvPr userDrawn="1"/>
        </p:nvSpPr>
        <p:spPr>
          <a:xfrm>
            <a:off x="0" y="3347728"/>
            <a:ext cx="9144000" cy="1795772"/>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467497" y="3697856"/>
            <a:ext cx="4023360" cy="1083694"/>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50" indent="-220663">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467497" y="1428750"/>
            <a:ext cx="4023360" cy="1909396"/>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7497" y="3341340"/>
            <a:ext cx="40233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8" name="Content Placeholder 3">
            <a:extLst>
              <a:ext uri="{FF2B5EF4-FFF2-40B4-BE49-F238E27FC236}">
                <a16:creationId xmlns:a16="http://schemas.microsoft.com/office/drawing/2014/main" id="{9F462960-F6E0-1F47-9992-B0808AB8B3DB}"/>
              </a:ext>
            </a:extLst>
          </p:cNvPr>
          <p:cNvSpPr>
            <a:spLocks noGrp="1"/>
          </p:cNvSpPr>
          <p:nvPr>
            <p:ph sz="half" idx="30" hasCustomPrompt="1"/>
          </p:nvPr>
        </p:nvSpPr>
        <p:spPr>
          <a:xfrm>
            <a:off x="4722974" y="3697856"/>
            <a:ext cx="4023360" cy="1083694"/>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50" indent="-220663">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19" name="Content Placeholder 3">
            <a:extLst>
              <a:ext uri="{FF2B5EF4-FFF2-40B4-BE49-F238E27FC236}">
                <a16:creationId xmlns:a16="http://schemas.microsoft.com/office/drawing/2014/main" id="{AD116F9F-6368-7345-A08A-884ECE8BF88F}"/>
              </a:ext>
            </a:extLst>
          </p:cNvPr>
          <p:cNvSpPr>
            <a:spLocks noGrp="1"/>
          </p:cNvSpPr>
          <p:nvPr>
            <p:ph sz="quarter" idx="31" hasCustomPrompt="1"/>
          </p:nvPr>
        </p:nvSpPr>
        <p:spPr>
          <a:xfrm>
            <a:off x="4722974" y="1428750"/>
            <a:ext cx="4023360" cy="1909396"/>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20" name="Content Placeholder 3">
            <a:extLst>
              <a:ext uri="{FF2B5EF4-FFF2-40B4-BE49-F238E27FC236}">
                <a16:creationId xmlns:a16="http://schemas.microsoft.com/office/drawing/2014/main" id="{16A9DCB3-1BC9-EA4E-B87A-4380F9F9DF2F}"/>
              </a:ext>
            </a:extLst>
          </p:cNvPr>
          <p:cNvSpPr>
            <a:spLocks noGrp="1"/>
          </p:cNvSpPr>
          <p:nvPr>
            <p:ph sz="quarter" idx="32" hasCustomPrompt="1"/>
          </p:nvPr>
        </p:nvSpPr>
        <p:spPr>
          <a:xfrm>
            <a:off x="4722974" y="3341340"/>
            <a:ext cx="40233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Title 1">
            <a:extLst>
              <a:ext uri="{FF2B5EF4-FFF2-40B4-BE49-F238E27FC236}">
                <a16:creationId xmlns:a16="http://schemas.microsoft.com/office/drawing/2014/main" id="{3DE7F42C-D2D9-4642-9E56-0728CC9098A7}"/>
              </a:ext>
            </a:extLst>
          </p:cNvPr>
          <p:cNvSpPr>
            <a:spLocks noGrp="1"/>
          </p:cNvSpPr>
          <p:nvPr>
            <p:ph type="title"/>
          </p:nvPr>
        </p:nvSpPr>
        <p:spPr>
          <a:xfrm>
            <a:off x="457200" y="590550"/>
            <a:ext cx="8305800" cy="74295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684171429"/>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3 images, Title, limited tex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A8F918A-EF77-FD4D-BE1F-C758B655E4B1}"/>
              </a:ext>
            </a:extLst>
          </p:cNvPr>
          <p:cNvSpPr/>
          <p:nvPr userDrawn="1"/>
        </p:nvSpPr>
        <p:spPr>
          <a:xfrm>
            <a:off x="3671415" y="302683"/>
            <a:ext cx="2566988" cy="15367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5198B12-F0DC-FC40-A343-A79509F228C4}"/>
              </a:ext>
            </a:extLst>
          </p:cNvPr>
          <p:cNvSpPr/>
          <p:nvPr userDrawn="1"/>
        </p:nvSpPr>
        <p:spPr>
          <a:xfrm>
            <a:off x="3671415" y="1929468"/>
            <a:ext cx="2566988" cy="32140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5BC1452-772F-BB4B-94B4-41012A92321B}"/>
              </a:ext>
            </a:extLst>
          </p:cNvPr>
          <p:cNvSpPr/>
          <p:nvPr userDrawn="1"/>
        </p:nvSpPr>
        <p:spPr>
          <a:xfrm>
            <a:off x="6339590" y="0"/>
            <a:ext cx="2566988" cy="32140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3671415" y="302684"/>
            <a:ext cx="2566988" cy="153670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6339590" y="0"/>
            <a:ext cx="2566988" cy="3214032"/>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pic>
        <p:nvPicPr>
          <p:cNvPr id="8" name="Picture 7">
            <a:extLst>
              <a:ext uri="{FF2B5EF4-FFF2-40B4-BE49-F238E27FC236}">
                <a16:creationId xmlns:a16="http://schemas.microsoft.com/office/drawing/2014/main" id="{DBB37FCC-D24D-994D-A24E-BB2E71C19291}"/>
              </a:ext>
            </a:extLst>
          </p:cNvPr>
          <p:cNvPicPr>
            <a:picLocks noChangeAspect="1"/>
          </p:cNvPicPr>
          <p:nvPr userDrawn="1"/>
        </p:nvPicPr>
        <p:blipFill rotWithShape="1">
          <a:blip r:embed="rId2"/>
          <a:srcRect l="24096"/>
          <a:stretch/>
        </p:blipFill>
        <p:spPr>
          <a:xfrm>
            <a:off x="0" y="115217"/>
            <a:ext cx="1066800" cy="287051"/>
          </a:xfrm>
          <a:prstGeom prst="rect">
            <a:avLst/>
          </a:prstGeom>
        </p:spPr>
      </p:pic>
      <p:pic>
        <p:nvPicPr>
          <p:cNvPr id="9" name="Picture 8">
            <a:extLst>
              <a:ext uri="{FF2B5EF4-FFF2-40B4-BE49-F238E27FC236}">
                <a16:creationId xmlns:a16="http://schemas.microsoft.com/office/drawing/2014/main" id="{0855F3B6-F7B6-284E-BFFE-48E02FCC8082}"/>
              </a:ext>
            </a:extLst>
          </p:cNvPr>
          <p:cNvPicPr>
            <a:picLocks noChangeAspect="1"/>
          </p:cNvPicPr>
          <p:nvPr userDrawn="1"/>
        </p:nvPicPr>
        <p:blipFill>
          <a:blip r:embed="rId3"/>
          <a:stretch>
            <a:fillRect/>
          </a:stretch>
        </p:blipFill>
        <p:spPr>
          <a:xfrm>
            <a:off x="115778" y="223913"/>
            <a:ext cx="752320" cy="69658"/>
          </a:xfrm>
          <a:prstGeom prst="rect">
            <a:avLst/>
          </a:prstGeom>
        </p:spPr>
      </p:pic>
      <p:sp>
        <p:nvSpPr>
          <p:cNvPr id="14" name="Content Placeholder 3">
            <a:extLst>
              <a:ext uri="{FF2B5EF4-FFF2-40B4-BE49-F238E27FC236}">
                <a16:creationId xmlns:a16="http://schemas.microsoft.com/office/drawing/2014/main" id="{92912BC2-1EE2-D842-A2B7-DE5424A867EB}"/>
              </a:ext>
            </a:extLst>
          </p:cNvPr>
          <p:cNvSpPr>
            <a:spLocks noGrp="1"/>
          </p:cNvSpPr>
          <p:nvPr>
            <p:ph sz="quarter" idx="31" hasCustomPrompt="1"/>
          </p:nvPr>
        </p:nvSpPr>
        <p:spPr>
          <a:xfrm>
            <a:off x="3671415" y="1929116"/>
            <a:ext cx="2566988" cy="321403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5" name="Title 1">
            <a:extLst>
              <a:ext uri="{FF2B5EF4-FFF2-40B4-BE49-F238E27FC236}">
                <a16:creationId xmlns:a16="http://schemas.microsoft.com/office/drawing/2014/main" id="{AF89DF55-FF69-934F-BC9B-AA09EC400408}"/>
              </a:ext>
            </a:extLst>
          </p:cNvPr>
          <p:cNvSpPr txBox="1">
            <a:spLocks/>
          </p:cNvSpPr>
          <p:nvPr userDrawn="1"/>
        </p:nvSpPr>
        <p:spPr>
          <a:xfrm>
            <a:off x="457200" y="1276350"/>
            <a:ext cx="2417762" cy="800100"/>
          </a:xfrm>
          <a:prstGeom prst="rect">
            <a:avLst/>
          </a:prstGeom>
        </p:spPr>
        <p:txBody>
          <a:bodyPr vert="horz" lIns="0" tIns="45720" rIns="91440" bIns="45720" rtlCol="0" anchor="b">
            <a:normAutofit/>
          </a:bodyPr>
          <a:lstStyle>
            <a:lvl1pPr algn="l" defTabSz="914400" rtl="0" eaLnBrk="1" latinLnBrk="0" hangingPunct="1">
              <a:lnSpc>
                <a:spcPct val="90000"/>
              </a:lnSpc>
              <a:spcBef>
                <a:spcPct val="0"/>
              </a:spcBef>
              <a:buNone/>
              <a:defRPr sz="2400" b="1" kern="1200">
                <a:solidFill>
                  <a:srgbClr val="1B4D81"/>
                </a:solidFill>
                <a:latin typeface="Lato" panose="020F0502020204030203" pitchFamily="34" charset="0"/>
                <a:ea typeface="+mj-ea"/>
                <a:cs typeface="+mj-cs"/>
              </a:defRPr>
            </a:lvl1pPr>
          </a:lstStyle>
          <a:p>
            <a:r>
              <a:rPr lang="en-US"/>
              <a:t>Content slide for product </a:t>
            </a:r>
            <a:endParaRPr lang="en-US" dirty="0"/>
          </a:p>
        </p:txBody>
      </p:sp>
      <p:sp>
        <p:nvSpPr>
          <p:cNvPr id="17" name="Content Placeholder 3">
            <a:extLst>
              <a:ext uri="{FF2B5EF4-FFF2-40B4-BE49-F238E27FC236}">
                <a16:creationId xmlns:a16="http://schemas.microsoft.com/office/drawing/2014/main" id="{DB54329B-39FA-9948-8527-46859415990F}"/>
              </a:ext>
            </a:extLst>
          </p:cNvPr>
          <p:cNvSpPr>
            <a:spLocks noGrp="1"/>
          </p:cNvSpPr>
          <p:nvPr>
            <p:ph sz="half" idx="10" hasCustomPrompt="1"/>
          </p:nvPr>
        </p:nvSpPr>
        <p:spPr>
          <a:xfrm>
            <a:off x="457201" y="2076450"/>
            <a:ext cx="2417762" cy="27051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Body text is preferred over bullets* keep it short!</a:t>
            </a:r>
          </a:p>
          <a:p>
            <a:pPr lvl="1"/>
            <a:r>
              <a:rPr lang="en-US" dirty="0"/>
              <a:t>Second level</a:t>
            </a:r>
          </a:p>
          <a:p>
            <a:pPr lvl="2"/>
            <a:r>
              <a:rPr lang="en-US" dirty="0"/>
              <a:t>Third level</a:t>
            </a:r>
          </a:p>
        </p:txBody>
      </p:sp>
      <p:sp>
        <p:nvSpPr>
          <p:cNvPr id="18" name="Content Placeholder 3">
            <a:extLst>
              <a:ext uri="{FF2B5EF4-FFF2-40B4-BE49-F238E27FC236}">
                <a16:creationId xmlns:a16="http://schemas.microsoft.com/office/drawing/2014/main" id="{9E3929EB-8C6F-D945-92EC-B79572580E77}"/>
              </a:ext>
            </a:extLst>
          </p:cNvPr>
          <p:cNvSpPr>
            <a:spLocks noGrp="1"/>
          </p:cNvSpPr>
          <p:nvPr>
            <p:ph sz="quarter" idx="19" hasCustomPrompt="1"/>
          </p:nvPr>
        </p:nvSpPr>
        <p:spPr>
          <a:xfrm>
            <a:off x="6339590" y="3333751"/>
            <a:ext cx="2271010" cy="457200"/>
          </a:xfrm>
          <a:noFill/>
        </p:spPr>
        <p:txBody>
          <a:bodyPr lIns="137160" tIns="137160" rIns="137160" bIns="45720" anchor="b" anchorCtr="0">
            <a:normAutofit/>
          </a:bodyPr>
          <a:lstStyle>
            <a:lvl1pPr marL="0" indent="0">
              <a:buNone/>
              <a:defRPr sz="12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9" name="Content Placeholder 3">
            <a:extLst>
              <a:ext uri="{FF2B5EF4-FFF2-40B4-BE49-F238E27FC236}">
                <a16:creationId xmlns:a16="http://schemas.microsoft.com/office/drawing/2014/main" id="{075A62B3-5B8F-BA41-B788-72BE2AD41F88}"/>
              </a:ext>
            </a:extLst>
          </p:cNvPr>
          <p:cNvSpPr>
            <a:spLocks noGrp="1"/>
          </p:cNvSpPr>
          <p:nvPr>
            <p:ph sz="quarter" idx="20" hasCustomPrompt="1"/>
          </p:nvPr>
        </p:nvSpPr>
        <p:spPr>
          <a:xfrm>
            <a:off x="6339590" y="3790951"/>
            <a:ext cx="2271010" cy="1066799"/>
          </a:xfrm>
          <a:noFill/>
        </p:spPr>
        <p:txBody>
          <a:bodyPr lIns="137160" tIns="45720" rIns="137160" bIns="13716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Tree>
    <p:extLst>
      <p:ext uri="{BB962C8B-B14F-4D97-AF65-F5344CB8AC3E}">
        <p14:creationId xmlns:p14="http://schemas.microsoft.com/office/powerpoint/2010/main" val="3814637987"/>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1_2 image each with subtitle + body text">
    <p:spTree>
      <p:nvGrpSpPr>
        <p:cNvPr id="1" name=""/>
        <p:cNvGrpSpPr/>
        <p:nvPr/>
      </p:nvGrpSpPr>
      <p:grpSpPr>
        <a:xfrm>
          <a:off x="0" y="0"/>
          <a:ext cx="0" cy="0"/>
          <a:chOff x="0" y="0"/>
          <a:chExt cx="0" cy="0"/>
        </a:xfrm>
      </p:grpSpPr>
      <p:sp>
        <p:nvSpPr>
          <p:cNvPr id="32" name="Content Placeholder 3">
            <a:extLst>
              <a:ext uri="{FF2B5EF4-FFF2-40B4-BE49-F238E27FC236}">
                <a16:creationId xmlns:a16="http://schemas.microsoft.com/office/drawing/2014/main" id="{15AC7A20-C69C-BC4D-B437-E55CF39D7423}"/>
              </a:ext>
            </a:extLst>
          </p:cNvPr>
          <p:cNvSpPr>
            <a:spLocks noGrp="1" noChangeAspect="1"/>
          </p:cNvSpPr>
          <p:nvPr>
            <p:ph sz="quarter" idx="29" hasCustomPrompt="1"/>
          </p:nvPr>
        </p:nvSpPr>
        <p:spPr>
          <a:xfrm>
            <a:off x="467497" y="1574619"/>
            <a:ext cx="2351903" cy="356888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1219200" y="3022419"/>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1219200" y="371475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2" name="Content Placeholder 3">
            <a:extLst>
              <a:ext uri="{FF2B5EF4-FFF2-40B4-BE49-F238E27FC236}">
                <a16:creationId xmlns:a16="http://schemas.microsoft.com/office/drawing/2014/main" id="{4E63FEF0-55B6-114F-A6B3-FE428535D08B}"/>
              </a:ext>
            </a:extLst>
          </p:cNvPr>
          <p:cNvSpPr>
            <a:spLocks noGrp="1" noChangeAspect="1"/>
          </p:cNvSpPr>
          <p:nvPr>
            <p:ph sz="quarter" idx="30" hasCustomPrompt="1"/>
          </p:nvPr>
        </p:nvSpPr>
        <p:spPr>
          <a:xfrm>
            <a:off x="3324997" y="1574619"/>
            <a:ext cx="2351903" cy="356888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3" name="Content Placeholder 3">
            <a:extLst>
              <a:ext uri="{FF2B5EF4-FFF2-40B4-BE49-F238E27FC236}">
                <a16:creationId xmlns:a16="http://schemas.microsoft.com/office/drawing/2014/main" id="{D19597BF-E7E9-484A-BB29-705E3DB3619A}"/>
              </a:ext>
            </a:extLst>
          </p:cNvPr>
          <p:cNvSpPr>
            <a:spLocks noGrp="1"/>
          </p:cNvSpPr>
          <p:nvPr>
            <p:ph sz="quarter" idx="31" hasCustomPrompt="1"/>
          </p:nvPr>
        </p:nvSpPr>
        <p:spPr>
          <a:xfrm>
            <a:off x="4076700" y="3022419"/>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4" name="Content Placeholder 3">
            <a:extLst>
              <a:ext uri="{FF2B5EF4-FFF2-40B4-BE49-F238E27FC236}">
                <a16:creationId xmlns:a16="http://schemas.microsoft.com/office/drawing/2014/main" id="{4F08115A-6F4C-7C43-884F-8400F57087DB}"/>
              </a:ext>
            </a:extLst>
          </p:cNvPr>
          <p:cNvSpPr>
            <a:spLocks noGrp="1"/>
          </p:cNvSpPr>
          <p:nvPr>
            <p:ph sz="quarter" idx="32" hasCustomPrompt="1"/>
          </p:nvPr>
        </p:nvSpPr>
        <p:spPr>
          <a:xfrm>
            <a:off x="4076700" y="371475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5" name="Content Placeholder 3">
            <a:extLst>
              <a:ext uri="{FF2B5EF4-FFF2-40B4-BE49-F238E27FC236}">
                <a16:creationId xmlns:a16="http://schemas.microsoft.com/office/drawing/2014/main" id="{BDBF2A4A-AD2B-F046-A13E-2CC51186C7DE}"/>
              </a:ext>
            </a:extLst>
          </p:cNvPr>
          <p:cNvSpPr>
            <a:spLocks noGrp="1" noChangeAspect="1"/>
          </p:cNvSpPr>
          <p:nvPr>
            <p:ph sz="quarter" idx="33" hasCustomPrompt="1"/>
          </p:nvPr>
        </p:nvSpPr>
        <p:spPr>
          <a:xfrm>
            <a:off x="6182497" y="1574619"/>
            <a:ext cx="2351903" cy="356888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32CD13D8-C553-9B43-ABFB-5E9C875FADCB}"/>
              </a:ext>
            </a:extLst>
          </p:cNvPr>
          <p:cNvSpPr>
            <a:spLocks noGrp="1"/>
          </p:cNvSpPr>
          <p:nvPr>
            <p:ph sz="quarter" idx="34" hasCustomPrompt="1"/>
          </p:nvPr>
        </p:nvSpPr>
        <p:spPr>
          <a:xfrm>
            <a:off x="6934200" y="3022419"/>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E42E96DA-05ED-D243-90F0-D4A7AC201BF5}"/>
              </a:ext>
            </a:extLst>
          </p:cNvPr>
          <p:cNvSpPr>
            <a:spLocks noGrp="1"/>
          </p:cNvSpPr>
          <p:nvPr>
            <p:ph sz="quarter" idx="35" hasCustomPrompt="1"/>
          </p:nvPr>
        </p:nvSpPr>
        <p:spPr>
          <a:xfrm>
            <a:off x="6934200" y="371475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8" name="Title 1">
            <a:extLst>
              <a:ext uri="{FF2B5EF4-FFF2-40B4-BE49-F238E27FC236}">
                <a16:creationId xmlns:a16="http://schemas.microsoft.com/office/drawing/2014/main" id="{2247E371-F507-CA44-87CD-5FE9F1C457AF}"/>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608401357"/>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2_2 image each with subtitle + body text">
    <p:spTree>
      <p:nvGrpSpPr>
        <p:cNvPr id="1" name=""/>
        <p:cNvGrpSpPr/>
        <p:nvPr/>
      </p:nvGrpSpPr>
      <p:grpSpPr>
        <a:xfrm>
          <a:off x="0" y="0"/>
          <a:ext cx="0" cy="0"/>
          <a:chOff x="0" y="0"/>
          <a:chExt cx="0" cy="0"/>
        </a:xfrm>
      </p:grpSpPr>
      <p:sp>
        <p:nvSpPr>
          <p:cNvPr id="32" name="Content Placeholder 3">
            <a:extLst>
              <a:ext uri="{FF2B5EF4-FFF2-40B4-BE49-F238E27FC236}">
                <a16:creationId xmlns:a16="http://schemas.microsoft.com/office/drawing/2014/main" id="{15AC7A20-C69C-BC4D-B437-E55CF39D7423}"/>
              </a:ext>
            </a:extLst>
          </p:cNvPr>
          <p:cNvSpPr>
            <a:spLocks noGrp="1" noChangeAspect="1"/>
          </p:cNvSpPr>
          <p:nvPr>
            <p:ph sz="quarter" idx="29" hasCustomPrompt="1"/>
          </p:nvPr>
        </p:nvSpPr>
        <p:spPr>
          <a:xfrm>
            <a:off x="467497" y="1574619"/>
            <a:ext cx="2651760" cy="297833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2" name="Content Placeholder 3">
            <a:extLst>
              <a:ext uri="{FF2B5EF4-FFF2-40B4-BE49-F238E27FC236}">
                <a16:creationId xmlns:a16="http://schemas.microsoft.com/office/drawing/2014/main" id="{4E63FEF0-55B6-114F-A6B3-FE428535D08B}"/>
              </a:ext>
            </a:extLst>
          </p:cNvPr>
          <p:cNvSpPr>
            <a:spLocks noGrp="1" noChangeAspect="1"/>
          </p:cNvSpPr>
          <p:nvPr>
            <p:ph sz="quarter" idx="30" hasCustomPrompt="1"/>
          </p:nvPr>
        </p:nvSpPr>
        <p:spPr>
          <a:xfrm>
            <a:off x="3246120" y="1574619"/>
            <a:ext cx="2651760" cy="297833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5" name="Content Placeholder 3">
            <a:extLst>
              <a:ext uri="{FF2B5EF4-FFF2-40B4-BE49-F238E27FC236}">
                <a16:creationId xmlns:a16="http://schemas.microsoft.com/office/drawing/2014/main" id="{BDBF2A4A-AD2B-F046-A13E-2CC51186C7DE}"/>
              </a:ext>
            </a:extLst>
          </p:cNvPr>
          <p:cNvSpPr>
            <a:spLocks noGrp="1" noChangeAspect="1"/>
          </p:cNvSpPr>
          <p:nvPr>
            <p:ph sz="quarter" idx="33" hasCustomPrompt="1"/>
          </p:nvPr>
        </p:nvSpPr>
        <p:spPr>
          <a:xfrm>
            <a:off x="6111240" y="1574619"/>
            <a:ext cx="2651760" cy="297833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8" name="Title 1">
            <a:extLst>
              <a:ext uri="{FF2B5EF4-FFF2-40B4-BE49-F238E27FC236}">
                <a16:creationId xmlns:a16="http://schemas.microsoft.com/office/drawing/2014/main" id="{2247E371-F507-CA44-87CD-5FE9F1C457AF}"/>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13" name="Content Placeholder 3">
            <a:extLst>
              <a:ext uri="{FF2B5EF4-FFF2-40B4-BE49-F238E27FC236}">
                <a16:creationId xmlns:a16="http://schemas.microsoft.com/office/drawing/2014/main" id="{D19597BF-E7E9-484A-BB29-705E3DB3619A}"/>
              </a:ext>
            </a:extLst>
          </p:cNvPr>
          <p:cNvSpPr>
            <a:spLocks noGrp="1"/>
          </p:cNvSpPr>
          <p:nvPr>
            <p:ph sz="quarter" idx="31" hasCustomPrompt="1"/>
          </p:nvPr>
        </p:nvSpPr>
        <p:spPr>
          <a:xfrm>
            <a:off x="4422277" y="3022419"/>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4" name="Content Placeholder 3">
            <a:extLst>
              <a:ext uri="{FF2B5EF4-FFF2-40B4-BE49-F238E27FC236}">
                <a16:creationId xmlns:a16="http://schemas.microsoft.com/office/drawing/2014/main" id="{4F08115A-6F4C-7C43-884F-8400F57087DB}"/>
              </a:ext>
            </a:extLst>
          </p:cNvPr>
          <p:cNvSpPr>
            <a:spLocks noGrp="1"/>
          </p:cNvSpPr>
          <p:nvPr>
            <p:ph sz="quarter" idx="32" hasCustomPrompt="1"/>
          </p:nvPr>
        </p:nvSpPr>
        <p:spPr>
          <a:xfrm>
            <a:off x="4422277" y="371475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6" name="Content Placeholder 3">
            <a:extLst>
              <a:ext uri="{FF2B5EF4-FFF2-40B4-BE49-F238E27FC236}">
                <a16:creationId xmlns:a16="http://schemas.microsoft.com/office/drawing/2014/main" id="{32CD13D8-C553-9B43-ABFB-5E9C875FADCB}"/>
              </a:ext>
            </a:extLst>
          </p:cNvPr>
          <p:cNvSpPr>
            <a:spLocks noGrp="1"/>
          </p:cNvSpPr>
          <p:nvPr>
            <p:ph sz="quarter" idx="34" hasCustomPrompt="1"/>
          </p:nvPr>
        </p:nvSpPr>
        <p:spPr>
          <a:xfrm>
            <a:off x="6479677" y="3022419"/>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E42E96DA-05ED-D243-90F0-D4A7AC201BF5}"/>
              </a:ext>
            </a:extLst>
          </p:cNvPr>
          <p:cNvSpPr>
            <a:spLocks noGrp="1"/>
          </p:cNvSpPr>
          <p:nvPr>
            <p:ph sz="quarter" idx="35" hasCustomPrompt="1"/>
          </p:nvPr>
        </p:nvSpPr>
        <p:spPr>
          <a:xfrm>
            <a:off x="6479677" y="371475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2364877" y="3022419"/>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2364877" y="371475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Tree>
    <p:extLst>
      <p:ext uri="{BB962C8B-B14F-4D97-AF65-F5344CB8AC3E}">
        <p14:creationId xmlns:p14="http://schemas.microsoft.com/office/powerpoint/2010/main" val="3810161482"/>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1_3 image each with subtitle + body tex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6B05F-53E1-8945-B16F-0DF3CF82F24C}"/>
              </a:ext>
            </a:extLst>
          </p:cNvPr>
          <p:cNvSpPr/>
          <p:nvPr userDrawn="1"/>
        </p:nvSpPr>
        <p:spPr>
          <a:xfrm>
            <a:off x="0" y="2887847"/>
            <a:ext cx="9144000" cy="2255653"/>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467497" y="3237976"/>
            <a:ext cx="2651760" cy="1490472"/>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50" indent="-220663">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467497" y="1397375"/>
            <a:ext cx="2651760" cy="1490472"/>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7497" y="2881460"/>
            <a:ext cx="26517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1" name="Content Placeholder 3">
            <a:extLst>
              <a:ext uri="{FF2B5EF4-FFF2-40B4-BE49-F238E27FC236}">
                <a16:creationId xmlns:a16="http://schemas.microsoft.com/office/drawing/2014/main" id="{16B809F6-FA4E-924A-B401-7F4C46B121C1}"/>
              </a:ext>
            </a:extLst>
          </p:cNvPr>
          <p:cNvSpPr>
            <a:spLocks noGrp="1"/>
          </p:cNvSpPr>
          <p:nvPr>
            <p:ph sz="half" idx="30" hasCustomPrompt="1"/>
          </p:nvPr>
        </p:nvSpPr>
        <p:spPr>
          <a:xfrm>
            <a:off x="3291840" y="3237976"/>
            <a:ext cx="2651760" cy="1490472"/>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50" indent="-220663">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6" name="Content Placeholder 3">
            <a:extLst>
              <a:ext uri="{FF2B5EF4-FFF2-40B4-BE49-F238E27FC236}">
                <a16:creationId xmlns:a16="http://schemas.microsoft.com/office/drawing/2014/main" id="{1A592BC2-CD25-7946-B073-3B5CE272ECA1}"/>
              </a:ext>
            </a:extLst>
          </p:cNvPr>
          <p:cNvSpPr>
            <a:spLocks noGrp="1"/>
          </p:cNvSpPr>
          <p:nvPr>
            <p:ph sz="quarter" idx="31" hasCustomPrompt="1"/>
          </p:nvPr>
        </p:nvSpPr>
        <p:spPr>
          <a:xfrm>
            <a:off x="3291840" y="1397375"/>
            <a:ext cx="2651760" cy="1490472"/>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7" name="Content Placeholder 3">
            <a:extLst>
              <a:ext uri="{FF2B5EF4-FFF2-40B4-BE49-F238E27FC236}">
                <a16:creationId xmlns:a16="http://schemas.microsoft.com/office/drawing/2014/main" id="{1C023B6E-F50F-6B4F-BB0D-25BB7E8C8591}"/>
              </a:ext>
            </a:extLst>
          </p:cNvPr>
          <p:cNvSpPr>
            <a:spLocks noGrp="1"/>
          </p:cNvSpPr>
          <p:nvPr>
            <p:ph sz="quarter" idx="32" hasCustomPrompt="1"/>
          </p:nvPr>
        </p:nvSpPr>
        <p:spPr>
          <a:xfrm>
            <a:off x="3291840" y="2881460"/>
            <a:ext cx="26517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8" name="Content Placeholder 3">
            <a:extLst>
              <a:ext uri="{FF2B5EF4-FFF2-40B4-BE49-F238E27FC236}">
                <a16:creationId xmlns:a16="http://schemas.microsoft.com/office/drawing/2014/main" id="{05509D20-557E-7F4F-8618-542438C490BA}"/>
              </a:ext>
            </a:extLst>
          </p:cNvPr>
          <p:cNvSpPr>
            <a:spLocks noGrp="1"/>
          </p:cNvSpPr>
          <p:nvPr>
            <p:ph sz="half" idx="33" hasCustomPrompt="1"/>
          </p:nvPr>
        </p:nvSpPr>
        <p:spPr>
          <a:xfrm>
            <a:off x="6116183" y="3237976"/>
            <a:ext cx="2651760" cy="1490472"/>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50" indent="-220663">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9" name="Content Placeholder 3">
            <a:extLst>
              <a:ext uri="{FF2B5EF4-FFF2-40B4-BE49-F238E27FC236}">
                <a16:creationId xmlns:a16="http://schemas.microsoft.com/office/drawing/2014/main" id="{157A14B8-DB9F-0649-A945-CCC8C7777ABD}"/>
              </a:ext>
            </a:extLst>
          </p:cNvPr>
          <p:cNvSpPr>
            <a:spLocks noGrp="1"/>
          </p:cNvSpPr>
          <p:nvPr>
            <p:ph sz="quarter" idx="34" hasCustomPrompt="1"/>
          </p:nvPr>
        </p:nvSpPr>
        <p:spPr>
          <a:xfrm>
            <a:off x="6116183" y="1397375"/>
            <a:ext cx="2651760" cy="1490472"/>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0" name="Content Placeholder 3">
            <a:extLst>
              <a:ext uri="{FF2B5EF4-FFF2-40B4-BE49-F238E27FC236}">
                <a16:creationId xmlns:a16="http://schemas.microsoft.com/office/drawing/2014/main" id="{CDA1F315-0513-4B41-A677-CA87DD3A63B4}"/>
              </a:ext>
            </a:extLst>
          </p:cNvPr>
          <p:cNvSpPr>
            <a:spLocks noGrp="1"/>
          </p:cNvSpPr>
          <p:nvPr>
            <p:ph sz="quarter" idx="35" hasCustomPrompt="1"/>
          </p:nvPr>
        </p:nvSpPr>
        <p:spPr>
          <a:xfrm>
            <a:off x="6116183" y="2881460"/>
            <a:ext cx="26517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3" name="Title 1">
            <a:extLst>
              <a:ext uri="{FF2B5EF4-FFF2-40B4-BE49-F238E27FC236}">
                <a16:creationId xmlns:a16="http://schemas.microsoft.com/office/drawing/2014/main" id="{5EFE7D30-4EBF-A243-AE4D-EE54C9A43989}"/>
              </a:ext>
            </a:extLst>
          </p:cNvPr>
          <p:cNvSpPr>
            <a:spLocks noGrp="1"/>
          </p:cNvSpPr>
          <p:nvPr>
            <p:ph type="title"/>
          </p:nvPr>
        </p:nvSpPr>
        <p:spPr>
          <a:xfrm>
            <a:off x="457200" y="590550"/>
            <a:ext cx="8305800" cy="74295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437045565"/>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4 images, Title, limited text">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F1CB3C-159C-3347-BFAC-E45F31299484}"/>
              </a:ext>
            </a:extLst>
          </p:cNvPr>
          <p:cNvSpPr/>
          <p:nvPr userDrawn="1"/>
        </p:nvSpPr>
        <p:spPr>
          <a:xfrm>
            <a:off x="503338" y="819150"/>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2BEE92EE-CB1A-564D-AFDA-ECC078177899}"/>
              </a:ext>
            </a:extLst>
          </p:cNvPr>
          <p:cNvSpPr/>
          <p:nvPr userDrawn="1"/>
        </p:nvSpPr>
        <p:spPr>
          <a:xfrm>
            <a:off x="2540115" y="819150"/>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13ADE27-8124-2E48-9321-9D361EB8E511}"/>
              </a:ext>
            </a:extLst>
          </p:cNvPr>
          <p:cNvSpPr/>
          <p:nvPr userDrawn="1"/>
        </p:nvSpPr>
        <p:spPr>
          <a:xfrm>
            <a:off x="2548581" y="2893719"/>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42C7726-2FB8-454D-88F1-E8C59C67CCDE}"/>
              </a:ext>
            </a:extLst>
          </p:cNvPr>
          <p:cNvSpPr/>
          <p:nvPr userDrawn="1"/>
        </p:nvSpPr>
        <p:spPr>
          <a:xfrm>
            <a:off x="4624723" y="2893719"/>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503337" y="819150"/>
            <a:ext cx="1965960" cy="1965958"/>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2558873" y="2886100"/>
            <a:ext cx="1947202" cy="1973579"/>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pic>
        <p:nvPicPr>
          <p:cNvPr id="8" name="Picture 7">
            <a:extLst>
              <a:ext uri="{FF2B5EF4-FFF2-40B4-BE49-F238E27FC236}">
                <a16:creationId xmlns:a16="http://schemas.microsoft.com/office/drawing/2014/main" id="{DBB37FCC-D24D-994D-A24E-BB2E71C19291}"/>
              </a:ext>
            </a:extLst>
          </p:cNvPr>
          <p:cNvPicPr>
            <a:picLocks noChangeAspect="1"/>
          </p:cNvPicPr>
          <p:nvPr userDrawn="1"/>
        </p:nvPicPr>
        <p:blipFill rotWithShape="1">
          <a:blip r:embed="rId2"/>
          <a:srcRect l="24096"/>
          <a:stretch/>
        </p:blipFill>
        <p:spPr>
          <a:xfrm>
            <a:off x="0" y="115217"/>
            <a:ext cx="1066800" cy="287051"/>
          </a:xfrm>
          <a:prstGeom prst="rect">
            <a:avLst/>
          </a:prstGeom>
        </p:spPr>
      </p:pic>
      <p:pic>
        <p:nvPicPr>
          <p:cNvPr id="9" name="Picture 8">
            <a:extLst>
              <a:ext uri="{FF2B5EF4-FFF2-40B4-BE49-F238E27FC236}">
                <a16:creationId xmlns:a16="http://schemas.microsoft.com/office/drawing/2014/main" id="{0855F3B6-F7B6-284E-BFFE-48E02FCC8082}"/>
              </a:ext>
            </a:extLst>
          </p:cNvPr>
          <p:cNvPicPr>
            <a:picLocks noChangeAspect="1"/>
          </p:cNvPicPr>
          <p:nvPr userDrawn="1"/>
        </p:nvPicPr>
        <p:blipFill>
          <a:blip r:embed="rId3"/>
          <a:stretch>
            <a:fillRect/>
          </a:stretch>
        </p:blipFill>
        <p:spPr>
          <a:xfrm>
            <a:off x="115778" y="223913"/>
            <a:ext cx="752320" cy="69658"/>
          </a:xfrm>
          <a:prstGeom prst="rect">
            <a:avLst/>
          </a:prstGeom>
        </p:spPr>
      </p:pic>
      <p:sp>
        <p:nvSpPr>
          <p:cNvPr id="14" name="Content Placeholder 3">
            <a:extLst>
              <a:ext uri="{FF2B5EF4-FFF2-40B4-BE49-F238E27FC236}">
                <a16:creationId xmlns:a16="http://schemas.microsoft.com/office/drawing/2014/main" id="{92912BC2-1EE2-D842-A2B7-DE5424A867EB}"/>
              </a:ext>
            </a:extLst>
          </p:cNvPr>
          <p:cNvSpPr>
            <a:spLocks noGrp="1"/>
          </p:cNvSpPr>
          <p:nvPr>
            <p:ph sz="quarter" idx="31" hasCustomPrompt="1"/>
          </p:nvPr>
        </p:nvSpPr>
        <p:spPr>
          <a:xfrm>
            <a:off x="2540853" y="819150"/>
            <a:ext cx="1965221" cy="1965959"/>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5" name="Title 1">
            <a:extLst>
              <a:ext uri="{FF2B5EF4-FFF2-40B4-BE49-F238E27FC236}">
                <a16:creationId xmlns:a16="http://schemas.microsoft.com/office/drawing/2014/main" id="{AF89DF55-FF69-934F-BC9B-AA09EC400408}"/>
              </a:ext>
            </a:extLst>
          </p:cNvPr>
          <p:cNvSpPr txBox="1">
            <a:spLocks/>
          </p:cNvSpPr>
          <p:nvPr userDrawn="1"/>
        </p:nvSpPr>
        <p:spPr>
          <a:xfrm>
            <a:off x="4852143" y="895350"/>
            <a:ext cx="2417762" cy="800100"/>
          </a:xfrm>
          <a:prstGeom prst="rect">
            <a:avLst/>
          </a:prstGeom>
        </p:spPr>
        <p:txBody>
          <a:bodyPr vert="horz" lIns="0" tIns="45720" rIns="91440" bIns="45720" rtlCol="0" anchor="b">
            <a:normAutofit/>
          </a:bodyPr>
          <a:lstStyle>
            <a:lvl1pPr algn="l" defTabSz="914400" rtl="0" eaLnBrk="1" latinLnBrk="0" hangingPunct="1">
              <a:lnSpc>
                <a:spcPct val="90000"/>
              </a:lnSpc>
              <a:spcBef>
                <a:spcPct val="0"/>
              </a:spcBef>
              <a:buNone/>
              <a:defRPr sz="2400" b="1" kern="1200">
                <a:solidFill>
                  <a:srgbClr val="1B4D81"/>
                </a:solidFill>
                <a:latin typeface="Lato" panose="020F0502020204030203" pitchFamily="34" charset="0"/>
                <a:ea typeface="+mj-ea"/>
                <a:cs typeface="+mj-cs"/>
              </a:defRPr>
            </a:lvl1pPr>
          </a:lstStyle>
          <a:p>
            <a:r>
              <a:rPr lang="en-US" dirty="0"/>
              <a:t>Content slide for product </a:t>
            </a:r>
          </a:p>
        </p:txBody>
      </p:sp>
      <p:sp>
        <p:nvSpPr>
          <p:cNvPr id="17" name="Content Placeholder 3">
            <a:extLst>
              <a:ext uri="{FF2B5EF4-FFF2-40B4-BE49-F238E27FC236}">
                <a16:creationId xmlns:a16="http://schemas.microsoft.com/office/drawing/2014/main" id="{DB54329B-39FA-9948-8527-46859415990F}"/>
              </a:ext>
            </a:extLst>
          </p:cNvPr>
          <p:cNvSpPr>
            <a:spLocks noGrp="1"/>
          </p:cNvSpPr>
          <p:nvPr>
            <p:ph sz="half" idx="10" hasCustomPrompt="1"/>
          </p:nvPr>
        </p:nvSpPr>
        <p:spPr>
          <a:xfrm>
            <a:off x="4852144" y="1695450"/>
            <a:ext cx="2691656" cy="943227"/>
          </a:xfrm>
          <a:prstGeom prst="rect">
            <a:avLst/>
          </a:prstGeom>
        </p:spPr>
        <p:txBody>
          <a:bodyPr lIns="0">
            <a:normAutofit/>
          </a:bodyPr>
          <a:lstStyle>
            <a:lvl1pPr marL="0" indent="0">
              <a:lnSpc>
                <a:spcPct val="100000"/>
              </a:lnSpc>
              <a:buNone/>
              <a:defRPr sz="1400">
                <a:solidFill>
                  <a:srgbClr val="393A39"/>
                </a:solidFill>
                <a:latin typeface="Lato" panose="020F0502020204030203" pitchFamily="34" charset="0"/>
              </a:defRPr>
            </a:lvl1pPr>
            <a:lvl2pPr marL="292100" indent="0">
              <a:lnSpc>
                <a:spcPct val="100000"/>
              </a:lnSpc>
              <a:buFont typeface="Arial" panose="020B0604020202020204" pitchFamily="34" charset="0"/>
              <a:buNone/>
              <a:defRPr sz="1200">
                <a:solidFill>
                  <a:srgbClr val="393A39"/>
                </a:solidFill>
                <a:latin typeface="Lato" panose="020F0502020204030203" pitchFamily="34" charset="0"/>
              </a:defRPr>
            </a:lvl2pPr>
            <a:lvl3pPr marL="576262" indent="0">
              <a:lnSpc>
                <a:spcPct val="100000"/>
              </a:lnSpc>
              <a:buNone/>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Body text ONLY, keep it short!</a:t>
            </a:r>
          </a:p>
        </p:txBody>
      </p:sp>
      <p:sp>
        <p:nvSpPr>
          <p:cNvPr id="18" name="Content Placeholder 3">
            <a:extLst>
              <a:ext uri="{FF2B5EF4-FFF2-40B4-BE49-F238E27FC236}">
                <a16:creationId xmlns:a16="http://schemas.microsoft.com/office/drawing/2014/main" id="{9E3929EB-8C6F-D945-92EC-B79572580E77}"/>
              </a:ext>
            </a:extLst>
          </p:cNvPr>
          <p:cNvSpPr>
            <a:spLocks noGrp="1"/>
          </p:cNvSpPr>
          <p:nvPr>
            <p:ph sz="quarter" idx="19" hasCustomPrompt="1"/>
          </p:nvPr>
        </p:nvSpPr>
        <p:spPr>
          <a:xfrm>
            <a:off x="503337" y="2886100"/>
            <a:ext cx="1935062" cy="457200"/>
          </a:xfrm>
          <a:noFill/>
        </p:spPr>
        <p:txBody>
          <a:bodyPr lIns="137160" tIns="137160" rIns="137160" bIns="45720" anchor="b" anchorCtr="0">
            <a:normAutofit/>
          </a:bodyPr>
          <a:lstStyle>
            <a:lvl1pPr marL="0" indent="0">
              <a:buNone/>
              <a:defRPr sz="1200" b="1">
                <a:solidFill>
                  <a:schemeClr val="accent2"/>
                </a:solidFill>
              </a:defRPr>
            </a:lvl1pPr>
            <a:lvl2pPr>
              <a:defRPr>
                <a:solidFill>
                  <a:schemeClr val="bg2"/>
                </a:solidFill>
              </a:defRPr>
            </a:lvl2pPr>
            <a:lvl3pPr>
              <a:defRPr>
                <a:solidFill>
                  <a:schemeClr val="bg2"/>
                </a:solidFill>
              </a:defRPr>
            </a:lvl3pPr>
          </a:lstStyle>
          <a:p>
            <a:pPr lvl="0"/>
            <a:r>
              <a:rPr lang="en-US" dirty="0"/>
              <a:t>Optional Short Title Here</a:t>
            </a:r>
          </a:p>
        </p:txBody>
      </p:sp>
      <p:sp>
        <p:nvSpPr>
          <p:cNvPr id="19" name="Content Placeholder 3">
            <a:extLst>
              <a:ext uri="{FF2B5EF4-FFF2-40B4-BE49-F238E27FC236}">
                <a16:creationId xmlns:a16="http://schemas.microsoft.com/office/drawing/2014/main" id="{075A62B3-5B8F-BA41-B788-72BE2AD41F88}"/>
              </a:ext>
            </a:extLst>
          </p:cNvPr>
          <p:cNvSpPr>
            <a:spLocks noGrp="1"/>
          </p:cNvSpPr>
          <p:nvPr>
            <p:ph sz="quarter" idx="20" hasCustomPrompt="1"/>
          </p:nvPr>
        </p:nvSpPr>
        <p:spPr>
          <a:xfrm>
            <a:off x="503337" y="3343300"/>
            <a:ext cx="1935062" cy="1066799"/>
          </a:xfrm>
          <a:noFill/>
        </p:spPr>
        <p:txBody>
          <a:bodyPr lIns="137160" tIns="45720" rIns="137160" bIns="13716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23" name="Content Placeholder 3">
            <a:extLst>
              <a:ext uri="{FF2B5EF4-FFF2-40B4-BE49-F238E27FC236}">
                <a16:creationId xmlns:a16="http://schemas.microsoft.com/office/drawing/2014/main" id="{B9EB7CA6-DB6B-5C45-9FED-7ADC8E9AB8DD}"/>
              </a:ext>
            </a:extLst>
          </p:cNvPr>
          <p:cNvSpPr>
            <a:spLocks noGrp="1"/>
          </p:cNvSpPr>
          <p:nvPr>
            <p:ph sz="quarter" idx="32" hasCustomPrompt="1"/>
          </p:nvPr>
        </p:nvSpPr>
        <p:spPr>
          <a:xfrm>
            <a:off x="4624723" y="2893719"/>
            <a:ext cx="1965960" cy="196596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Tree>
    <p:extLst>
      <p:ext uri="{BB962C8B-B14F-4D97-AF65-F5344CB8AC3E}">
        <p14:creationId xmlns:p14="http://schemas.microsoft.com/office/powerpoint/2010/main" val="2619463758"/>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le, 4 image each with captions with title + body">
    <p:spTree>
      <p:nvGrpSpPr>
        <p:cNvPr id="1" name=""/>
        <p:cNvGrpSpPr/>
        <p:nvPr/>
      </p:nvGrpSpPr>
      <p:grpSpPr>
        <a:xfrm>
          <a:off x="0" y="0"/>
          <a:ext cx="0" cy="0"/>
          <a:chOff x="0" y="0"/>
          <a:chExt cx="0" cy="0"/>
        </a:xfrm>
      </p:grpSpPr>
      <p:sp>
        <p:nvSpPr>
          <p:cNvPr id="47" name="Content Placeholder 3">
            <a:extLst>
              <a:ext uri="{FF2B5EF4-FFF2-40B4-BE49-F238E27FC236}">
                <a16:creationId xmlns:a16="http://schemas.microsoft.com/office/drawing/2014/main" id="{88FAD3AE-C209-DD41-8D9F-F3C291DF9248}"/>
              </a:ext>
            </a:extLst>
          </p:cNvPr>
          <p:cNvSpPr>
            <a:spLocks noGrp="1"/>
          </p:cNvSpPr>
          <p:nvPr>
            <p:ph sz="quarter" idx="22" hasCustomPrompt="1"/>
          </p:nvPr>
        </p:nvSpPr>
        <p:spPr>
          <a:xfrm>
            <a:off x="2580968" y="1885950"/>
            <a:ext cx="1965960" cy="147218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57200" y="1885950"/>
            <a:ext cx="1965960" cy="1474470"/>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0" name="Rectangle 9">
            <a:extLst>
              <a:ext uri="{FF2B5EF4-FFF2-40B4-BE49-F238E27FC236}">
                <a16:creationId xmlns:a16="http://schemas.microsoft.com/office/drawing/2014/main" id="{4BF6B05F-53E1-8945-B16F-0DF3CF82F24C}"/>
              </a:ext>
            </a:extLst>
          </p:cNvPr>
          <p:cNvSpPr/>
          <p:nvPr userDrawn="1"/>
        </p:nvSpPr>
        <p:spPr>
          <a:xfrm>
            <a:off x="0" y="3358135"/>
            <a:ext cx="9144000" cy="1785365"/>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7325B"/>
              </a:solidFill>
            </a:endParaRPr>
          </a:p>
        </p:txBody>
      </p:sp>
      <p:sp>
        <p:nvSpPr>
          <p:cNvPr id="17" name="Content Placeholder 3">
            <a:extLst>
              <a:ext uri="{FF2B5EF4-FFF2-40B4-BE49-F238E27FC236}">
                <a16:creationId xmlns:a16="http://schemas.microsoft.com/office/drawing/2014/main" id="{F509B63B-1486-3540-B785-BB3D12EDB3BE}"/>
              </a:ext>
            </a:extLst>
          </p:cNvPr>
          <p:cNvSpPr>
            <a:spLocks noGrp="1"/>
          </p:cNvSpPr>
          <p:nvPr>
            <p:ph sz="quarter" idx="20" hasCustomPrompt="1"/>
          </p:nvPr>
        </p:nvSpPr>
        <p:spPr>
          <a:xfrm>
            <a:off x="457200" y="3714649"/>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3358134"/>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8" name="Content Placeholder 3">
            <a:extLst>
              <a:ext uri="{FF2B5EF4-FFF2-40B4-BE49-F238E27FC236}">
                <a16:creationId xmlns:a16="http://schemas.microsoft.com/office/drawing/2014/main" id="{216EF5B3-14E5-2446-9E37-8D3DA7F83FA6}"/>
              </a:ext>
            </a:extLst>
          </p:cNvPr>
          <p:cNvSpPr>
            <a:spLocks noGrp="1"/>
          </p:cNvSpPr>
          <p:nvPr>
            <p:ph sz="quarter" idx="23" hasCustomPrompt="1"/>
          </p:nvPr>
        </p:nvSpPr>
        <p:spPr>
          <a:xfrm>
            <a:off x="2580968" y="3714649"/>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49" name="Content Placeholder 3">
            <a:extLst>
              <a:ext uri="{FF2B5EF4-FFF2-40B4-BE49-F238E27FC236}">
                <a16:creationId xmlns:a16="http://schemas.microsoft.com/office/drawing/2014/main" id="{A33A5FF1-7CDE-394A-8F8F-43478A103928}"/>
              </a:ext>
            </a:extLst>
          </p:cNvPr>
          <p:cNvSpPr>
            <a:spLocks noGrp="1"/>
          </p:cNvSpPr>
          <p:nvPr>
            <p:ph sz="quarter" idx="24" hasCustomPrompt="1"/>
          </p:nvPr>
        </p:nvSpPr>
        <p:spPr>
          <a:xfrm>
            <a:off x="2580968" y="3358134"/>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0" name="Content Placeholder 3">
            <a:extLst>
              <a:ext uri="{FF2B5EF4-FFF2-40B4-BE49-F238E27FC236}">
                <a16:creationId xmlns:a16="http://schemas.microsoft.com/office/drawing/2014/main" id="{37AD7603-46FC-F347-AF65-9A5A450E8717}"/>
              </a:ext>
            </a:extLst>
          </p:cNvPr>
          <p:cNvSpPr>
            <a:spLocks noGrp="1"/>
          </p:cNvSpPr>
          <p:nvPr>
            <p:ph sz="quarter" idx="25" hasCustomPrompt="1"/>
          </p:nvPr>
        </p:nvSpPr>
        <p:spPr>
          <a:xfrm>
            <a:off x="4717024" y="1885950"/>
            <a:ext cx="1965960" cy="147218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1" name="Content Placeholder 3">
            <a:extLst>
              <a:ext uri="{FF2B5EF4-FFF2-40B4-BE49-F238E27FC236}">
                <a16:creationId xmlns:a16="http://schemas.microsoft.com/office/drawing/2014/main" id="{B34E1369-EF0E-B046-97D9-6341F2F2EA21}"/>
              </a:ext>
            </a:extLst>
          </p:cNvPr>
          <p:cNvSpPr>
            <a:spLocks noGrp="1"/>
          </p:cNvSpPr>
          <p:nvPr>
            <p:ph sz="quarter" idx="26" hasCustomPrompt="1"/>
          </p:nvPr>
        </p:nvSpPr>
        <p:spPr>
          <a:xfrm>
            <a:off x="4717024" y="3714649"/>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2" name="Content Placeholder 3">
            <a:extLst>
              <a:ext uri="{FF2B5EF4-FFF2-40B4-BE49-F238E27FC236}">
                <a16:creationId xmlns:a16="http://schemas.microsoft.com/office/drawing/2014/main" id="{63659F40-D8CA-2341-9DFD-6BA8E4B8640E}"/>
              </a:ext>
            </a:extLst>
          </p:cNvPr>
          <p:cNvSpPr>
            <a:spLocks noGrp="1"/>
          </p:cNvSpPr>
          <p:nvPr>
            <p:ph sz="quarter" idx="27" hasCustomPrompt="1"/>
          </p:nvPr>
        </p:nvSpPr>
        <p:spPr>
          <a:xfrm>
            <a:off x="4717024" y="3358134"/>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3" name="Content Placeholder 3">
            <a:extLst>
              <a:ext uri="{FF2B5EF4-FFF2-40B4-BE49-F238E27FC236}">
                <a16:creationId xmlns:a16="http://schemas.microsoft.com/office/drawing/2014/main" id="{A35135FD-AD75-964F-B113-BD252DDE92D5}"/>
              </a:ext>
            </a:extLst>
          </p:cNvPr>
          <p:cNvSpPr>
            <a:spLocks noGrp="1"/>
          </p:cNvSpPr>
          <p:nvPr>
            <p:ph sz="quarter" idx="28" hasCustomPrompt="1"/>
          </p:nvPr>
        </p:nvSpPr>
        <p:spPr>
          <a:xfrm>
            <a:off x="6840792" y="1885950"/>
            <a:ext cx="1965960" cy="147218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4" name="Content Placeholder 3">
            <a:extLst>
              <a:ext uri="{FF2B5EF4-FFF2-40B4-BE49-F238E27FC236}">
                <a16:creationId xmlns:a16="http://schemas.microsoft.com/office/drawing/2014/main" id="{D177B7A0-E491-2949-A749-674B4894CD6E}"/>
              </a:ext>
            </a:extLst>
          </p:cNvPr>
          <p:cNvSpPr>
            <a:spLocks noGrp="1"/>
          </p:cNvSpPr>
          <p:nvPr>
            <p:ph sz="quarter" idx="29" hasCustomPrompt="1"/>
          </p:nvPr>
        </p:nvSpPr>
        <p:spPr>
          <a:xfrm>
            <a:off x="6840792" y="3714649"/>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5" name="Content Placeholder 3">
            <a:extLst>
              <a:ext uri="{FF2B5EF4-FFF2-40B4-BE49-F238E27FC236}">
                <a16:creationId xmlns:a16="http://schemas.microsoft.com/office/drawing/2014/main" id="{B176513E-FA18-374C-AD1F-242628F462B4}"/>
              </a:ext>
            </a:extLst>
          </p:cNvPr>
          <p:cNvSpPr>
            <a:spLocks noGrp="1"/>
          </p:cNvSpPr>
          <p:nvPr>
            <p:ph sz="quarter" idx="30" hasCustomPrompt="1"/>
          </p:nvPr>
        </p:nvSpPr>
        <p:spPr>
          <a:xfrm>
            <a:off x="6840792" y="3358134"/>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8" name="Title 1">
            <a:extLst>
              <a:ext uri="{FF2B5EF4-FFF2-40B4-BE49-F238E27FC236}">
                <a16:creationId xmlns:a16="http://schemas.microsoft.com/office/drawing/2014/main" id="{2FA1BC06-C30C-E541-AF0C-1F21C8CBC4D8}"/>
              </a:ext>
            </a:extLst>
          </p:cNvPr>
          <p:cNvSpPr>
            <a:spLocks noGrp="1"/>
          </p:cNvSpPr>
          <p:nvPr>
            <p:ph type="title"/>
          </p:nvPr>
        </p:nvSpPr>
        <p:spPr>
          <a:xfrm>
            <a:off x="457200" y="829818"/>
            <a:ext cx="8305800" cy="74295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302206591"/>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1_Title, 4 image each with captions with title + bullets">
    <p:spTree>
      <p:nvGrpSpPr>
        <p:cNvPr id="1" name=""/>
        <p:cNvGrpSpPr/>
        <p:nvPr/>
      </p:nvGrpSpPr>
      <p:grpSpPr>
        <a:xfrm>
          <a:off x="0" y="0"/>
          <a:ext cx="0" cy="0"/>
          <a:chOff x="0" y="0"/>
          <a:chExt cx="0" cy="0"/>
        </a:xfrm>
      </p:grpSpPr>
      <p:sp>
        <p:nvSpPr>
          <p:cNvPr id="34" name="Content Placeholder 3">
            <a:extLst>
              <a:ext uri="{FF2B5EF4-FFF2-40B4-BE49-F238E27FC236}">
                <a16:creationId xmlns:a16="http://schemas.microsoft.com/office/drawing/2014/main" id="{E80BBB08-8B4C-AE45-BE9F-2ACF045CF6F5}"/>
              </a:ext>
            </a:extLst>
          </p:cNvPr>
          <p:cNvSpPr>
            <a:spLocks noGrp="1"/>
          </p:cNvSpPr>
          <p:nvPr>
            <p:ph sz="quarter" idx="31" hasCustomPrompt="1"/>
          </p:nvPr>
        </p:nvSpPr>
        <p:spPr>
          <a:xfrm>
            <a:off x="2591861" y="1567918"/>
            <a:ext cx="1965960" cy="110642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0" name="Rectangle 9">
            <a:extLst>
              <a:ext uri="{FF2B5EF4-FFF2-40B4-BE49-F238E27FC236}">
                <a16:creationId xmlns:a16="http://schemas.microsoft.com/office/drawing/2014/main" id="{4BF6B05F-53E1-8945-B16F-0DF3CF82F24C}"/>
              </a:ext>
            </a:extLst>
          </p:cNvPr>
          <p:cNvSpPr/>
          <p:nvPr userDrawn="1"/>
        </p:nvSpPr>
        <p:spPr>
          <a:xfrm>
            <a:off x="0" y="2683922"/>
            <a:ext cx="9144000" cy="2459578"/>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467497" y="3034050"/>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50" indent="-220663">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467497" y="1572802"/>
            <a:ext cx="1963970" cy="1104733"/>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7497" y="26775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3" name="Content Placeholder 3">
            <a:extLst>
              <a:ext uri="{FF2B5EF4-FFF2-40B4-BE49-F238E27FC236}">
                <a16:creationId xmlns:a16="http://schemas.microsoft.com/office/drawing/2014/main" id="{E53B2EB1-5F25-BD49-8343-92C06FD36ABC}"/>
              </a:ext>
            </a:extLst>
          </p:cNvPr>
          <p:cNvSpPr>
            <a:spLocks noGrp="1"/>
          </p:cNvSpPr>
          <p:nvPr>
            <p:ph sz="half" idx="30" hasCustomPrompt="1"/>
          </p:nvPr>
        </p:nvSpPr>
        <p:spPr>
          <a:xfrm>
            <a:off x="2591861" y="3034050"/>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50" indent="-220663">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5" name="Content Placeholder 3">
            <a:extLst>
              <a:ext uri="{FF2B5EF4-FFF2-40B4-BE49-F238E27FC236}">
                <a16:creationId xmlns:a16="http://schemas.microsoft.com/office/drawing/2014/main" id="{A464B442-D9C7-B94E-AD26-8A4ED3539C0A}"/>
              </a:ext>
            </a:extLst>
          </p:cNvPr>
          <p:cNvSpPr>
            <a:spLocks noGrp="1"/>
          </p:cNvSpPr>
          <p:nvPr>
            <p:ph sz="quarter" idx="32" hasCustomPrompt="1"/>
          </p:nvPr>
        </p:nvSpPr>
        <p:spPr>
          <a:xfrm>
            <a:off x="2591861" y="26775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4" name="Content Placeholder 3">
            <a:extLst>
              <a:ext uri="{FF2B5EF4-FFF2-40B4-BE49-F238E27FC236}">
                <a16:creationId xmlns:a16="http://schemas.microsoft.com/office/drawing/2014/main" id="{A0A4139A-772F-2F43-93E6-4E6798EEF1CD}"/>
              </a:ext>
            </a:extLst>
          </p:cNvPr>
          <p:cNvSpPr>
            <a:spLocks noGrp="1"/>
          </p:cNvSpPr>
          <p:nvPr>
            <p:ph sz="quarter" idx="33" hasCustomPrompt="1"/>
          </p:nvPr>
        </p:nvSpPr>
        <p:spPr>
          <a:xfrm>
            <a:off x="4712240" y="1567918"/>
            <a:ext cx="1965960" cy="110642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5" name="Content Placeholder 3">
            <a:extLst>
              <a:ext uri="{FF2B5EF4-FFF2-40B4-BE49-F238E27FC236}">
                <a16:creationId xmlns:a16="http://schemas.microsoft.com/office/drawing/2014/main" id="{B587A25C-C1CD-4A4E-AE0C-EDF159D1AD75}"/>
              </a:ext>
            </a:extLst>
          </p:cNvPr>
          <p:cNvSpPr>
            <a:spLocks noGrp="1"/>
          </p:cNvSpPr>
          <p:nvPr>
            <p:ph sz="half" idx="34" hasCustomPrompt="1"/>
          </p:nvPr>
        </p:nvSpPr>
        <p:spPr>
          <a:xfrm>
            <a:off x="4712240" y="3034050"/>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50" indent="-220663">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46" name="Content Placeholder 3">
            <a:extLst>
              <a:ext uri="{FF2B5EF4-FFF2-40B4-BE49-F238E27FC236}">
                <a16:creationId xmlns:a16="http://schemas.microsoft.com/office/drawing/2014/main" id="{006D9C7B-BE1F-2F48-9932-F7A5274B0C86}"/>
              </a:ext>
            </a:extLst>
          </p:cNvPr>
          <p:cNvSpPr>
            <a:spLocks noGrp="1"/>
          </p:cNvSpPr>
          <p:nvPr>
            <p:ph sz="quarter" idx="35" hasCustomPrompt="1"/>
          </p:nvPr>
        </p:nvSpPr>
        <p:spPr>
          <a:xfrm>
            <a:off x="4712240" y="26775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7" name="Content Placeholder 3">
            <a:extLst>
              <a:ext uri="{FF2B5EF4-FFF2-40B4-BE49-F238E27FC236}">
                <a16:creationId xmlns:a16="http://schemas.microsoft.com/office/drawing/2014/main" id="{4D16B98F-3C8A-4E4A-9AA5-82EDAB577C03}"/>
              </a:ext>
            </a:extLst>
          </p:cNvPr>
          <p:cNvSpPr>
            <a:spLocks noGrp="1"/>
          </p:cNvSpPr>
          <p:nvPr>
            <p:ph sz="quarter" idx="36" hasCustomPrompt="1"/>
          </p:nvPr>
        </p:nvSpPr>
        <p:spPr>
          <a:xfrm>
            <a:off x="6828634" y="1567918"/>
            <a:ext cx="1965960" cy="110642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8" name="Content Placeholder 3">
            <a:extLst>
              <a:ext uri="{FF2B5EF4-FFF2-40B4-BE49-F238E27FC236}">
                <a16:creationId xmlns:a16="http://schemas.microsoft.com/office/drawing/2014/main" id="{457B1C0B-C0BA-1340-A85D-FFCE14C89447}"/>
              </a:ext>
            </a:extLst>
          </p:cNvPr>
          <p:cNvSpPr>
            <a:spLocks noGrp="1"/>
          </p:cNvSpPr>
          <p:nvPr>
            <p:ph sz="half" idx="37" hasCustomPrompt="1"/>
          </p:nvPr>
        </p:nvSpPr>
        <p:spPr>
          <a:xfrm>
            <a:off x="6828634" y="3034050"/>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50" indent="-220663">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49" name="Content Placeholder 3">
            <a:extLst>
              <a:ext uri="{FF2B5EF4-FFF2-40B4-BE49-F238E27FC236}">
                <a16:creationId xmlns:a16="http://schemas.microsoft.com/office/drawing/2014/main" id="{F952A9E0-6228-5148-BA9C-12C66B2ADE02}"/>
              </a:ext>
            </a:extLst>
          </p:cNvPr>
          <p:cNvSpPr>
            <a:spLocks noGrp="1"/>
          </p:cNvSpPr>
          <p:nvPr>
            <p:ph sz="quarter" idx="38" hasCustomPrompt="1"/>
          </p:nvPr>
        </p:nvSpPr>
        <p:spPr>
          <a:xfrm>
            <a:off x="6828634" y="26775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Title 1">
            <a:extLst>
              <a:ext uri="{FF2B5EF4-FFF2-40B4-BE49-F238E27FC236}">
                <a16:creationId xmlns:a16="http://schemas.microsoft.com/office/drawing/2014/main" id="{2CD41E1C-45C4-2E4C-AB71-F892A91A1EAC}"/>
              </a:ext>
            </a:extLst>
          </p:cNvPr>
          <p:cNvSpPr>
            <a:spLocks noGrp="1"/>
          </p:cNvSpPr>
          <p:nvPr>
            <p:ph type="title"/>
          </p:nvPr>
        </p:nvSpPr>
        <p:spPr>
          <a:xfrm>
            <a:off x="457200" y="590550"/>
            <a:ext cx="8305800" cy="74295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234868541"/>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5 images with title + bullet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6B05F-53E1-8945-B16F-0DF3CF82F24C}"/>
              </a:ext>
            </a:extLst>
          </p:cNvPr>
          <p:cNvSpPr/>
          <p:nvPr userDrawn="1"/>
        </p:nvSpPr>
        <p:spPr>
          <a:xfrm>
            <a:off x="0" y="2683922"/>
            <a:ext cx="9144000" cy="2459578"/>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381022" y="3034050"/>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50" indent="-220663">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381022" y="148286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381022" y="2677535"/>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68" name="Content Placeholder 3">
            <a:extLst>
              <a:ext uri="{FF2B5EF4-FFF2-40B4-BE49-F238E27FC236}">
                <a16:creationId xmlns:a16="http://schemas.microsoft.com/office/drawing/2014/main" id="{8B594A98-55B7-1246-AEE0-5FDE3E436BED}"/>
              </a:ext>
            </a:extLst>
          </p:cNvPr>
          <p:cNvSpPr>
            <a:spLocks noGrp="1"/>
          </p:cNvSpPr>
          <p:nvPr>
            <p:ph sz="half" idx="30" hasCustomPrompt="1"/>
          </p:nvPr>
        </p:nvSpPr>
        <p:spPr>
          <a:xfrm>
            <a:off x="2095522" y="3034050"/>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50" indent="-220663">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69" name="Content Placeholder 3">
            <a:extLst>
              <a:ext uri="{FF2B5EF4-FFF2-40B4-BE49-F238E27FC236}">
                <a16:creationId xmlns:a16="http://schemas.microsoft.com/office/drawing/2014/main" id="{9135D390-8302-B148-B61C-F2EB0A6B8E60}"/>
              </a:ext>
            </a:extLst>
          </p:cNvPr>
          <p:cNvSpPr>
            <a:spLocks noGrp="1"/>
          </p:cNvSpPr>
          <p:nvPr>
            <p:ph sz="quarter" idx="31" hasCustomPrompt="1"/>
          </p:nvPr>
        </p:nvSpPr>
        <p:spPr>
          <a:xfrm>
            <a:off x="2095524" y="148286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0" name="Content Placeholder 3">
            <a:extLst>
              <a:ext uri="{FF2B5EF4-FFF2-40B4-BE49-F238E27FC236}">
                <a16:creationId xmlns:a16="http://schemas.microsoft.com/office/drawing/2014/main" id="{C429E927-13E4-5749-A6B0-9E7C5F36071B}"/>
              </a:ext>
            </a:extLst>
          </p:cNvPr>
          <p:cNvSpPr>
            <a:spLocks noGrp="1"/>
          </p:cNvSpPr>
          <p:nvPr>
            <p:ph sz="quarter" idx="32" hasCustomPrompt="1"/>
          </p:nvPr>
        </p:nvSpPr>
        <p:spPr>
          <a:xfrm>
            <a:off x="2095522" y="2677535"/>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71" name="Content Placeholder 3">
            <a:extLst>
              <a:ext uri="{FF2B5EF4-FFF2-40B4-BE49-F238E27FC236}">
                <a16:creationId xmlns:a16="http://schemas.microsoft.com/office/drawing/2014/main" id="{1C342233-4927-944A-8984-5E2A1A231A9E}"/>
              </a:ext>
            </a:extLst>
          </p:cNvPr>
          <p:cNvSpPr>
            <a:spLocks noGrp="1"/>
          </p:cNvSpPr>
          <p:nvPr>
            <p:ph sz="half" idx="33" hasCustomPrompt="1"/>
          </p:nvPr>
        </p:nvSpPr>
        <p:spPr>
          <a:xfrm>
            <a:off x="3810018" y="3034050"/>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50" indent="-220663">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72" name="Content Placeholder 3">
            <a:extLst>
              <a:ext uri="{FF2B5EF4-FFF2-40B4-BE49-F238E27FC236}">
                <a16:creationId xmlns:a16="http://schemas.microsoft.com/office/drawing/2014/main" id="{E5DADEB8-A31C-2947-9FF2-B8C7C448170A}"/>
              </a:ext>
            </a:extLst>
          </p:cNvPr>
          <p:cNvSpPr>
            <a:spLocks noGrp="1"/>
          </p:cNvSpPr>
          <p:nvPr>
            <p:ph sz="quarter" idx="34" hasCustomPrompt="1"/>
          </p:nvPr>
        </p:nvSpPr>
        <p:spPr>
          <a:xfrm>
            <a:off x="3810020" y="148286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3" name="Content Placeholder 3">
            <a:extLst>
              <a:ext uri="{FF2B5EF4-FFF2-40B4-BE49-F238E27FC236}">
                <a16:creationId xmlns:a16="http://schemas.microsoft.com/office/drawing/2014/main" id="{EBD1B705-DE93-7C47-9AF9-6ECF4F926A39}"/>
              </a:ext>
            </a:extLst>
          </p:cNvPr>
          <p:cNvSpPr>
            <a:spLocks noGrp="1"/>
          </p:cNvSpPr>
          <p:nvPr>
            <p:ph sz="quarter" idx="35" hasCustomPrompt="1"/>
          </p:nvPr>
        </p:nvSpPr>
        <p:spPr>
          <a:xfrm>
            <a:off x="3810018" y="2677535"/>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74" name="Content Placeholder 3">
            <a:extLst>
              <a:ext uri="{FF2B5EF4-FFF2-40B4-BE49-F238E27FC236}">
                <a16:creationId xmlns:a16="http://schemas.microsoft.com/office/drawing/2014/main" id="{E182A473-23D7-FC41-8E6E-928368EE742D}"/>
              </a:ext>
            </a:extLst>
          </p:cNvPr>
          <p:cNvSpPr>
            <a:spLocks noGrp="1"/>
          </p:cNvSpPr>
          <p:nvPr>
            <p:ph sz="half" idx="36" hasCustomPrompt="1"/>
          </p:nvPr>
        </p:nvSpPr>
        <p:spPr>
          <a:xfrm>
            <a:off x="5524510" y="3034050"/>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50" indent="-220663">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75" name="Content Placeholder 3">
            <a:extLst>
              <a:ext uri="{FF2B5EF4-FFF2-40B4-BE49-F238E27FC236}">
                <a16:creationId xmlns:a16="http://schemas.microsoft.com/office/drawing/2014/main" id="{65B64471-861D-1C41-A965-8FC89E3EEDD9}"/>
              </a:ext>
            </a:extLst>
          </p:cNvPr>
          <p:cNvSpPr>
            <a:spLocks noGrp="1"/>
          </p:cNvSpPr>
          <p:nvPr>
            <p:ph sz="quarter" idx="37" hasCustomPrompt="1"/>
          </p:nvPr>
        </p:nvSpPr>
        <p:spPr>
          <a:xfrm>
            <a:off x="5524512" y="148286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6" name="Content Placeholder 3">
            <a:extLst>
              <a:ext uri="{FF2B5EF4-FFF2-40B4-BE49-F238E27FC236}">
                <a16:creationId xmlns:a16="http://schemas.microsoft.com/office/drawing/2014/main" id="{F1669C60-8680-4649-8495-52945E083E58}"/>
              </a:ext>
            </a:extLst>
          </p:cNvPr>
          <p:cNvSpPr>
            <a:spLocks noGrp="1"/>
          </p:cNvSpPr>
          <p:nvPr>
            <p:ph sz="quarter" idx="38" hasCustomPrompt="1"/>
          </p:nvPr>
        </p:nvSpPr>
        <p:spPr>
          <a:xfrm>
            <a:off x="5524510" y="2677535"/>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77" name="Content Placeholder 3">
            <a:extLst>
              <a:ext uri="{FF2B5EF4-FFF2-40B4-BE49-F238E27FC236}">
                <a16:creationId xmlns:a16="http://schemas.microsoft.com/office/drawing/2014/main" id="{338917CB-5AD5-4944-A65E-AA566160C114}"/>
              </a:ext>
            </a:extLst>
          </p:cNvPr>
          <p:cNvSpPr>
            <a:spLocks noGrp="1"/>
          </p:cNvSpPr>
          <p:nvPr>
            <p:ph sz="half" idx="39" hasCustomPrompt="1"/>
          </p:nvPr>
        </p:nvSpPr>
        <p:spPr>
          <a:xfrm>
            <a:off x="7238998" y="3034050"/>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50" indent="-220663">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78" name="Content Placeholder 3">
            <a:extLst>
              <a:ext uri="{FF2B5EF4-FFF2-40B4-BE49-F238E27FC236}">
                <a16:creationId xmlns:a16="http://schemas.microsoft.com/office/drawing/2014/main" id="{692BBACE-53AB-9C45-BC70-65A594691A6D}"/>
              </a:ext>
            </a:extLst>
          </p:cNvPr>
          <p:cNvSpPr>
            <a:spLocks noGrp="1"/>
          </p:cNvSpPr>
          <p:nvPr>
            <p:ph sz="quarter" idx="40" hasCustomPrompt="1"/>
          </p:nvPr>
        </p:nvSpPr>
        <p:spPr>
          <a:xfrm>
            <a:off x="7239000" y="148286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9" name="Content Placeholder 3">
            <a:extLst>
              <a:ext uri="{FF2B5EF4-FFF2-40B4-BE49-F238E27FC236}">
                <a16:creationId xmlns:a16="http://schemas.microsoft.com/office/drawing/2014/main" id="{894634CD-6884-094D-9979-41AB688FEAC9}"/>
              </a:ext>
            </a:extLst>
          </p:cNvPr>
          <p:cNvSpPr>
            <a:spLocks noGrp="1"/>
          </p:cNvSpPr>
          <p:nvPr>
            <p:ph sz="quarter" idx="41" hasCustomPrompt="1"/>
          </p:nvPr>
        </p:nvSpPr>
        <p:spPr>
          <a:xfrm>
            <a:off x="7238998" y="2677535"/>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80" name="Title 1">
            <a:extLst>
              <a:ext uri="{FF2B5EF4-FFF2-40B4-BE49-F238E27FC236}">
                <a16:creationId xmlns:a16="http://schemas.microsoft.com/office/drawing/2014/main" id="{1ACB9DE9-1DE3-FD4C-840A-5CED7A2C46B3}"/>
              </a:ext>
            </a:extLst>
          </p:cNvPr>
          <p:cNvSpPr>
            <a:spLocks noGrp="1"/>
          </p:cNvSpPr>
          <p:nvPr>
            <p:ph type="title"/>
          </p:nvPr>
        </p:nvSpPr>
        <p:spPr>
          <a:xfrm>
            <a:off x="457200" y="590550"/>
            <a:ext cx="8305800" cy="742950"/>
          </a:xfrm>
          <a:prstGeom prst="rect">
            <a:avLst/>
          </a:prstGeom>
        </p:spPr>
        <p:txBody>
          <a:bodyPr lIns="9144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22085338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2_8 images with captions">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1138D1D-0960-574D-8616-915D22FDBD79}"/>
              </a:ext>
            </a:extLst>
          </p:cNvPr>
          <p:cNvSpPr/>
          <p:nvPr userDrawn="1"/>
        </p:nvSpPr>
        <p:spPr>
          <a:xfrm>
            <a:off x="5715000" y="0"/>
            <a:ext cx="3429000" cy="51435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7325B"/>
              </a:solidFill>
            </a:endParaRPr>
          </a:p>
        </p:txBody>
      </p:sp>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72327" y="1504948"/>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57200" y="1504950"/>
            <a:ext cx="1965960" cy="1472184"/>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2977134"/>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72327" y="2977134"/>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87454" y="1504948"/>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87454" y="2977134"/>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02581" y="1504948"/>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02581" y="2977134"/>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12" name="Content Placeholder 3">
            <a:extLst>
              <a:ext uri="{FF2B5EF4-FFF2-40B4-BE49-F238E27FC236}">
                <a16:creationId xmlns:a16="http://schemas.microsoft.com/office/drawing/2014/main" id="{F12BC52A-186A-9B43-A602-388B5540D1E9}"/>
              </a:ext>
            </a:extLst>
          </p:cNvPr>
          <p:cNvSpPr>
            <a:spLocks noGrp="1"/>
          </p:cNvSpPr>
          <p:nvPr>
            <p:ph sz="half" idx="10" hasCustomPrompt="1"/>
          </p:nvPr>
        </p:nvSpPr>
        <p:spPr>
          <a:xfrm>
            <a:off x="457200" y="3486148"/>
            <a:ext cx="4864512" cy="1243222"/>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 Body text is preferred over bullets</a:t>
            </a:r>
          </a:p>
          <a:p>
            <a:pPr lvl="1"/>
            <a:r>
              <a:rPr lang="en-US" dirty="0"/>
              <a:t>Second level</a:t>
            </a:r>
          </a:p>
          <a:p>
            <a:pPr lvl="2"/>
            <a:r>
              <a:rPr lang="en-US" dirty="0"/>
              <a:t>Third level</a:t>
            </a:r>
          </a:p>
        </p:txBody>
      </p:sp>
      <p:sp>
        <p:nvSpPr>
          <p:cNvPr id="13" name="Title 1">
            <a:extLst>
              <a:ext uri="{FF2B5EF4-FFF2-40B4-BE49-F238E27FC236}">
                <a16:creationId xmlns:a16="http://schemas.microsoft.com/office/drawing/2014/main" id="{AC332FC9-5E40-7F4A-ADF7-3D2ADB4F03AF}"/>
              </a:ext>
            </a:extLst>
          </p:cNvPr>
          <p:cNvSpPr>
            <a:spLocks noGrp="1"/>
          </p:cNvSpPr>
          <p:nvPr>
            <p:ph type="title"/>
          </p:nvPr>
        </p:nvSpPr>
        <p:spPr>
          <a:xfrm>
            <a:off x="457200" y="590550"/>
            <a:ext cx="5105400" cy="74295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126149836"/>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6_8 images with caption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34551FB-B332-9440-9C5C-BC9D2C8CEF62}"/>
              </a:ext>
            </a:extLst>
          </p:cNvPr>
          <p:cNvSpPr/>
          <p:nvPr userDrawn="1"/>
        </p:nvSpPr>
        <p:spPr>
          <a:xfrm>
            <a:off x="0" y="0"/>
            <a:ext cx="3429000" cy="51435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7325B"/>
              </a:solidFill>
            </a:endParaRPr>
          </a:p>
        </p:txBody>
      </p:sp>
      <p:pic>
        <p:nvPicPr>
          <p:cNvPr id="15" name="Picture 14">
            <a:extLst>
              <a:ext uri="{FF2B5EF4-FFF2-40B4-BE49-F238E27FC236}">
                <a16:creationId xmlns:a16="http://schemas.microsoft.com/office/drawing/2014/main" id="{F801C095-FC4F-B548-86F9-AF8655C17916}"/>
              </a:ext>
            </a:extLst>
          </p:cNvPr>
          <p:cNvPicPr>
            <a:picLocks noChangeAspect="1"/>
          </p:cNvPicPr>
          <p:nvPr userDrawn="1"/>
        </p:nvPicPr>
        <p:blipFill rotWithShape="1">
          <a:blip r:embed="rId2"/>
          <a:srcRect l="24096"/>
          <a:stretch/>
        </p:blipFill>
        <p:spPr>
          <a:xfrm>
            <a:off x="0" y="115217"/>
            <a:ext cx="1066800" cy="287051"/>
          </a:xfrm>
          <a:prstGeom prst="rect">
            <a:avLst/>
          </a:prstGeom>
        </p:spPr>
      </p:pic>
      <p:pic>
        <p:nvPicPr>
          <p:cNvPr id="17" name="Picture 16">
            <a:extLst>
              <a:ext uri="{FF2B5EF4-FFF2-40B4-BE49-F238E27FC236}">
                <a16:creationId xmlns:a16="http://schemas.microsoft.com/office/drawing/2014/main" id="{E31FA408-826D-594C-99A2-F4CA1B6EF291}"/>
              </a:ext>
            </a:extLst>
          </p:cNvPr>
          <p:cNvPicPr>
            <a:picLocks noChangeAspect="1"/>
          </p:cNvPicPr>
          <p:nvPr userDrawn="1"/>
        </p:nvPicPr>
        <p:blipFill>
          <a:blip r:embed="rId3"/>
          <a:stretch>
            <a:fillRect/>
          </a:stretch>
        </p:blipFill>
        <p:spPr>
          <a:xfrm>
            <a:off x="115778" y="223913"/>
            <a:ext cx="752320" cy="69658"/>
          </a:xfrm>
          <a:prstGeom prst="rect">
            <a:avLst/>
          </a:prstGeom>
        </p:spPr>
      </p:pic>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72327" y="1504948"/>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57200" y="1504950"/>
            <a:ext cx="1965960" cy="1472184"/>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2977134"/>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72327" y="2977134"/>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87454" y="1504948"/>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87454" y="2977134"/>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02581" y="1504948"/>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02581" y="2977134"/>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12" name="Content Placeholder 3">
            <a:extLst>
              <a:ext uri="{FF2B5EF4-FFF2-40B4-BE49-F238E27FC236}">
                <a16:creationId xmlns:a16="http://schemas.microsoft.com/office/drawing/2014/main" id="{F12BC52A-186A-9B43-A602-388B5540D1E9}"/>
              </a:ext>
            </a:extLst>
          </p:cNvPr>
          <p:cNvSpPr>
            <a:spLocks noGrp="1"/>
          </p:cNvSpPr>
          <p:nvPr>
            <p:ph sz="half" idx="10" hasCustomPrompt="1"/>
          </p:nvPr>
        </p:nvSpPr>
        <p:spPr>
          <a:xfrm>
            <a:off x="3733800" y="3486148"/>
            <a:ext cx="4864512" cy="1243222"/>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 Body text is preferred over bullets</a:t>
            </a:r>
          </a:p>
          <a:p>
            <a:pPr lvl="1"/>
            <a:r>
              <a:rPr lang="en-US" dirty="0"/>
              <a:t>Second level</a:t>
            </a:r>
          </a:p>
          <a:p>
            <a:pPr lvl="2"/>
            <a:r>
              <a:rPr lang="en-US" dirty="0"/>
              <a:t>Third level</a:t>
            </a:r>
          </a:p>
        </p:txBody>
      </p:sp>
      <p:sp>
        <p:nvSpPr>
          <p:cNvPr id="13" name="Title 1">
            <a:extLst>
              <a:ext uri="{FF2B5EF4-FFF2-40B4-BE49-F238E27FC236}">
                <a16:creationId xmlns:a16="http://schemas.microsoft.com/office/drawing/2014/main" id="{AC332FC9-5E40-7F4A-ADF7-3D2ADB4F03AF}"/>
              </a:ext>
            </a:extLst>
          </p:cNvPr>
          <p:cNvSpPr>
            <a:spLocks noGrp="1"/>
          </p:cNvSpPr>
          <p:nvPr>
            <p:ph type="title"/>
          </p:nvPr>
        </p:nvSpPr>
        <p:spPr>
          <a:xfrm>
            <a:off x="3733800" y="590550"/>
            <a:ext cx="5034741" cy="74295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79996550"/>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1 image alon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6B05F-53E1-8945-B16F-0DF3CF82F24C}"/>
              </a:ext>
            </a:extLst>
          </p:cNvPr>
          <p:cNvSpPr/>
          <p:nvPr userDrawn="1"/>
        </p:nvSpPr>
        <p:spPr>
          <a:xfrm>
            <a:off x="0" y="2876550"/>
            <a:ext cx="9144000" cy="226695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7325B"/>
              </a:solidFill>
            </a:endParaRP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1555354" y="1387823"/>
            <a:ext cx="6033292" cy="3393727"/>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(exception for the software background, but NEVER white). Crop at the edges!</a:t>
            </a:r>
          </a:p>
        </p:txBody>
      </p:sp>
      <p:sp>
        <p:nvSpPr>
          <p:cNvPr id="19" name="Text Placeholder 2">
            <a:extLst>
              <a:ext uri="{FF2B5EF4-FFF2-40B4-BE49-F238E27FC236}">
                <a16:creationId xmlns:a16="http://schemas.microsoft.com/office/drawing/2014/main" id="{20501915-90EE-1846-8F71-3B5AA397CBA9}"/>
              </a:ext>
            </a:extLst>
          </p:cNvPr>
          <p:cNvSpPr>
            <a:spLocks noGrp="1"/>
          </p:cNvSpPr>
          <p:nvPr>
            <p:ph type="body" sz="quarter" idx="18" hasCustomPrompt="1"/>
          </p:nvPr>
        </p:nvSpPr>
        <p:spPr>
          <a:xfrm>
            <a:off x="1555354" y="4838700"/>
            <a:ext cx="3103378" cy="304800"/>
          </a:xfrm>
        </p:spPr>
        <p:txBody>
          <a:bodyPr>
            <a:normAutofit/>
          </a:bodyPr>
          <a:lstStyle>
            <a:lvl1pPr marL="0" indent="0">
              <a:buNone/>
              <a:defRPr sz="900" b="0" i="1">
                <a:solidFill>
                  <a:schemeClr val="bg1">
                    <a:lumMod val="75000"/>
                  </a:schemeClr>
                </a:solidFill>
                <a:latin typeface="Lato" panose="020F0502020204030203" pitchFamily="34" charset="77"/>
              </a:defRPr>
            </a:lvl1pPr>
            <a:lvl2pPr marL="457200" indent="0">
              <a:buNone/>
              <a:defRPr/>
            </a:lvl2pPr>
            <a:lvl3pPr marL="914400" indent="0">
              <a:buNone/>
              <a:defRPr/>
            </a:lvl3pPr>
          </a:lstStyle>
          <a:p>
            <a:pPr lvl="0"/>
            <a:r>
              <a:rPr lang="en-US" dirty="0"/>
              <a:t>Short  caption in this style only if necessary</a:t>
            </a:r>
          </a:p>
        </p:txBody>
      </p:sp>
      <p:sp>
        <p:nvSpPr>
          <p:cNvPr id="20" name="Title 1">
            <a:extLst>
              <a:ext uri="{FF2B5EF4-FFF2-40B4-BE49-F238E27FC236}">
                <a16:creationId xmlns:a16="http://schemas.microsoft.com/office/drawing/2014/main" id="{A926AAB5-0EF8-C144-BDC0-B1C98EDAAB2A}"/>
              </a:ext>
            </a:extLst>
          </p:cNvPr>
          <p:cNvSpPr>
            <a:spLocks noGrp="1"/>
          </p:cNvSpPr>
          <p:nvPr>
            <p:ph type="title"/>
          </p:nvPr>
        </p:nvSpPr>
        <p:spPr>
          <a:xfrm>
            <a:off x="457200" y="590550"/>
            <a:ext cx="8305800" cy="742950"/>
          </a:xfrm>
          <a:prstGeom prst="rect">
            <a:avLst/>
          </a:prstGeom>
        </p:spPr>
        <p:txBody>
          <a:bodyPr lIns="0" anchor="ctr">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325045304"/>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3_8 images with captions">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1138D1D-0960-574D-8616-915D22FDBD79}"/>
              </a:ext>
            </a:extLst>
          </p:cNvPr>
          <p:cNvSpPr/>
          <p:nvPr userDrawn="1"/>
        </p:nvSpPr>
        <p:spPr>
          <a:xfrm>
            <a:off x="838200" y="2343150"/>
            <a:ext cx="8305800" cy="23622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7325B"/>
              </a:solidFill>
            </a:endParaRPr>
          </a:p>
        </p:txBody>
      </p:sp>
      <p:sp>
        <p:nvSpPr>
          <p:cNvPr id="21" name="Content Placeholder 3">
            <a:extLst>
              <a:ext uri="{FF2B5EF4-FFF2-40B4-BE49-F238E27FC236}">
                <a16:creationId xmlns:a16="http://schemas.microsoft.com/office/drawing/2014/main" id="{74168FC2-68FD-3D40-9EE2-F1CBFA5B7B64}"/>
              </a:ext>
            </a:extLst>
          </p:cNvPr>
          <p:cNvSpPr>
            <a:spLocks noGrp="1" noChangeAspect="1"/>
          </p:cNvSpPr>
          <p:nvPr>
            <p:ph sz="quarter" idx="29" hasCustomPrompt="1"/>
          </p:nvPr>
        </p:nvSpPr>
        <p:spPr>
          <a:xfrm>
            <a:off x="2584615" y="1478312"/>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noChangeAspect="1"/>
          </p:cNvSpPr>
          <p:nvPr>
            <p:ph sz="quarter" idx="21" hasCustomPrompt="1"/>
          </p:nvPr>
        </p:nvSpPr>
        <p:spPr>
          <a:xfrm>
            <a:off x="469488" y="1478312"/>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4005592"/>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4005592"/>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noChangeAspect="1"/>
          </p:cNvSpPr>
          <p:nvPr>
            <p:ph sz="quarter" idx="32" hasCustomPrompt="1"/>
          </p:nvPr>
        </p:nvSpPr>
        <p:spPr>
          <a:xfrm>
            <a:off x="4699742" y="1478312"/>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4005592"/>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noChangeAspect="1"/>
          </p:cNvSpPr>
          <p:nvPr>
            <p:ph sz="quarter" idx="35" hasCustomPrompt="1"/>
          </p:nvPr>
        </p:nvSpPr>
        <p:spPr>
          <a:xfrm>
            <a:off x="6814869" y="1478312"/>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4005592"/>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0" name="Title 1">
            <a:extLst>
              <a:ext uri="{FF2B5EF4-FFF2-40B4-BE49-F238E27FC236}">
                <a16:creationId xmlns:a16="http://schemas.microsoft.com/office/drawing/2014/main" id="{B9DC4B7C-6E2A-B849-8A1D-4166BC982008}"/>
              </a:ext>
            </a:extLst>
          </p:cNvPr>
          <p:cNvSpPr>
            <a:spLocks noGrp="1"/>
          </p:cNvSpPr>
          <p:nvPr>
            <p:ph type="title"/>
          </p:nvPr>
        </p:nvSpPr>
        <p:spPr>
          <a:xfrm>
            <a:off x="457200" y="590550"/>
            <a:ext cx="8305800" cy="742950"/>
          </a:xfrm>
          <a:prstGeom prst="rect">
            <a:avLst/>
          </a:prstGeom>
        </p:spPr>
        <p:txBody>
          <a:bodyPr lIns="0" anchor="ctr">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468337309"/>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4_8 images with captions">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1138D1D-0960-574D-8616-915D22FDBD79}"/>
              </a:ext>
            </a:extLst>
          </p:cNvPr>
          <p:cNvSpPr/>
          <p:nvPr userDrawn="1"/>
        </p:nvSpPr>
        <p:spPr>
          <a:xfrm>
            <a:off x="0" y="2343150"/>
            <a:ext cx="8305800" cy="23622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7325B"/>
              </a:solidFill>
            </a:endParaRPr>
          </a:p>
        </p:txBody>
      </p:sp>
      <p:sp>
        <p:nvSpPr>
          <p:cNvPr id="21" name="Content Placeholder 3">
            <a:extLst>
              <a:ext uri="{FF2B5EF4-FFF2-40B4-BE49-F238E27FC236}">
                <a16:creationId xmlns:a16="http://schemas.microsoft.com/office/drawing/2014/main" id="{74168FC2-68FD-3D40-9EE2-F1CBFA5B7B64}"/>
              </a:ext>
            </a:extLst>
          </p:cNvPr>
          <p:cNvSpPr>
            <a:spLocks noGrp="1" noChangeAspect="1"/>
          </p:cNvSpPr>
          <p:nvPr>
            <p:ph sz="quarter" idx="29" hasCustomPrompt="1"/>
          </p:nvPr>
        </p:nvSpPr>
        <p:spPr>
          <a:xfrm>
            <a:off x="2584615" y="1478312"/>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noChangeAspect="1"/>
          </p:cNvSpPr>
          <p:nvPr>
            <p:ph sz="quarter" idx="21" hasCustomPrompt="1"/>
          </p:nvPr>
        </p:nvSpPr>
        <p:spPr>
          <a:xfrm>
            <a:off x="469488" y="1478312"/>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4005592"/>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4005592"/>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noChangeAspect="1"/>
          </p:cNvSpPr>
          <p:nvPr>
            <p:ph sz="quarter" idx="32" hasCustomPrompt="1"/>
          </p:nvPr>
        </p:nvSpPr>
        <p:spPr>
          <a:xfrm>
            <a:off x="4699742" y="1478312"/>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4005592"/>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noChangeAspect="1"/>
          </p:cNvSpPr>
          <p:nvPr>
            <p:ph sz="quarter" idx="35" hasCustomPrompt="1"/>
          </p:nvPr>
        </p:nvSpPr>
        <p:spPr>
          <a:xfrm>
            <a:off x="6814869" y="1478312"/>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4005592"/>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0" name="Title 1">
            <a:extLst>
              <a:ext uri="{FF2B5EF4-FFF2-40B4-BE49-F238E27FC236}">
                <a16:creationId xmlns:a16="http://schemas.microsoft.com/office/drawing/2014/main" id="{B9DC4B7C-6E2A-B849-8A1D-4166BC982008}"/>
              </a:ext>
            </a:extLst>
          </p:cNvPr>
          <p:cNvSpPr>
            <a:spLocks noGrp="1"/>
          </p:cNvSpPr>
          <p:nvPr>
            <p:ph type="title"/>
          </p:nvPr>
        </p:nvSpPr>
        <p:spPr>
          <a:xfrm>
            <a:off x="457200" y="590550"/>
            <a:ext cx="8305800" cy="742950"/>
          </a:xfrm>
          <a:prstGeom prst="rect">
            <a:avLst/>
          </a:prstGeom>
        </p:spPr>
        <p:txBody>
          <a:bodyPr lIns="0" anchor="ctr">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511070678"/>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8 images with short titles + short body text">
    <p:spTree>
      <p:nvGrpSpPr>
        <p:cNvPr id="1" name=""/>
        <p:cNvGrpSpPr/>
        <p:nvPr/>
      </p:nvGrpSpPr>
      <p:grpSpPr>
        <a:xfrm>
          <a:off x="0" y="0"/>
          <a:ext cx="0" cy="0"/>
          <a:chOff x="0" y="0"/>
          <a:chExt cx="0" cy="0"/>
        </a:xfrm>
      </p:grpSpPr>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84615"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Or swap to no background just the outline if you don’t have transparent images (for ALL not just one)</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69488"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7" name="Content Placeholder 3">
            <a:extLst>
              <a:ext uri="{FF2B5EF4-FFF2-40B4-BE49-F238E27FC236}">
                <a16:creationId xmlns:a16="http://schemas.microsoft.com/office/drawing/2014/main" id="{F509B63B-1486-3540-B785-BB3D12EDB3BE}"/>
              </a:ext>
            </a:extLst>
          </p:cNvPr>
          <p:cNvSpPr>
            <a:spLocks noGrp="1"/>
          </p:cNvSpPr>
          <p:nvPr>
            <p:ph sz="quarter" idx="20" hasCustomPrompt="1"/>
          </p:nvPr>
        </p:nvSpPr>
        <p:spPr>
          <a:xfrm>
            <a:off x="469488" y="2672435"/>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2355840"/>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Content Placeholder 3">
            <a:extLst>
              <a:ext uri="{FF2B5EF4-FFF2-40B4-BE49-F238E27FC236}">
                <a16:creationId xmlns:a16="http://schemas.microsoft.com/office/drawing/2014/main" id="{DDCDDB5F-C736-D147-8301-4A3D736D57CF}"/>
              </a:ext>
            </a:extLst>
          </p:cNvPr>
          <p:cNvSpPr>
            <a:spLocks noGrp="1"/>
          </p:cNvSpPr>
          <p:nvPr>
            <p:ph sz="quarter" idx="30" hasCustomPrompt="1"/>
          </p:nvPr>
        </p:nvSpPr>
        <p:spPr>
          <a:xfrm>
            <a:off x="2584615" y="2672435"/>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2355840"/>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99742"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5" name="Content Placeholder 3">
            <a:extLst>
              <a:ext uri="{FF2B5EF4-FFF2-40B4-BE49-F238E27FC236}">
                <a16:creationId xmlns:a16="http://schemas.microsoft.com/office/drawing/2014/main" id="{723D0923-782D-8B41-A888-106268924FA0}"/>
              </a:ext>
            </a:extLst>
          </p:cNvPr>
          <p:cNvSpPr>
            <a:spLocks noGrp="1"/>
          </p:cNvSpPr>
          <p:nvPr>
            <p:ph sz="quarter" idx="33" hasCustomPrompt="1"/>
          </p:nvPr>
        </p:nvSpPr>
        <p:spPr>
          <a:xfrm>
            <a:off x="4699742" y="2672435"/>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2355840"/>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14869"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8" name="Content Placeholder 3">
            <a:extLst>
              <a:ext uri="{FF2B5EF4-FFF2-40B4-BE49-F238E27FC236}">
                <a16:creationId xmlns:a16="http://schemas.microsoft.com/office/drawing/2014/main" id="{308A6F07-F6D4-0449-A153-80E89BFA7E47}"/>
              </a:ext>
            </a:extLst>
          </p:cNvPr>
          <p:cNvSpPr>
            <a:spLocks noGrp="1"/>
          </p:cNvSpPr>
          <p:nvPr>
            <p:ph sz="quarter" idx="36" hasCustomPrompt="1"/>
          </p:nvPr>
        </p:nvSpPr>
        <p:spPr>
          <a:xfrm>
            <a:off x="6814869" y="2672435"/>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2355840"/>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0" name="Content Placeholder 3">
            <a:extLst>
              <a:ext uri="{FF2B5EF4-FFF2-40B4-BE49-F238E27FC236}">
                <a16:creationId xmlns:a16="http://schemas.microsoft.com/office/drawing/2014/main" id="{B2312F08-5121-534F-93CC-985A6735DD08}"/>
              </a:ext>
            </a:extLst>
          </p:cNvPr>
          <p:cNvSpPr>
            <a:spLocks noGrp="1"/>
          </p:cNvSpPr>
          <p:nvPr>
            <p:ph sz="quarter" idx="38" hasCustomPrompt="1"/>
          </p:nvPr>
        </p:nvSpPr>
        <p:spPr>
          <a:xfrm>
            <a:off x="2584615"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1" name="Content Placeholder 3">
            <a:extLst>
              <a:ext uri="{FF2B5EF4-FFF2-40B4-BE49-F238E27FC236}">
                <a16:creationId xmlns:a16="http://schemas.microsoft.com/office/drawing/2014/main" id="{974D29D1-1450-7941-B469-59BBC46C78B1}"/>
              </a:ext>
            </a:extLst>
          </p:cNvPr>
          <p:cNvSpPr>
            <a:spLocks noGrp="1"/>
          </p:cNvSpPr>
          <p:nvPr>
            <p:ph sz="quarter" idx="39" hasCustomPrompt="1"/>
          </p:nvPr>
        </p:nvSpPr>
        <p:spPr>
          <a:xfrm>
            <a:off x="469488"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2" name="Content Placeholder 3">
            <a:extLst>
              <a:ext uri="{FF2B5EF4-FFF2-40B4-BE49-F238E27FC236}">
                <a16:creationId xmlns:a16="http://schemas.microsoft.com/office/drawing/2014/main" id="{01D220CE-D257-0F4E-9776-41E466D458FA}"/>
              </a:ext>
            </a:extLst>
          </p:cNvPr>
          <p:cNvSpPr>
            <a:spLocks noGrp="1"/>
          </p:cNvSpPr>
          <p:nvPr>
            <p:ph sz="quarter" idx="40" hasCustomPrompt="1"/>
          </p:nvPr>
        </p:nvSpPr>
        <p:spPr>
          <a:xfrm>
            <a:off x="469488" y="4602835"/>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33" name="Content Placeholder 3">
            <a:extLst>
              <a:ext uri="{FF2B5EF4-FFF2-40B4-BE49-F238E27FC236}">
                <a16:creationId xmlns:a16="http://schemas.microsoft.com/office/drawing/2014/main" id="{91285B5C-A27F-B24C-9BAE-EE7BBF9E5029}"/>
              </a:ext>
            </a:extLst>
          </p:cNvPr>
          <p:cNvSpPr>
            <a:spLocks noGrp="1"/>
          </p:cNvSpPr>
          <p:nvPr>
            <p:ph sz="quarter" idx="41" hasCustomPrompt="1"/>
          </p:nvPr>
        </p:nvSpPr>
        <p:spPr>
          <a:xfrm>
            <a:off x="469488" y="4286240"/>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4" name="Content Placeholder 3">
            <a:extLst>
              <a:ext uri="{FF2B5EF4-FFF2-40B4-BE49-F238E27FC236}">
                <a16:creationId xmlns:a16="http://schemas.microsoft.com/office/drawing/2014/main" id="{70BC8ECB-2D92-334B-A0CA-DEE86DA5ECCB}"/>
              </a:ext>
            </a:extLst>
          </p:cNvPr>
          <p:cNvSpPr>
            <a:spLocks noGrp="1"/>
          </p:cNvSpPr>
          <p:nvPr>
            <p:ph sz="quarter" idx="42" hasCustomPrompt="1"/>
          </p:nvPr>
        </p:nvSpPr>
        <p:spPr>
          <a:xfrm>
            <a:off x="2584615" y="4602835"/>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35" name="Content Placeholder 3">
            <a:extLst>
              <a:ext uri="{FF2B5EF4-FFF2-40B4-BE49-F238E27FC236}">
                <a16:creationId xmlns:a16="http://schemas.microsoft.com/office/drawing/2014/main" id="{091B1206-6B81-3F45-965D-E4AF980EFB15}"/>
              </a:ext>
            </a:extLst>
          </p:cNvPr>
          <p:cNvSpPr>
            <a:spLocks noGrp="1"/>
          </p:cNvSpPr>
          <p:nvPr>
            <p:ph sz="quarter" idx="43" hasCustomPrompt="1"/>
          </p:nvPr>
        </p:nvSpPr>
        <p:spPr>
          <a:xfrm>
            <a:off x="2584615" y="4286240"/>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6" name="Content Placeholder 3">
            <a:extLst>
              <a:ext uri="{FF2B5EF4-FFF2-40B4-BE49-F238E27FC236}">
                <a16:creationId xmlns:a16="http://schemas.microsoft.com/office/drawing/2014/main" id="{BE81E718-11C6-754D-867C-0BAB3EBDAF06}"/>
              </a:ext>
            </a:extLst>
          </p:cNvPr>
          <p:cNvSpPr>
            <a:spLocks noGrp="1"/>
          </p:cNvSpPr>
          <p:nvPr>
            <p:ph sz="quarter" idx="44" hasCustomPrompt="1"/>
          </p:nvPr>
        </p:nvSpPr>
        <p:spPr>
          <a:xfrm>
            <a:off x="4699742"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7" name="Content Placeholder 3">
            <a:extLst>
              <a:ext uri="{FF2B5EF4-FFF2-40B4-BE49-F238E27FC236}">
                <a16:creationId xmlns:a16="http://schemas.microsoft.com/office/drawing/2014/main" id="{A62BC874-6F55-7141-912E-511A108CB24E}"/>
              </a:ext>
            </a:extLst>
          </p:cNvPr>
          <p:cNvSpPr>
            <a:spLocks noGrp="1"/>
          </p:cNvSpPr>
          <p:nvPr>
            <p:ph sz="quarter" idx="45" hasCustomPrompt="1"/>
          </p:nvPr>
        </p:nvSpPr>
        <p:spPr>
          <a:xfrm>
            <a:off x="4699742" y="4602835"/>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38" name="Content Placeholder 3">
            <a:extLst>
              <a:ext uri="{FF2B5EF4-FFF2-40B4-BE49-F238E27FC236}">
                <a16:creationId xmlns:a16="http://schemas.microsoft.com/office/drawing/2014/main" id="{4DE1ADAD-C84E-6E4A-9D25-2FD777D88854}"/>
              </a:ext>
            </a:extLst>
          </p:cNvPr>
          <p:cNvSpPr>
            <a:spLocks noGrp="1"/>
          </p:cNvSpPr>
          <p:nvPr>
            <p:ph sz="quarter" idx="46" hasCustomPrompt="1"/>
          </p:nvPr>
        </p:nvSpPr>
        <p:spPr>
          <a:xfrm>
            <a:off x="4699742" y="4286240"/>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9" name="Content Placeholder 3">
            <a:extLst>
              <a:ext uri="{FF2B5EF4-FFF2-40B4-BE49-F238E27FC236}">
                <a16:creationId xmlns:a16="http://schemas.microsoft.com/office/drawing/2014/main" id="{7197F90C-AE58-8E48-B323-07042998936C}"/>
              </a:ext>
            </a:extLst>
          </p:cNvPr>
          <p:cNvSpPr>
            <a:spLocks noGrp="1"/>
          </p:cNvSpPr>
          <p:nvPr>
            <p:ph sz="quarter" idx="47" hasCustomPrompt="1"/>
          </p:nvPr>
        </p:nvSpPr>
        <p:spPr>
          <a:xfrm>
            <a:off x="6814869"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0" name="Content Placeholder 3">
            <a:extLst>
              <a:ext uri="{FF2B5EF4-FFF2-40B4-BE49-F238E27FC236}">
                <a16:creationId xmlns:a16="http://schemas.microsoft.com/office/drawing/2014/main" id="{13C372DA-FFE1-D448-8D51-8D0F0B6B17AC}"/>
              </a:ext>
            </a:extLst>
          </p:cNvPr>
          <p:cNvSpPr>
            <a:spLocks noGrp="1"/>
          </p:cNvSpPr>
          <p:nvPr>
            <p:ph sz="quarter" idx="48" hasCustomPrompt="1"/>
          </p:nvPr>
        </p:nvSpPr>
        <p:spPr>
          <a:xfrm>
            <a:off x="6814869" y="4602835"/>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41" name="Content Placeholder 3">
            <a:extLst>
              <a:ext uri="{FF2B5EF4-FFF2-40B4-BE49-F238E27FC236}">
                <a16:creationId xmlns:a16="http://schemas.microsoft.com/office/drawing/2014/main" id="{5645AF05-D54C-0B40-B8DA-0087A584E8B0}"/>
              </a:ext>
            </a:extLst>
          </p:cNvPr>
          <p:cNvSpPr>
            <a:spLocks noGrp="1"/>
          </p:cNvSpPr>
          <p:nvPr>
            <p:ph sz="quarter" idx="49" hasCustomPrompt="1"/>
          </p:nvPr>
        </p:nvSpPr>
        <p:spPr>
          <a:xfrm>
            <a:off x="6814869" y="4286240"/>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Title 1">
            <a:extLst>
              <a:ext uri="{FF2B5EF4-FFF2-40B4-BE49-F238E27FC236}">
                <a16:creationId xmlns:a16="http://schemas.microsoft.com/office/drawing/2014/main" id="{510DEEC1-B7D0-2F46-82BD-5E91A5F3D6C5}"/>
              </a:ext>
            </a:extLst>
          </p:cNvPr>
          <p:cNvSpPr>
            <a:spLocks noGrp="1"/>
          </p:cNvSpPr>
          <p:nvPr>
            <p:ph type="title"/>
          </p:nvPr>
        </p:nvSpPr>
        <p:spPr>
          <a:xfrm>
            <a:off x="457200" y="590550"/>
            <a:ext cx="8305800" cy="46808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406716496"/>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8 images with captions">
    <p:spTree>
      <p:nvGrpSpPr>
        <p:cNvPr id="1" name=""/>
        <p:cNvGrpSpPr/>
        <p:nvPr/>
      </p:nvGrpSpPr>
      <p:grpSpPr>
        <a:xfrm>
          <a:off x="0" y="0"/>
          <a:ext cx="0" cy="0"/>
          <a:chOff x="0" y="0"/>
          <a:chExt cx="0" cy="0"/>
        </a:xfrm>
      </p:grpSpPr>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84615"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69488"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2584736"/>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2584736"/>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99742"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2584736"/>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14869"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2584736"/>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0" name="Content Placeholder 3">
            <a:extLst>
              <a:ext uri="{FF2B5EF4-FFF2-40B4-BE49-F238E27FC236}">
                <a16:creationId xmlns:a16="http://schemas.microsoft.com/office/drawing/2014/main" id="{B2312F08-5121-534F-93CC-985A6735DD08}"/>
              </a:ext>
            </a:extLst>
          </p:cNvPr>
          <p:cNvSpPr>
            <a:spLocks noGrp="1"/>
          </p:cNvSpPr>
          <p:nvPr>
            <p:ph sz="quarter" idx="38" hasCustomPrompt="1"/>
          </p:nvPr>
        </p:nvSpPr>
        <p:spPr>
          <a:xfrm>
            <a:off x="2584615"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31" name="Content Placeholder 3">
            <a:extLst>
              <a:ext uri="{FF2B5EF4-FFF2-40B4-BE49-F238E27FC236}">
                <a16:creationId xmlns:a16="http://schemas.microsoft.com/office/drawing/2014/main" id="{974D29D1-1450-7941-B469-59BBC46C78B1}"/>
              </a:ext>
            </a:extLst>
          </p:cNvPr>
          <p:cNvSpPr>
            <a:spLocks noGrp="1"/>
          </p:cNvSpPr>
          <p:nvPr>
            <p:ph sz="quarter" idx="39" hasCustomPrompt="1"/>
          </p:nvPr>
        </p:nvSpPr>
        <p:spPr>
          <a:xfrm>
            <a:off x="469488"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33" name="Content Placeholder 3">
            <a:extLst>
              <a:ext uri="{FF2B5EF4-FFF2-40B4-BE49-F238E27FC236}">
                <a16:creationId xmlns:a16="http://schemas.microsoft.com/office/drawing/2014/main" id="{91285B5C-A27F-B24C-9BAE-EE7BBF9E5029}"/>
              </a:ext>
            </a:extLst>
          </p:cNvPr>
          <p:cNvSpPr>
            <a:spLocks noGrp="1"/>
          </p:cNvSpPr>
          <p:nvPr>
            <p:ph sz="quarter" idx="41" hasCustomPrompt="1"/>
          </p:nvPr>
        </p:nvSpPr>
        <p:spPr>
          <a:xfrm>
            <a:off x="469488" y="4236355"/>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5" name="Content Placeholder 3">
            <a:extLst>
              <a:ext uri="{FF2B5EF4-FFF2-40B4-BE49-F238E27FC236}">
                <a16:creationId xmlns:a16="http://schemas.microsoft.com/office/drawing/2014/main" id="{091B1206-6B81-3F45-965D-E4AF980EFB15}"/>
              </a:ext>
            </a:extLst>
          </p:cNvPr>
          <p:cNvSpPr>
            <a:spLocks noGrp="1"/>
          </p:cNvSpPr>
          <p:nvPr>
            <p:ph sz="quarter" idx="43" hasCustomPrompt="1"/>
          </p:nvPr>
        </p:nvSpPr>
        <p:spPr>
          <a:xfrm>
            <a:off x="2584615" y="4236355"/>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6" name="Content Placeholder 3">
            <a:extLst>
              <a:ext uri="{FF2B5EF4-FFF2-40B4-BE49-F238E27FC236}">
                <a16:creationId xmlns:a16="http://schemas.microsoft.com/office/drawing/2014/main" id="{BE81E718-11C6-754D-867C-0BAB3EBDAF06}"/>
              </a:ext>
            </a:extLst>
          </p:cNvPr>
          <p:cNvSpPr>
            <a:spLocks noGrp="1"/>
          </p:cNvSpPr>
          <p:nvPr>
            <p:ph sz="quarter" idx="44" hasCustomPrompt="1"/>
          </p:nvPr>
        </p:nvSpPr>
        <p:spPr>
          <a:xfrm>
            <a:off x="4699742"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38" name="Content Placeholder 3">
            <a:extLst>
              <a:ext uri="{FF2B5EF4-FFF2-40B4-BE49-F238E27FC236}">
                <a16:creationId xmlns:a16="http://schemas.microsoft.com/office/drawing/2014/main" id="{4DE1ADAD-C84E-6E4A-9D25-2FD777D88854}"/>
              </a:ext>
            </a:extLst>
          </p:cNvPr>
          <p:cNvSpPr>
            <a:spLocks noGrp="1"/>
          </p:cNvSpPr>
          <p:nvPr>
            <p:ph sz="quarter" idx="46" hasCustomPrompt="1"/>
          </p:nvPr>
        </p:nvSpPr>
        <p:spPr>
          <a:xfrm>
            <a:off x="4699742" y="4236355"/>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9" name="Content Placeholder 3">
            <a:extLst>
              <a:ext uri="{FF2B5EF4-FFF2-40B4-BE49-F238E27FC236}">
                <a16:creationId xmlns:a16="http://schemas.microsoft.com/office/drawing/2014/main" id="{7197F90C-AE58-8E48-B323-07042998936C}"/>
              </a:ext>
            </a:extLst>
          </p:cNvPr>
          <p:cNvSpPr>
            <a:spLocks noGrp="1"/>
          </p:cNvSpPr>
          <p:nvPr>
            <p:ph sz="quarter" idx="47" hasCustomPrompt="1"/>
          </p:nvPr>
        </p:nvSpPr>
        <p:spPr>
          <a:xfrm>
            <a:off x="6814869"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1" name="Content Placeholder 3">
            <a:extLst>
              <a:ext uri="{FF2B5EF4-FFF2-40B4-BE49-F238E27FC236}">
                <a16:creationId xmlns:a16="http://schemas.microsoft.com/office/drawing/2014/main" id="{5645AF05-D54C-0B40-B8DA-0087A584E8B0}"/>
              </a:ext>
            </a:extLst>
          </p:cNvPr>
          <p:cNvSpPr>
            <a:spLocks noGrp="1"/>
          </p:cNvSpPr>
          <p:nvPr>
            <p:ph sz="quarter" idx="49" hasCustomPrompt="1"/>
          </p:nvPr>
        </p:nvSpPr>
        <p:spPr>
          <a:xfrm>
            <a:off x="6814869" y="4236355"/>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42" name="Title 1">
            <a:extLst>
              <a:ext uri="{FF2B5EF4-FFF2-40B4-BE49-F238E27FC236}">
                <a16:creationId xmlns:a16="http://schemas.microsoft.com/office/drawing/2014/main" id="{1185684B-7EB3-874B-85C2-74126A4C897C}"/>
              </a:ext>
            </a:extLst>
          </p:cNvPr>
          <p:cNvSpPr>
            <a:spLocks noGrp="1"/>
          </p:cNvSpPr>
          <p:nvPr>
            <p:ph type="title"/>
          </p:nvPr>
        </p:nvSpPr>
        <p:spPr>
          <a:xfrm>
            <a:off x="457200" y="590550"/>
            <a:ext cx="8305800" cy="46808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871502223"/>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0 images with captions">
    <p:spTree>
      <p:nvGrpSpPr>
        <p:cNvPr id="1" name=""/>
        <p:cNvGrpSpPr/>
        <p:nvPr/>
      </p:nvGrpSpPr>
      <p:grpSpPr>
        <a:xfrm>
          <a:off x="0" y="0"/>
          <a:ext cx="0" cy="0"/>
          <a:chOff x="0" y="0"/>
          <a:chExt cx="0" cy="0"/>
        </a:xfrm>
      </p:grpSpPr>
      <p:sp>
        <p:nvSpPr>
          <p:cNvPr id="34" name="Content Placeholder 3">
            <a:extLst>
              <a:ext uri="{FF2B5EF4-FFF2-40B4-BE49-F238E27FC236}">
                <a16:creationId xmlns:a16="http://schemas.microsoft.com/office/drawing/2014/main" id="{0FD1A557-27D3-3444-B648-617B453087D1}"/>
              </a:ext>
            </a:extLst>
          </p:cNvPr>
          <p:cNvSpPr>
            <a:spLocks noGrp="1"/>
          </p:cNvSpPr>
          <p:nvPr>
            <p:ph sz="quarter" idx="21" hasCustomPrompt="1"/>
          </p:nvPr>
        </p:nvSpPr>
        <p:spPr>
          <a:xfrm>
            <a:off x="4572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if using the solid background</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Align text center if white </a:t>
            </a:r>
            <a:r>
              <a:rPr lang="en-US" dirty="0" err="1"/>
              <a:t>bkgnd</a:t>
            </a:r>
            <a:endParaRPr lang="en-US" dirty="0"/>
          </a:p>
        </p:txBody>
      </p:sp>
      <p:sp>
        <p:nvSpPr>
          <p:cNvPr id="42" name="Title 1">
            <a:extLst>
              <a:ext uri="{FF2B5EF4-FFF2-40B4-BE49-F238E27FC236}">
                <a16:creationId xmlns:a16="http://schemas.microsoft.com/office/drawing/2014/main" id="{1185684B-7EB3-874B-85C2-74126A4C897C}"/>
              </a:ext>
            </a:extLst>
          </p:cNvPr>
          <p:cNvSpPr>
            <a:spLocks noGrp="1"/>
          </p:cNvSpPr>
          <p:nvPr>
            <p:ph type="title"/>
          </p:nvPr>
        </p:nvSpPr>
        <p:spPr>
          <a:xfrm>
            <a:off x="457200" y="590550"/>
            <a:ext cx="8305800" cy="46808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45" name="Content Placeholder 3">
            <a:extLst>
              <a:ext uri="{FF2B5EF4-FFF2-40B4-BE49-F238E27FC236}">
                <a16:creationId xmlns:a16="http://schemas.microsoft.com/office/drawing/2014/main" id="{514E8FA2-B67C-DF44-869F-B67F8CB3460A}"/>
              </a:ext>
            </a:extLst>
          </p:cNvPr>
          <p:cNvSpPr>
            <a:spLocks noGrp="1"/>
          </p:cNvSpPr>
          <p:nvPr>
            <p:ph sz="quarter" idx="22" hasCustomPrompt="1"/>
          </p:nvPr>
        </p:nvSpPr>
        <p:spPr>
          <a:xfrm>
            <a:off x="21336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Add the background blue color to all if you have transparent images</a:t>
            </a:r>
          </a:p>
        </p:txBody>
      </p:sp>
      <p:sp>
        <p:nvSpPr>
          <p:cNvPr id="47" name="Content Placeholder 3">
            <a:extLst>
              <a:ext uri="{FF2B5EF4-FFF2-40B4-BE49-F238E27FC236}">
                <a16:creationId xmlns:a16="http://schemas.microsoft.com/office/drawing/2014/main" id="{EEB8B18F-4FBC-9140-90B6-A0CDF8BE3AEB}"/>
              </a:ext>
            </a:extLst>
          </p:cNvPr>
          <p:cNvSpPr>
            <a:spLocks noGrp="1"/>
          </p:cNvSpPr>
          <p:nvPr>
            <p:ph sz="quarter" idx="23" hasCustomPrompt="1"/>
          </p:nvPr>
        </p:nvSpPr>
        <p:spPr>
          <a:xfrm>
            <a:off x="21336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Align text left if solid background</a:t>
            </a:r>
          </a:p>
        </p:txBody>
      </p:sp>
      <p:sp>
        <p:nvSpPr>
          <p:cNvPr id="48" name="Content Placeholder 3">
            <a:extLst>
              <a:ext uri="{FF2B5EF4-FFF2-40B4-BE49-F238E27FC236}">
                <a16:creationId xmlns:a16="http://schemas.microsoft.com/office/drawing/2014/main" id="{4BEB108C-4568-064F-8ABF-CCC569AEA8F0}"/>
              </a:ext>
            </a:extLst>
          </p:cNvPr>
          <p:cNvSpPr>
            <a:spLocks noGrp="1"/>
          </p:cNvSpPr>
          <p:nvPr>
            <p:ph sz="quarter" idx="24" hasCustomPrompt="1"/>
          </p:nvPr>
        </p:nvSpPr>
        <p:spPr>
          <a:xfrm>
            <a:off x="38100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Use the outline only if you don’t have transparent backgrounds</a:t>
            </a:r>
          </a:p>
        </p:txBody>
      </p:sp>
      <p:sp>
        <p:nvSpPr>
          <p:cNvPr id="49" name="Content Placeholder 3">
            <a:extLst>
              <a:ext uri="{FF2B5EF4-FFF2-40B4-BE49-F238E27FC236}">
                <a16:creationId xmlns:a16="http://schemas.microsoft.com/office/drawing/2014/main" id="{88783318-437C-BF4F-AE11-0130FCABA632}"/>
              </a:ext>
            </a:extLst>
          </p:cNvPr>
          <p:cNvSpPr>
            <a:spLocks noGrp="1"/>
          </p:cNvSpPr>
          <p:nvPr>
            <p:ph sz="quarter" idx="25" hasCustomPrompt="1"/>
          </p:nvPr>
        </p:nvSpPr>
        <p:spPr>
          <a:xfrm>
            <a:off x="38100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Captions no longer than 2 lines</a:t>
            </a:r>
          </a:p>
        </p:txBody>
      </p:sp>
      <p:sp>
        <p:nvSpPr>
          <p:cNvPr id="50" name="Content Placeholder 3">
            <a:extLst>
              <a:ext uri="{FF2B5EF4-FFF2-40B4-BE49-F238E27FC236}">
                <a16:creationId xmlns:a16="http://schemas.microsoft.com/office/drawing/2014/main" id="{60D69093-5942-2F4A-837D-D5627B649387}"/>
              </a:ext>
            </a:extLst>
          </p:cNvPr>
          <p:cNvSpPr>
            <a:spLocks noGrp="1"/>
          </p:cNvSpPr>
          <p:nvPr>
            <p:ph sz="quarter" idx="26" hasCustomPrompt="1"/>
          </p:nvPr>
        </p:nvSpPr>
        <p:spPr>
          <a:xfrm>
            <a:off x="54864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1" name="Content Placeholder 3">
            <a:extLst>
              <a:ext uri="{FF2B5EF4-FFF2-40B4-BE49-F238E27FC236}">
                <a16:creationId xmlns:a16="http://schemas.microsoft.com/office/drawing/2014/main" id="{D262EF29-B002-F444-BB27-3AE712302E15}"/>
              </a:ext>
            </a:extLst>
          </p:cNvPr>
          <p:cNvSpPr>
            <a:spLocks noGrp="1"/>
          </p:cNvSpPr>
          <p:nvPr>
            <p:ph sz="quarter" idx="27" hasCustomPrompt="1"/>
          </p:nvPr>
        </p:nvSpPr>
        <p:spPr>
          <a:xfrm>
            <a:off x="54864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2" name="Content Placeholder 3">
            <a:extLst>
              <a:ext uri="{FF2B5EF4-FFF2-40B4-BE49-F238E27FC236}">
                <a16:creationId xmlns:a16="http://schemas.microsoft.com/office/drawing/2014/main" id="{128656FA-B401-3D45-B9B6-8B5FF8CED57B}"/>
              </a:ext>
            </a:extLst>
          </p:cNvPr>
          <p:cNvSpPr>
            <a:spLocks noGrp="1"/>
          </p:cNvSpPr>
          <p:nvPr>
            <p:ph sz="quarter" idx="28" hasCustomPrompt="1"/>
          </p:nvPr>
        </p:nvSpPr>
        <p:spPr>
          <a:xfrm>
            <a:off x="71628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3" name="Content Placeholder 3">
            <a:extLst>
              <a:ext uri="{FF2B5EF4-FFF2-40B4-BE49-F238E27FC236}">
                <a16:creationId xmlns:a16="http://schemas.microsoft.com/office/drawing/2014/main" id="{7CB89430-A3A0-A641-8787-A7AE6F29A8A6}"/>
              </a:ext>
            </a:extLst>
          </p:cNvPr>
          <p:cNvSpPr>
            <a:spLocks noGrp="1"/>
          </p:cNvSpPr>
          <p:nvPr>
            <p:ph sz="quarter" idx="29" hasCustomPrompt="1"/>
          </p:nvPr>
        </p:nvSpPr>
        <p:spPr>
          <a:xfrm>
            <a:off x="71628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4" name="Content Placeholder 3">
            <a:extLst>
              <a:ext uri="{FF2B5EF4-FFF2-40B4-BE49-F238E27FC236}">
                <a16:creationId xmlns:a16="http://schemas.microsoft.com/office/drawing/2014/main" id="{7571DCA7-594E-494F-AADE-BC41B66BBFCE}"/>
              </a:ext>
            </a:extLst>
          </p:cNvPr>
          <p:cNvSpPr>
            <a:spLocks noGrp="1"/>
          </p:cNvSpPr>
          <p:nvPr>
            <p:ph sz="quarter" idx="30" hasCustomPrompt="1"/>
          </p:nvPr>
        </p:nvSpPr>
        <p:spPr>
          <a:xfrm>
            <a:off x="4572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a:t>image </a:t>
            </a:r>
            <a:r>
              <a:rPr lang="en-US" dirty="0"/>
              <a:t>ONLY</a:t>
            </a:r>
          </a:p>
        </p:txBody>
      </p:sp>
      <p:sp>
        <p:nvSpPr>
          <p:cNvPr id="55" name="Content Placeholder 3">
            <a:extLst>
              <a:ext uri="{FF2B5EF4-FFF2-40B4-BE49-F238E27FC236}">
                <a16:creationId xmlns:a16="http://schemas.microsoft.com/office/drawing/2014/main" id="{BB5159A4-78B1-4544-A0AB-77A77FFECA21}"/>
              </a:ext>
            </a:extLst>
          </p:cNvPr>
          <p:cNvSpPr>
            <a:spLocks noGrp="1"/>
          </p:cNvSpPr>
          <p:nvPr>
            <p:ph sz="quarter" idx="31" hasCustomPrompt="1"/>
          </p:nvPr>
        </p:nvSpPr>
        <p:spPr>
          <a:xfrm>
            <a:off x="4572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6" name="Content Placeholder 3">
            <a:extLst>
              <a:ext uri="{FF2B5EF4-FFF2-40B4-BE49-F238E27FC236}">
                <a16:creationId xmlns:a16="http://schemas.microsoft.com/office/drawing/2014/main" id="{DC3FBC57-26A1-A840-9EB7-BB175D4D6B92}"/>
              </a:ext>
            </a:extLst>
          </p:cNvPr>
          <p:cNvSpPr>
            <a:spLocks noGrp="1"/>
          </p:cNvSpPr>
          <p:nvPr>
            <p:ph sz="quarter" idx="32" hasCustomPrompt="1"/>
          </p:nvPr>
        </p:nvSpPr>
        <p:spPr>
          <a:xfrm>
            <a:off x="21336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7" name="Content Placeholder 3">
            <a:extLst>
              <a:ext uri="{FF2B5EF4-FFF2-40B4-BE49-F238E27FC236}">
                <a16:creationId xmlns:a16="http://schemas.microsoft.com/office/drawing/2014/main" id="{142B5D21-DDD3-FF4B-8CA6-EE386537D307}"/>
              </a:ext>
            </a:extLst>
          </p:cNvPr>
          <p:cNvSpPr>
            <a:spLocks noGrp="1"/>
          </p:cNvSpPr>
          <p:nvPr>
            <p:ph sz="quarter" idx="33" hasCustomPrompt="1"/>
          </p:nvPr>
        </p:nvSpPr>
        <p:spPr>
          <a:xfrm>
            <a:off x="21336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8" name="Content Placeholder 3">
            <a:extLst>
              <a:ext uri="{FF2B5EF4-FFF2-40B4-BE49-F238E27FC236}">
                <a16:creationId xmlns:a16="http://schemas.microsoft.com/office/drawing/2014/main" id="{3962A4AF-E295-3441-A76C-0DC350D83F13}"/>
              </a:ext>
            </a:extLst>
          </p:cNvPr>
          <p:cNvSpPr>
            <a:spLocks noGrp="1"/>
          </p:cNvSpPr>
          <p:nvPr>
            <p:ph sz="quarter" idx="34" hasCustomPrompt="1"/>
          </p:nvPr>
        </p:nvSpPr>
        <p:spPr>
          <a:xfrm>
            <a:off x="38100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9" name="Content Placeholder 3">
            <a:extLst>
              <a:ext uri="{FF2B5EF4-FFF2-40B4-BE49-F238E27FC236}">
                <a16:creationId xmlns:a16="http://schemas.microsoft.com/office/drawing/2014/main" id="{44D1F572-C9BC-C747-B6B3-2A807FEB5291}"/>
              </a:ext>
            </a:extLst>
          </p:cNvPr>
          <p:cNvSpPr>
            <a:spLocks noGrp="1"/>
          </p:cNvSpPr>
          <p:nvPr>
            <p:ph sz="quarter" idx="35" hasCustomPrompt="1"/>
          </p:nvPr>
        </p:nvSpPr>
        <p:spPr>
          <a:xfrm>
            <a:off x="38100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60" name="Content Placeholder 3">
            <a:extLst>
              <a:ext uri="{FF2B5EF4-FFF2-40B4-BE49-F238E27FC236}">
                <a16:creationId xmlns:a16="http://schemas.microsoft.com/office/drawing/2014/main" id="{2409BE41-66D2-E94C-930C-A5210EB04806}"/>
              </a:ext>
            </a:extLst>
          </p:cNvPr>
          <p:cNvSpPr>
            <a:spLocks noGrp="1"/>
          </p:cNvSpPr>
          <p:nvPr>
            <p:ph sz="quarter" idx="36" hasCustomPrompt="1"/>
          </p:nvPr>
        </p:nvSpPr>
        <p:spPr>
          <a:xfrm>
            <a:off x="54864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61" name="Content Placeholder 3">
            <a:extLst>
              <a:ext uri="{FF2B5EF4-FFF2-40B4-BE49-F238E27FC236}">
                <a16:creationId xmlns:a16="http://schemas.microsoft.com/office/drawing/2014/main" id="{9D1114D4-21D7-6C45-A75F-B799CEFEC867}"/>
              </a:ext>
            </a:extLst>
          </p:cNvPr>
          <p:cNvSpPr>
            <a:spLocks noGrp="1"/>
          </p:cNvSpPr>
          <p:nvPr>
            <p:ph sz="quarter" idx="37" hasCustomPrompt="1"/>
          </p:nvPr>
        </p:nvSpPr>
        <p:spPr>
          <a:xfrm>
            <a:off x="54864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62" name="Content Placeholder 3">
            <a:extLst>
              <a:ext uri="{FF2B5EF4-FFF2-40B4-BE49-F238E27FC236}">
                <a16:creationId xmlns:a16="http://schemas.microsoft.com/office/drawing/2014/main" id="{8E981D74-E025-3D41-A194-C0AAB855B2E6}"/>
              </a:ext>
            </a:extLst>
          </p:cNvPr>
          <p:cNvSpPr>
            <a:spLocks noGrp="1"/>
          </p:cNvSpPr>
          <p:nvPr>
            <p:ph sz="quarter" idx="38" hasCustomPrompt="1"/>
          </p:nvPr>
        </p:nvSpPr>
        <p:spPr>
          <a:xfrm>
            <a:off x="71628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63" name="Content Placeholder 3">
            <a:extLst>
              <a:ext uri="{FF2B5EF4-FFF2-40B4-BE49-F238E27FC236}">
                <a16:creationId xmlns:a16="http://schemas.microsoft.com/office/drawing/2014/main" id="{1F7A6889-59BF-2444-AFE7-CB86FC91D044}"/>
              </a:ext>
            </a:extLst>
          </p:cNvPr>
          <p:cNvSpPr>
            <a:spLocks noGrp="1"/>
          </p:cNvSpPr>
          <p:nvPr>
            <p:ph sz="quarter" idx="39" hasCustomPrompt="1"/>
          </p:nvPr>
        </p:nvSpPr>
        <p:spPr>
          <a:xfrm>
            <a:off x="71628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Tree>
    <p:extLst>
      <p:ext uri="{BB962C8B-B14F-4D97-AF65-F5344CB8AC3E}">
        <p14:creationId xmlns:p14="http://schemas.microsoft.com/office/powerpoint/2010/main" val="487734542"/>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Product Suit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D7965CD-FA83-9448-A139-4AB1535A951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4076" r="65000" b="5556"/>
          <a:stretch/>
        </p:blipFill>
        <p:spPr>
          <a:xfrm>
            <a:off x="0" y="2038350"/>
            <a:ext cx="3200400" cy="3105150"/>
          </a:xfrm>
          <a:prstGeom prst="rect">
            <a:avLst/>
          </a:prstGeom>
        </p:spPr>
      </p:pic>
      <p:pic>
        <p:nvPicPr>
          <p:cNvPr id="8" name="Picture 7">
            <a:extLst>
              <a:ext uri="{FF2B5EF4-FFF2-40B4-BE49-F238E27FC236}">
                <a16:creationId xmlns:a16="http://schemas.microsoft.com/office/drawing/2014/main" id="{823DC4EF-1577-BE40-ABF0-F0C3E6CEE32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6666"/>
          <a:stretch/>
        </p:blipFill>
        <p:spPr>
          <a:xfrm>
            <a:off x="3352800" y="0"/>
            <a:ext cx="5791200" cy="5143500"/>
          </a:xfrm>
          <a:prstGeom prst="rect">
            <a:avLst/>
          </a:prstGeom>
        </p:spPr>
      </p:pic>
      <p:sp>
        <p:nvSpPr>
          <p:cNvPr id="10" name="TextBox 9">
            <a:extLst>
              <a:ext uri="{FF2B5EF4-FFF2-40B4-BE49-F238E27FC236}">
                <a16:creationId xmlns:a16="http://schemas.microsoft.com/office/drawing/2014/main" id="{A4867473-05FC-554F-A68B-B8F0557EA367}"/>
              </a:ext>
            </a:extLst>
          </p:cNvPr>
          <p:cNvSpPr txBox="1"/>
          <p:nvPr userDrawn="1"/>
        </p:nvSpPr>
        <p:spPr>
          <a:xfrm>
            <a:off x="381000" y="819150"/>
            <a:ext cx="2514600" cy="1200329"/>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The COMSOL</a:t>
            </a:r>
            <a:r>
              <a:rPr lang="en-US" sz="2400" b="1" i="0" baseline="30000" dirty="0">
                <a:solidFill>
                  <a:schemeClr val="accent1"/>
                </a:solidFill>
                <a:latin typeface="Lato" panose="020F0502020204030203" pitchFamily="34" charset="77"/>
              </a:rPr>
              <a:t>®</a:t>
            </a:r>
            <a:r>
              <a:rPr lang="en-US" sz="2400" b="1" i="0" dirty="0">
                <a:solidFill>
                  <a:schemeClr val="accent1"/>
                </a:solidFill>
                <a:latin typeface="Lato" panose="020F0502020204030203" pitchFamily="34" charset="77"/>
              </a:rPr>
              <a:t> Software </a:t>
            </a:r>
            <a:br>
              <a:rPr lang="en-US" sz="2400" b="1" i="0" dirty="0">
                <a:solidFill>
                  <a:schemeClr val="accent1"/>
                </a:solidFill>
                <a:latin typeface="Lato" panose="020F0502020204030203" pitchFamily="34" charset="77"/>
              </a:rPr>
            </a:br>
            <a:r>
              <a:rPr lang="en-US" sz="2400" b="1" i="0" dirty="0">
                <a:solidFill>
                  <a:schemeClr val="accent1"/>
                </a:solidFill>
                <a:latin typeface="Lato" panose="020F0502020204030203" pitchFamily="34" charset="77"/>
              </a:rPr>
              <a:t>Product Suite</a:t>
            </a:r>
          </a:p>
        </p:txBody>
      </p:sp>
    </p:spTree>
    <p:extLst>
      <p:ext uri="{BB962C8B-B14F-4D97-AF65-F5344CB8AC3E}">
        <p14:creationId xmlns:p14="http://schemas.microsoft.com/office/powerpoint/2010/main" val="1149552746"/>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Model Manager - full">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userDrawn="1"/>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userDrawn="1"/>
        </p:nvPicPr>
        <p:blipFill>
          <a:blip r:embed="rId2"/>
          <a:stretch>
            <a:fillRect/>
          </a:stretch>
        </p:blipFill>
        <p:spPr>
          <a:xfrm>
            <a:off x="152400" y="0"/>
            <a:ext cx="5143500" cy="5143500"/>
          </a:xfrm>
          <a:prstGeom prst="rect">
            <a:avLst/>
          </a:prstGeom>
        </p:spPr>
      </p:pic>
    </p:spTree>
    <p:extLst>
      <p:ext uri="{BB962C8B-B14F-4D97-AF65-F5344CB8AC3E}">
        <p14:creationId xmlns:p14="http://schemas.microsoft.com/office/powerpoint/2010/main" val="3751881465"/>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Model Manager - model engine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userDrawn="1"/>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userDrawn="1"/>
        </p:nvPicPr>
        <p:blipFill>
          <a:blip r:embed="rId2"/>
          <a:srcRect/>
          <a:stretch/>
        </p:blipFill>
        <p:spPr>
          <a:xfrm>
            <a:off x="152400" y="0"/>
            <a:ext cx="5143500" cy="5143500"/>
          </a:xfrm>
          <a:prstGeom prst="rect">
            <a:avLst/>
          </a:prstGeom>
        </p:spPr>
      </p:pic>
    </p:spTree>
    <p:extLst>
      <p:ext uri="{BB962C8B-B14F-4D97-AF65-F5344CB8AC3E}">
        <p14:creationId xmlns:p14="http://schemas.microsoft.com/office/powerpoint/2010/main" val="4047293843"/>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Model Manager - model engineer to design engineer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userDrawn="1"/>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userDrawn="1"/>
        </p:nvPicPr>
        <p:blipFill>
          <a:blip r:embed="rId2"/>
          <a:srcRect/>
          <a:stretch/>
        </p:blipFill>
        <p:spPr>
          <a:xfrm>
            <a:off x="152400" y="0"/>
            <a:ext cx="5143500" cy="5143500"/>
          </a:xfrm>
          <a:prstGeom prst="rect">
            <a:avLst/>
          </a:prstGeom>
        </p:spPr>
      </p:pic>
    </p:spTree>
    <p:extLst>
      <p:ext uri="{BB962C8B-B14F-4D97-AF65-F5344CB8AC3E}">
        <p14:creationId xmlns:p14="http://schemas.microsoft.com/office/powerpoint/2010/main" val="779979782"/>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Model Manager - design engineers to operator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userDrawn="1"/>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userDrawn="1"/>
        </p:nvPicPr>
        <p:blipFill>
          <a:blip r:embed="rId2"/>
          <a:srcRect/>
          <a:stretch/>
        </p:blipFill>
        <p:spPr>
          <a:xfrm>
            <a:off x="152400" y="0"/>
            <a:ext cx="5143500" cy="5143500"/>
          </a:xfrm>
          <a:prstGeom prst="rect">
            <a:avLst/>
          </a:prstGeom>
        </p:spPr>
      </p:pic>
    </p:spTree>
    <p:extLst>
      <p:ext uri="{BB962C8B-B14F-4D97-AF65-F5344CB8AC3E}">
        <p14:creationId xmlns:p14="http://schemas.microsoft.com/office/powerpoint/2010/main" val="847364974"/>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1_CTA: Contact U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438236-E9A1-5845-B207-CB91FAB12DBD}"/>
              </a:ext>
            </a:extLst>
          </p:cNvPr>
          <p:cNvPicPr>
            <a:picLocks noChangeAspect="1"/>
          </p:cNvPicPr>
          <p:nvPr userDrawn="1"/>
        </p:nvPicPr>
        <p:blipFill>
          <a:blip r:embed="rId2"/>
          <a:srcRect/>
          <a:stretch/>
        </p:blipFill>
        <p:spPr>
          <a:xfrm>
            <a:off x="0" y="0"/>
            <a:ext cx="9144000" cy="5143500"/>
          </a:xfrm>
          <a:prstGeom prst="rect">
            <a:avLst/>
          </a:prstGeom>
        </p:spPr>
      </p:pic>
      <p:sp>
        <p:nvSpPr>
          <p:cNvPr id="7" name="Content Placeholder 2">
            <a:extLst>
              <a:ext uri="{FF2B5EF4-FFF2-40B4-BE49-F238E27FC236}">
                <a16:creationId xmlns:a16="http://schemas.microsoft.com/office/drawing/2014/main" id="{FC4E7365-D38C-47DC-98CE-EFDE9B5AA7FB}"/>
              </a:ext>
            </a:extLst>
          </p:cNvPr>
          <p:cNvSpPr>
            <a:spLocks noGrp="1"/>
          </p:cNvSpPr>
          <p:nvPr>
            <p:ph idx="1" hasCustomPrompt="1"/>
          </p:nvPr>
        </p:nvSpPr>
        <p:spPr>
          <a:xfrm>
            <a:off x="304800" y="4469785"/>
            <a:ext cx="2133600" cy="923925"/>
          </a:xfrm>
          <a:prstGeom prst="rect">
            <a:avLst/>
          </a:prstGeom>
        </p:spPr>
        <p:txBody>
          <a:bodyPr>
            <a:normAutofit/>
          </a:bodyPr>
          <a:lstStyle>
            <a:lvl1pPr marL="0" indent="0">
              <a:spcBef>
                <a:spcPts val="100"/>
              </a:spcBef>
              <a:buNone/>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Add your country “</a:t>
            </a:r>
            <a:r>
              <a:rPr lang="en-US" dirty="0" err="1"/>
              <a:t>comsol.com</a:t>
            </a:r>
            <a:r>
              <a:rPr lang="en-US" dirty="0"/>
              <a:t>/contact” link here</a:t>
            </a:r>
          </a:p>
        </p:txBody>
      </p:sp>
      <p:sp>
        <p:nvSpPr>
          <p:cNvPr id="5" name="TextBox 4">
            <a:extLst>
              <a:ext uri="{FF2B5EF4-FFF2-40B4-BE49-F238E27FC236}">
                <a16:creationId xmlns:a16="http://schemas.microsoft.com/office/drawing/2014/main" id="{CC2B2EF8-F126-9449-AF26-554461030ADD}"/>
              </a:ext>
            </a:extLst>
          </p:cNvPr>
          <p:cNvSpPr txBox="1"/>
          <p:nvPr userDrawn="1"/>
        </p:nvSpPr>
        <p:spPr>
          <a:xfrm>
            <a:off x="304800" y="4019550"/>
            <a:ext cx="2514600" cy="461665"/>
          </a:xfrm>
          <a:prstGeom prst="rect">
            <a:avLst/>
          </a:prstGeom>
          <a:noFill/>
        </p:spPr>
        <p:txBody>
          <a:bodyPr wrap="square" lIns="0" rtlCol="0">
            <a:spAutoFit/>
          </a:bodyPr>
          <a:lstStyle/>
          <a:p>
            <a:r>
              <a:rPr lang="en-US" sz="2400" b="1" i="0" dirty="0">
                <a:solidFill>
                  <a:schemeClr val="accent1"/>
                </a:solidFill>
                <a:latin typeface="Lato" panose="020F0502020204030203" pitchFamily="34" charset="77"/>
              </a:rPr>
              <a:t>Contact Us</a:t>
            </a:r>
          </a:p>
        </p:txBody>
      </p:sp>
    </p:spTree>
    <p:extLst>
      <p:ext uri="{BB962C8B-B14F-4D97-AF65-F5344CB8AC3E}">
        <p14:creationId xmlns:p14="http://schemas.microsoft.com/office/powerpoint/2010/main" val="1530774685"/>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CTA: Live Dem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45252-8BBC-184E-9C41-612C8DD63D73}"/>
              </a:ext>
            </a:extLst>
          </p:cNvPr>
          <p:cNvPicPr>
            <a:picLocks noChangeAspect="1"/>
          </p:cNvPicPr>
          <p:nvPr userDrawn="1"/>
        </p:nvPicPr>
        <p:blipFill>
          <a:blip r:embed="rId2"/>
          <a:src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userDrawn="1"/>
        </p:nvSpPr>
        <p:spPr>
          <a:xfrm>
            <a:off x="4267200" y="1428750"/>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 for a Live Demonstration</a:t>
            </a:r>
          </a:p>
        </p:txBody>
      </p:sp>
      <p:sp>
        <p:nvSpPr>
          <p:cNvPr id="9" name="TextBox 8">
            <a:hlinkClick r:id="rId3"/>
            <a:extLst>
              <a:ext uri="{FF2B5EF4-FFF2-40B4-BE49-F238E27FC236}">
                <a16:creationId xmlns:a16="http://schemas.microsoft.com/office/drawing/2014/main" id="{9D36EDD0-8077-4F4B-9631-D6CFBBDAD084}"/>
              </a:ext>
            </a:extLst>
          </p:cNvPr>
          <p:cNvSpPr txBox="1"/>
          <p:nvPr userDrawn="1"/>
        </p:nvSpPr>
        <p:spPr>
          <a:xfrm>
            <a:off x="4267200" y="2156996"/>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r>
              <a:rPr lang="en-US" sz="1600" b="0" i="0" dirty="0">
                <a:solidFill>
                  <a:schemeClr val="tx1"/>
                </a:solidFill>
                <a:latin typeface="Lato" panose="020F0502020204030203" pitchFamily="34" charset="77"/>
              </a:rPr>
              <a:t>/request-a-demo</a:t>
            </a:r>
          </a:p>
        </p:txBody>
      </p:sp>
    </p:spTree>
    <p:extLst>
      <p:ext uri="{BB962C8B-B14F-4D97-AF65-F5344CB8AC3E}">
        <p14:creationId xmlns:p14="http://schemas.microsoft.com/office/powerpoint/2010/main" val="379596391"/>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CTA: Resources to Star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62441A9-73A9-6645-A2C6-CB26415F5D0A}"/>
              </a:ext>
            </a:extLst>
          </p:cNvPr>
          <p:cNvSpPr/>
          <p:nvPr userDrawn="1"/>
        </p:nvSpPr>
        <p:spPr>
          <a:xfrm>
            <a:off x="0" y="-14130"/>
            <a:ext cx="1828800" cy="1061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25BA83A-FD71-394F-B4AF-D0F719851DD4}"/>
              </a:ext>
            </a:extLst>
          </p:cNvPr>
          <p:cNvPicPr>
            <a:picLocks noChangeAspect="1"/>
          </p:cNvPicPr>
          <p:nvPr userDrawn="1"/>
        </p:nvPicPr>
        <p:blipFill rotWithShape="1">
          <a:blip r:embed="rId2"/>
          <a:srcRect l="4202" b="7749"/>
          <a:stretch/>
        </p:blipFill>
        <p:spPr>
          <a:xfrm>
            <a:off x="457200" y="1"/>
            <a:ext cx="8686800" cy="470535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userDrawn="1"/>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to Get Started</a:t>
            </a:r>
          </a:p>
        </p:txBody>
      </p:sp>
      <p:sp>
        <p:nvSpPr>
          <p:cNvPr id="9" name="TextBox 8">
            <a:hlinkClick r:id="rId3"/>
            <a:extLst>
              <a:ext uri="{FF2B5EF4-FFF2-40B4-BE49-F238E27FC236}">
                <a16:creationId xmlns:a16="http://schemas.microsoft.com/office/drawing/2014/main" id="{9D36EDD0-8077-4F4B-9631-D6CFBBDAD084}"/>
              </a:ext>
            </a:extLst>
          </p:cNvPr>
          <p:cNvSpPr txBox="1"/>
          <p:nvPr userDrawn="1"/>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 name="Rectangle 1">
            <a:hlinkClick r:id="rId4"/>
            <a:extLst>
              <a:ext uri="{FF2B5EF4-FFF2-40B4-BE49-F238E27FC236}">
                <a16:creationId xmlns:a16="http://schemas.microsoft.com/office/drawing/2014/main" id="{B166C7F8-C424-7449-A19A-6EFB37F971D8}"/>
              </a:ext>
            </a:extLst>
          </p:cNvPr>
          <p:cNvSpPr/>
          <p:nvPr userDrawn="1"/>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Rectangle 2">
            <a:hlinkClick r:id="rId5"/>
            <a:extLst>
              <a:ext uri="{FF2B5EF4-FFF2-40B4-BE49-F238E27FC236}">
                <a16:creationId xmlns:a16="http://schemas.microsoft.com/office/drawing/2014/main" id="{7542C372-51F9-7B49-95F3-2BB4DD107F2C}"/>
              </a:ext>
            </a:extLst>
          </p:cNvPr>
          <p:cNvSpPr/>
          <p:nvPr userDrawn="1"/>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hlinkClick r:id="rId6"/>
            <a:extLst>
              <a:ext uri="{FF2B5EF4-FFF2-40B4-BE49-F238E27FC236}">
                <a16:creationId xmlns:a16="http://schemas.microsoft.com/office/drawing/2014/main" id="{218B93B9-5E84-F144-B5CB-7142E73CC8BF}"/>
              </a:ext>
            </a:extLst>
          </p:cNvPr>
          <p:cNvSpPr/>
          <p:nvPr userDrawn="1"/>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hlinkClick r:id="rId7"/>
            <a:extLst>
              <a:ext uri="{FF2B5EF4-FFF2-40B4-BE49-F238E27FC236}">
                <a16:creationId xmlns:a16="http://schemas.microsoft.com/office/drawing/2014/main" id="{5AB17312-9520-7E42-A4CD-6B7EB6B7EF86}"/>
              </a:ext>
            </a:extLst>
          </p:cNvPr>
          <p:cNvSpPr/>
          <p:nvPr userDrawn="1"/>
        </p:nvSpPr>
        <p:spPr>
          <a:xfrm>
            <a:off x="3276600" y="3333750"/>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5256559"/>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CTA: Resources to Inspi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5BA83A-FD71-394F-B4AF-D0F719851DD4}"/>
              </a:ext>
            </a:extLst>
          </p:cNvPr>
          <p:cNvPicPr>
            <a:picLocks noChangeAspect="1"/>
          </p:cNvPicPr>
          <p:nvPr userDrawn="1"/>
        </p:nvPicPr>
        <p:blipFill rotWithShape="1">
          <a:blip r:embed="rId2"/>
          <a:srcRect l="4775" b="5992"/>
          <a:stretch/>
        </p:blipFill>
        <p:spPr>
          <a:xfrm>
            <a:off x="533399" y="0"/>
            <a:ext cx="8610601" cy="478155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userDrawn="1"/>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for Inspiration</a:t>
            </a:r>
          </a:p>
        </p:txBody>
      </p:sp>
      <p:sp>
        <p:nvSpPr>
          <p:cNvPr id="9" name="TextBox 8">
            <a:hlinkClick r:id="rId3"/>
            <a:extLst>
              <a:ext uri="{FF2B5EF4-FFF2-40B4-BE49-F238E27FC236}">
                <a16:creationId xmlns:a16="http://schemas.microsoft.com/office/drawing/2014/main" id="{9D36EDD0-8077-4F4B-9631-D6CFBBDAD084}"/>
              </a:ext>
            </a:extLst>
          </p:cNvPr>
          <p:cNvSpPr txBox="1"/>
          <p:nvPr userDrawn="1"/>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 name="Rectangle 1">
            <a:hlinkClick r:id="rId4"/>
            <a:extLst>
              <a:ext uri="{FF2B5EF4-FFF2-40B4-BE49-F238E27FC236}">
                <a16:creationId xmlns:a16="http://schemas.microsoft.com/office/drawing/2014/main" id="{B166C7F8-C424-7449-A19A-6EFB37F971D8}"/>
              </a:ext>
            </a:extLst>
          </p:cNvPr>
          <p:cNvSpPr/>
          <p:nvPr userDrawn="1"/>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Rectangle 2">
            <a:hlinkClick r:id="rId5"/>
            <a:extLst>
              <a:ext uri="{FF2B5EF4-FFF2-40B4-BE49-F238E27FC236}">
                <a16:creationId xmlns:a16="http://schemas.microsoft.com/office/drawing/2014/main" id="{7542C372-51F9-7B49-95F3-2BB4DD107F2C}"/>
              </a:ext>
            </a:extLst>
          </p:cNvPr>
          <p:cNvSpPr/>
          <p:nvPr userDrawn="1"/>
        </p:nvSpPr>
        <p:spPr>
          <a:xfrm>
            <a:off x="3276600" y="2114550"/>
            <a:ext cx="24384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hlinkClick r:id="rId6"/>
            <a:extLst>
              <a:ext uri="{FF2B5EF4-FFF2-40B4-BE49-F238E27FC236}">
                <a16:creationId xmlns:a16="http://schemas.microsoft.com/office/drawing/2014/main" id="{218B93B9-5E84-F144-B5CB-7142E73CC8BF}"/>
              </a:ext>
            </a:extLst>
          </p:cNvPr>
          <p:cNvSpPr/>
          <p:nvPr userDrawn="1"/>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hlinkClick r:id="rId7"/>
            <a:extLst>
              <a:ext uri="{FF2B5EF4-FFF2-40B4-BE49-F238E27FC236}">
                <a16:creationId xmlns:a16="http://schemas.microsoft.com/office/drawing/2014/main" id="{5AB17312-9520-7E42-A4CD-6B7EB6B7EF86}"/>
              </a:ext>
            </a:extLst>
          </p:cNvPr>
          <p:cNvSpPr/>
          <p:nvPr userDrawn="1"/>
        </p:nvSpPr>
        <p:spPr>
          <a:xfrm>
            <a:off x="3276600" y="3333750"/>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hlinkClick r:id="rId7"/>
            <a:extLst>
              <a:ext uri="{FF2B5EF4-FFF2-40B4-BE49-F238E27FC236}">
                <a16:creationId xmlns:a16="http://schemas.microsoft.com/office/drawing/2014/main" id="{FB176131-B89E-304A-92DF-9CD3D468CD52}"/>
              </a:ext>
            </a:extLst>
          </p:cNvPr>
          <p:cNvSpPr/>
          <p:nvPr userDrawn="1"/>
        </p:nvSpPr>
        <p:spPr>
          <a:xfrm>
            <a:off x="661542" y="2114550"/>
            <a:ext cx="2514600" cy="1143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hlinkClick r:id="rId8"/>
            <a:extLst>
              <a:ext uri="{FF2B5EF4-FFF2-40B4-BE49-F238E27FC236}">
                <a16:creationId xmlns:a16="http://schemas.microsoft.com/office/drawing/2014/main" id="{D57913DA-4C41-E144-8C67-313CA8644FB7}"/>
              </a:ext>
            </a:extLst>
          </p:cNvPr>
          <p:cNvSpPr/>
          <p:nvPr userDrawn="1"/>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hlinkClick r:id="rId9"/>
            <a:extLst>
              <a:ext uri="{FF2B5EF4-FFF2-40B4-BE49-F238E27FC236}">
                <a16:creationId xmlns:a16="http://schemas.microsoft.com/office/drawing/2014/main" id="{84D23C97-34CA-EB47-8438-4CEEB5B8B203}"/>
              </a:ext>
            </a:extLst>
          </p:cNvPr>
          <p:cNvSpPr/>
          <p:nvPr userDrawn="1"/>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hlinkClick r:id="rId5"/>
            <a:extLst>
              <a:ext uri="{FF2B5EF4-FFF2-40B4-BE49-F238E27FC236}">
                <a16:creationId xmlns:a16="http://schemas.microsoft.com/office/drawing/2014/main" id="{E56E6BD5-8E0F-3E4D-AD7C-420C316889E3}"/>
              </a:ext>
            </a:extLst>
          </p:cNvPr>
          <p:cNvSpPr/>
          <p:nvPr userDrawn="1"/>
        </p:nvSpPr>
        <p:spPr>
          <a:xfrm>
            <a:off x="3200400" y="3333750"/>
            <a:ext cx="25146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144D7FA-71D5-1247-8CC0-659E1B402155}"/>
              </a:ext>
            </a:extLst>
          </p:cNvPr>
          <p:cNvSpPr/>
          <p:nvPr userDrawn="1"/>
        </p:nvSpPr>
        <p:spPr>
          <a:xfrm>
            <a:off x="0" y="-14130"/>
            <a:ext cx="1752600" cy="830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65709734"/>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p:nvPr>
        </p:nvSpPr>
        <p:spPr>
          <a:xfrm>
            <a:off x="623889" y="1282701"/>
            <a:ext cx="8062912" cy="2139950"/>
          </a:xfrm>
          <a:prstGeom prst="rect">
            <a:avLst/>
          </a:prstGeom>
        </p:spPr>
        <p:txBody>
          <a:bodyPr anchor="b">
            <a:normAutofit/>
          </a:bodyPr>
          <a:lstStyle>
            <a:lvl1pPr>
              <a:defRPr sz="3600" b="1">
                <a:solidFill>
                  <a:srgbClr val="1B4D81"/>
                </a:solidFill>
                <a:latin typeface="Lato" panose="020F0502020204030203"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623888" y="3441700"/>
            <a:ext cx="1837944"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623888" y="3714750"/>
            <a:ext cx="1837944"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5" name="Text Placeholder 2">
            <a:extLst>
              <a:ext uri="{FF2B5EF4-FFF2-40B4-BE49-F238E27FC236}">
                <a16:creationId xmlns:a16="http://schemas.microsoft.com/office/drawing/2014/main" id="{286E2C5B-58AD-4D69-8653-58174ACC8AD7}"/>
              </a:ext>
            </a:extLst>
          </p:cNvPr>
          <p:cNvSpPr>
            <a:spLocks noGrp="1"/>
          </p:cNvSpPr>
          <p:nvPr>
            <p:ph type="body" idx="11" hasCustomPrompt="1"/>
          </p:nvPr>
        </p:nvSpPr>
        <p:spPr>
          <a:xfrm>
            <a:off x="2729294" y="3452730"/>
            <a:ext cx="1837944"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6" name="Text Placeholder 2">
            <a:extLst>
              <a:ext uri="{FF2B5EF4-FFF2-40B4-BE49-F238E27FC236}">
                <a16:creationId xmlns:a16="http://schemas.microsoft.com/office/drawing/2014/main" id="{8599CD08-F90D-4D15-9B4E-79BB92E4CDF2}"/>
              </a:ext>
            </a:extLst>
          </p:cNvPr>
          <p:cNvSpPr>
            <a:spLocks noGrp="1"/>
          </p:cNvSpPr>
          <p:nvPr>
            <p:ph type="body" idx="12" hasCustomPrompt="1"/>
          </p:nvPr>
        </p:nvSpPr>
        <p:spPr>
          <a:xfrm>
            <a:off x="2729294" y="3725780"/>
            <a:ext cx="1837944"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Tree>
    <p:extLst>
      <p:ext uri="{BB962C8B-B14F-4D97-AF65-F5344CB8AC3E}">
        <p14:creationId xmlns:p14="http://schemas.microsoft.com/office/powerpoint/2010/main" val="2929262219"/>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AA8A8-3946-DE4F-97CB-CBC48B9F7A60}"/>
              </a:ext>
            </a:extLst>
          </p:cNvPr>
          <p:cNvSpPr/>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04FDE514-B9D5-4E6A-B99C-10D5D54F711D}"/>
              </a:ext>
            </a:extLst>
          </p:cNvPr>
          <p:cNvSpPr>
            <a:spLocks noGrp="1"/>
          </p:cNvSpPr>
          <p:nvPr>
            <p:ph type="title"/>
          </p:nvPr>
        </p:nvSpPr>
        <p:spPr>
          <a:xfrm>
            <a:off x="623889" y="3028950"/>
            <a:ext cx="8062912" cy="1231900"/>
          </a:xfrm>
          <a:prstGeom prst="rect">
            <a:avLst/>
          </a:prstGeom>
        </p:spPr>
        <p:txBody>
          <a:bodyPr anchor="b">
            <a:normAutofit/>
          </a:bodyPr>
          <a:lstStyle>
            <a:lvl1pPr>
              <a:defRPr sz="3600" b="1">
                <a:solidFill>
                  <a:schemeClr val="bg1"/>
                </a:solidFill>
                <a:latin typeface="Lato" panose="020F0502020204030203"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623888" y="4267777"/>
            <a:ext cx="1837944" cy="349250"/>
          </a:xfrm>
          <a:prstGeom prst="rect">
            <a:avLst/>
          </a:prstGeom>
        </p:spPr>
        <p:txBody>
          <a:bodyPr anchor="b">
            <a:normAutofit/>
          </a:bodyPr>
          <a:lstStyle>
            <a:lvl1pPr marL="0" indent="0">
              <a:spcBef>
                <a:spcPts val="100"/>
              </a:spcBef>
              <a:buNone/>
              <a:defRPr sz="1800">
                <a:solidFill>
                  <a:schemeClr val="bg2"/>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623888" y="4540827"/>
            <a:ext cx="1837944" cy="453190"/>
          </a:xfrm>
          <a:prstGeom prst="rect">
            <a:avLst/>
          </a:prstGeom>
        </p:spPr>
        <p:txBody>
          <a:bodyPr>
            <a:normAutofit/>
          </a:bodyPr>
          <a:lstStyle>
            <a:lvl1pPr marL="0" indent="0">
              <a:spcBef>
                <a:spcPts val="100"/>
              </a:spcBef>
              <a:buNone/>
              <a:defRPr sz="1200" b="0" i="0">
                <a:solidFill>
                  <a:schemeClr val="bg2"/>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5" name="Text Placeholder 2">
            <a:extLst>
              <a:ext uri="{FF2B5EF4-FFF2-40B4-BE49-F238E27FC236}">
                <a16:creationId xmlns:a16="http://schemas.microsoft.com/office/drawing/2014/main" id="{286E2C5B-58AD-4D69-8653-58174ACC8AD7}"/>
              </a:ext>
            </a:extLst>
          </p:cNvPr>
          <p:cNvSpPr>
            <a:spLocks noGrp="1"/>
          </p:cNvSpPr>
          <p:nvPr>
            <p:ph type="body" idx="11" hasCustomPrompt="1"/>
          </p:nvPr>
        </p:nvSpPr>
        <p:spPr>
          <a:xfrm>
            <a:off x="2729294" y="4278807"/>
            <a:ext cx="1837944" cy="349250"/>
          </a:xfrm>
          <a:prstGeom prst="rect">
            <a:avLst/>
          </a:prstGeom>
        </p:spPr>
        <p:txBody>
          <a:bodyPr anchor="b">
            <a:normAutofit/>
          </a:bodyPr>
          <a:lstStyle>
            <a:lvl1pPr marL="0" indent="0">
              <a:spcBef>
                <a:spcPts val="100"/>
              </a:spcBef>
              <a:buNone/>
              <a:defRPr sz="1800">
                <a:solidFill>
                  <a:schemeClr val="bg2"/>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6" name="Text Placeholder 2">
            <a:extLst>
              <a:ext uri="{FF2B5EF4-FFF2-40B4-BE49-F238E27FC236}">
                <a16:creationId xmlns:a16="http://schemas.microsoft.com/office/drawing/2014/main" id="{8599CD08-F90D-4D15-9B4E-79BB92E4CDF2}"/>
              </a:ext>
            </a:extLst>
          </p:cNvPr>
          <p:cNvSpPr>
            <a:spLocks noGrp="1"/>
          </p:cNvSpPr>
          <p:nvPr>
            <p:ph type="body" idx="12" hasCustomPrompt="1"/>
          </p:nvPr>
        </p:nvSpPr>
        <p:spPr>
          <a:xfrm>
            <a:off x="2729294" y="4551857"/>
            <a:ext cx="1837944" cy="453190"/>
          </a:xfrm>
          <a:prstGeom prst="rect">
            <a:avLst/>
          </a:prstGeom>
        </p:spPr>
        <p:txBody>
          <a:bodyPr>
            <a:normAutofit/>
          </a:bodyPr>
          <a:lstStyle>
            <a:lvl1pPr marL="0" indent="0">
              <a:spcBef>
                <a:spcPts val="100"/>
              </a:spcBef>
              <a:buNone/>
              <a:defRPr sz="1200" b="0" i="0">
                <a:solidFill>
                  <a:schemeClr val="bg2"/>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Tree>
    <p:extLst>
      <p:ext uri="{BB962C8B-B14F-4D97-AF65-F5344CB8AC3E}">
        <p14:creationId xmlns:p14="http://schemas.microsoft.com/office/powerpoint/2010/main" val="3933297603"/>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Title Slide with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p:nvPr>
        </p:nvSpPr>
        <p:spPr>
          <a:xfrm>
            <a:off x="623889" y="1282701"/>
            <a:ext cx="8062912" cy="2139950"/>
          </a:xfrm>
          <a:prstGeom prst="rect">
            <a:avLst/>
          </a:prstGeom>
        </p:spPr>
        <p:txBody>
          <a:bodyPr anchor="b">
            <a:normAutofit/>
          </a:bodyPr>
          <a:lstStyle>
            <a:lvl1pPr>
              <a:defRPr sz="3600" b="1">
                <a:solidFill>
                  <a:srgbClr val="1B4D81"/>
                </a:solidFill>
                <a:latin typeface="Lato" panose="020F0502020204030203" pitchFamily="34" charset="0"/>
              </a:defRPr>
            </a:lvl1pPr>
          </a:lstStyle>
          <a:p>
            <a:r>
              <a:rPr lang="en-US"/>
              <a:t>Click to edit Master title style</a:t>
            </a:r>
            <a:endParaRPr lang="en-US" dirty="0"/>
          </a:p>
        </p:txBody>
      </p:sp>
      <p:sp>
        <p:nvSpPr>
          <p:cNvPr id="8" name="Text Placeholder 2">
            <a:extLst>
              <a:ext uri="{FF2B5EF4-FFF2-40B4-BE49-F238E27FC236}">
                <a16:creationId xmlns:a16="http://schemas.microsoft.com/office/drawing/2014/main" id="{04FF62A3-F460-4741-8342-309E52138A71}"/>
              </a:ext>
            </a:extLst>
          </p:cNvPr>
          <p:cNvSpPr>
            <a:spLocks noGrp="1"/>
          </p:cNvSpPr>
          <p:nvPr>
            <p:ph type="body" idx="1" hasCustomPrompt="1"/>
          </p:nvPr>
        </p:nvSpPr>
        <p:spPr>
          <a:xfrm>
            <a:off x="1928813" y="3436567"/>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9" name="Text Placeholder 2">
            <a:extLst>
              <a:ext uri="{FF2B5EF4-FFF2-40B4-BE49-F238E27FC236}">
                <a16:creationId xmlns:a16="http://schemas.microsoft.com/office/drawing/2014/main" id="{AF8AF9C0-51D9-4A91-8E30-9CA60298FBC0}"/>
              </a:ext>
            </a:extLst>
          </p:cNvPr>
          <p:cNvSpPr>
            <a:spLocks noGrp="1"/>
          </p:cNvSpPr>
          <p:nvPr>
            <p:ph type="body" idx="13" hasCustomPrompt="1"/>
          </p:nvPr>
        </p:nvSpPr>
        <p:spPr>
          <a:xfrm>
            <a:off x="1928813" y="3709617"/>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10" name="Text Placeholder 2">
            <a:extLst>
              <a:ext uri="{FF2B5EF4-FFF2-40B4-BE49-F238E27FC236}">
                <a16:creationId xmlns:a16="http://schemas.microsoft.com/office/drawing/2014/main" id="{C4298647-61D0-4FBB-8F52-37C8A845D3E8}"/>
              </a:ext>
            </a:extLst>
          </p:cNvPr>
          <p:cNvSpPr>
            <a:spLocks noGrp="1"/>
          </p:cNvSpPr>
          <p:nvPr>
            <p:ph type="body" idx="14" hasCustomPrompt="1"/>
          </p:nvPr>
        </p:nvSpPr>
        <p:spPr>
          <a:xfrm>
            <a:off x="5055879" y="3436567"/>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11" name="Text Placeholder 2">
            <a:extLst>
              <a:ext uri="{FF2B5EF4-FFF2-40B4-BE49-F238E27FC236}">
                <a16:creationId xmlns:a16="http://schemas.microsoft.com/office/drawing/2014/main" id="{F578A0BF-E876-40F4-A20B-1A438C7EEFAC}"/>
              </a:ext>
            </a:extLst>
          </p:cNvPr>
          <p:cNvSpPr>
            <a:spLocks noGrp="1"/>
          </p:cNvSpPr>
          <p:nvPr>
            <p:ph type="body" idx="15" hasCustomPrompt="1"/>
          </p:nvPr>
        </p:nvSpPr>
        <p:spPr>
          <a:xfrm>
            <a:off x="5055879" y="3709617"/>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4" name="Content Placeholder 3">
            <a:extLst>
              <a:ext uri="{FF2B5EF4-FFF2-40B4-BE49-F238E27FC236}">
                <a16:creationId xmlns:a16="http://schemas.microsoft.com/office/drawing/2014/main" id="{F649E506-AD96-463A-84F2-AAE1BB90340A}"/>
              </a:ext>
            </a:extLst>
          </p:cNvPr>
          <p:cNvSpPr>
            <a:spLocks noGrp="1"/>
          </p:cNvSpPr>
          <p:nvPr>
            <p:ph sz="quarter" idx="16"/>
          </p:nvPr>
        </p:nvSpPr>
        <p:spPr>
          <a:xfrm>
            <a:off x="723900" y="3432556"/>
            <a:ext cx="1115568" cy="1115568"/>
          </a:xfrm>
        </p:spPr>
        <p:txBody>
          <a:bodyPr/>
          <a:lstStyle/>
          <a:p>
            <a:pPr lvl="0"/>
            <a:r>
              <a:rPr lang="en-US"/>
              <a:t>Click to edit Master text styles</a:t>
            </a:r>
          </a:p>
        </p:txBody>
      </p:sp>
      <p:sp>
        <p:nvSpPr>
          <p:cNvPr id="12" name="Content Placeholder 3">
            <a:extLst>
              <a:ext uri="{FF2B5EF4-FFF2-40B4-BE49-F238E27FC236}">
                <a16:creationId xmlns:a16="http://schemas.microsoft.com/office/drawing/2014/main" id="{D8A7706D-1D21-49ED-888E-699D6B6BE78C}"/>
              </a:ext>
            </a:extLst>
          </p:cNvPr>
          <p:cNvSpPr>
            <a:spLocks noGrp="1"/>
          </p:cNvSpPr>
          <p:nvPr>
            <p:ph sz="quarter" idx="17"/>
          </p:nvPr>
        </p:nvSpPr>
        <p:spPr>
          <a:xfrm>
            <a:off x="3852971" y="3429000"/>
            <a:ext cx="1115568" cy="1115568"/>
          </a:xfrm>
        </p:spPr>
        <p:txBody>
          <a:bodyPr/>
          <a:lstStyle/>
          <a:p>
            <a:pPr lvl="0"/>
            <a:r>
              <a:rPr lang="en-US"/>
              <a:t>Click to edit Master text styles</a:t>
            </a:r>
          </a:p>
        </p:txBody>
      </p:sp>
    </p:spTree>
    <p:extLst>
      <p:ext uri="{BB962C8B-B14F-4D97-AF65-F5344CB8AC3E}">
        <p14:creationId xmlns:p14="http://schemas.microsoft.com/office/powerpoint/2010/main" val="3561546616"/>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0E37-2066-457D-A866-CD6115300D34}"/>
              </a:ext>
            </a:extLst>
          </p:cNvPr>
          <p:cNvSpPr>
            <a:spLocks noGrp="1"/>
          </p:cNvSpPr>
          <p:nvPr>
            <p:ph type="ctrTitle"/>
          </p:nvPr>
        </p:nvSpPr>
        <p:spPr>
          <a:xfrm>
            <a:off x="1143000" y="841375"/>
            <a:ext cx="7010400" cy="1790700"/>
          </a:xfrm>
          <a:prstGeom prst="rect">
            <a:avLst/>
          </a:prstGeom>
        </p:spPr>
        <p:txBody>
          <a:bodyPr anchor="b">
            <a:normAutofit/>
          </a:bodyPr>
          <a:lstStyle>
            <a:lvl1pPr algn="ctr">
              <a:defRPr sz="3600" b="1">
                <a:solidFill>
                  <a:srgbClr val="1B4D81"/>
                </a:solidFill>
                <a:latin typeface="Lato" panose="020F0502020204030203"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BC01D0-B230-4859-8CF6-4664E1E5F385}"/>
              </a:ext>
            </a:extLst>
          </p:cNvPr>
          <p:cNvSpPr>
            <a:spLocks noGrp="1"/>
          </p:cNvSpPr>
          <p:nvPr>
            <p:ph type="subTitle" idx="1"/>
          </p:nvPr>
        </p:nvSpPr>
        <p:spPr>
          <a:xfrm>
            <a:off x="1143000" y="2701926"/>
            <a:ext cx="7010400" cy="1241425"/>
          </a:xfrm>
          <a:prstGeom prst="rect">
            <a:avLst/>
          </a:prstGeom>
        </p:spPr>
        <p:txBody>
          <a:bodyPr>
            <a:normAutofit/>
          </a:bodyPr>
          <a:lstStyle>
            <a:lvl1pPr marL="0" indent="0" algn="ctr">
              <a:buNone/>
              <a:defRPr sz="1800">
                <a:solidFill>
                  <a:srgbClr val="393A39"/>
                </a:solidFill>
                <a:latin typeface="Lato" panose="020F0502020204030203"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976660668"/>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F8A22-6A5B-4550-87C4-98CDB8846F3D}"/>
              </a:ext>
            </a:extLst>
          </p:cNvPr>
          <p:cNvSpPr>
            <a:spLocks noGrp="1"/>
          </p:cNvSpPr>
          <p:nvPr>
            <p:ph type="title"/>
          </p:nvPr>
        </p:nvSpPr>
        <p:spPr>
          <a:xfrm>
            <a:off x="628650" y="285750"/>
            <a:ext cx="8058150" cy="74295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67B1DA0-7E63-4CDE-961E-607D001A9B67}"/>
              </a:ext>
            </a:extLst>
          </p:cNvPr>
          <p:cNvSpPr>
            <a:spLocks noGrp="1"/>
          </p:cNvSpPr>
          <p:nvPr>
            <p:ph idx="1"/>
          </p:nvPr>
        </p:nvSpPr>
        <p:spPr>
          <a:xfrm>
            <a:off x="628650" y="1028700"/>
            <a:ext cx="8058150" cy="3752850"/>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42934195"/>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183CD7-383B-48A0-8B71-F06BC83DEDB6}"/>
              </a:ext>
            </a:extLst>
          </p:cNvPr>
          <p:cNvSpPr>
            <a:spLocks noGrp="1"/>
          </p:cNvSpPr>
          <p:nvPr>
            <p:ph sz="half" idx="1"/>
          </p:nvPr>
        </p:nvSpPr>
        <p:spPr>
          <a:xfrm>
            <a:off x="628651" y="1028701"/>
            <a:ext cx="3965576" cy="3752837"/>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03355965-8388-42DC-8FE0-FECC99CDC81E}"/>
              </a:ext>
            </a:extLst>
          </p:cNvPr>
          <p:cNvSpPr>
            <a:spLocks noGrp="1"/>
          </p:cNvSpPr>
          <p:nvPr>
            <p:ph sz="half" idx="2"/>
          </p:nvPr>
        </p:nvSpPr>
        <p:spPr>
          <a:xfrm>
            <a:off x="4721224" y="1028701"/>
            <a:ext cx="3965576" cy="3752837"/>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itle 1">
            <a:extLst>
              <a:ext uri="{FF2B5EF4-FFF2-40B4-BE49-F238E27FC236}">
                <a16:creationId xmlns:a16="http://schemas.microsoft.com/office/drawing/2014/main" id="{F0C35649-F5E1-436D-BCBC-468BEAF27C9D}"/>
              </a:ext>
            </a:extLst>
          </p:cNvPr>
          <p:cNvSpPr>
            <a:spLocks noGrp="1"/>
          </p:cNvSpPr>
          <p:nvPr>
            <p:ph type="title"/>
          </p:nvPr>
        </p:nvSpPr>
        <p:spPr>
          <a:xfrm>
            <a:off x="628650" y="285750"/>
            <a:ext cx="8058150" cy="74295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14696102"/>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Two Content with Subtit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855CD0-D773-472C-923C-F2A3641F6698}"/>
              </a:ext>
            </a:extLst>
          </p:cNvPr>
          <p:cNvSpPr>
            <a:spLocks noGrp="1"/>
          </p:cNvSpPr>
          <p:nvPr>
            <p:ph type="body" idx="1"/>
          </p:nvPr>
        </p:nvSpPr>
        <p:spPr>
          <a:xfrm>
            <a:off x="630239" y="1028701"/>
            <a:ext cx="3970337" cy="628631"/>
          </a:xfrm>
          <a:prstGeom prst="rect">
            <a:avLst/>
          </a:prstGeom>
        </p:spPr>
        <p:txBody>
          <a:bodyPr anchor="t">
            <a:normAutofit/>
          </a:bodyPr>
          <a:lstStyle>
            <a:lvl1pPr marL="0" indent="0">
              <a:buNone/>
              <a:defRPr sz="1800" b="1">
                <a:solidFill>
                  <a:srgbClr val="393A39"/>
                </a:solidFill>
                <a:latin typeface="Lato" panose="020F0502020204030203" pitchFamily="34" charset="0"/>
              </a:defRPr>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970D2E-452D-4D8D-8871-F92BDDC48512}"/>
              </a:ext>
            </a:extLst>
          </p:cNvPr>
          <p:cNvSpPr>
            <a:spLocks noGrp="1"/>
          </p:cNvSpPr>
          <p:nvPr>
            <p:ph sz="half" idx="2"/>
          </p:nvPr>
        </p:nvSpPr>
        <p:spPr>
          <a:xfrm>
            <a:off x="630239" y="1657332"/>
            <a:ext cx="3970337" cy="3124205"/>
          </a:xfrm>
          <a:prstGeom prst="rect">
            <a:avLst/>
          </a:prstGeom>
        </p:spPr>
        <p:txBody>
          <a:bodyPr>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21265C34-988A-4381-BE35-3CF7874797A1}"/>
              </a:ext>
            </a:extLst>
          </p:cNvPr>
          <p:cNvSpPr>
            <a:spLocks noGrp="1"/>
          </p:cNvSpPr>
          <p:nvPr>
            <p:ph type="body" sz="quarter" idx="3"/>
          </p:nvPr>
        </p:nvSpPr>
        <p:spPr>
          <a:xfrm>
            <a:off x="4714875" y="1028701"/>
            <a:ext cx="3971926" cy="628650"/>
          </a:xfrm>
          <a:prstGeom prst="rect">
            <a:avLst/>
          </a:prstGeom>
        </p:spPr>
        <p:txBody>
          <a:bodyPr anchor="t">
            <a:normAutofit/>
          </a:bodyPr>
          <a:lstStyle>
            <a:lvl1pPr marL="0" indent="0">
              <a:buNone/>
              <a:defRPr sz="1800" b="1">
                <a:solidFill>
                  <a:srgbClr val="393A39"/>
                </a:solidFill>
                <a:latin typeface="Lato" panose="020F0502020204030203" pitchFamily="34" charset="0"/>
              </a:defRPr>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BAD278-0467-4156-945B-8A0C6FB1AAEA}"/>
              </a:ext>
            </a:extLst>
          </p:cNvPr>
          <p:cNvSpPr>
            <a:spLocks noGrp="1"/>
          </p:cNvSpPr>
          <p:nvPr>
            <p:ph sz="quarter" idx="4"/>
          </p:nvPr>
        </p:nvSpPr>
        <p:spPr>
          <a:xfrm>
            <a:off x="4714875" y="1657349"/>
            <a:ext cx="3971926" cy="3124187"/>
          </a:xfrm>
          <a:prstGeom prst="rect">
            <a:avLst/>
          </a:prstGeom>
        </p:spPr>
        <p:txBody>
          <a:bodyPr>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7" name="Title 1">
            <a:extLst>
              <a:ext uri="{FF2B5EF4-FFF2-40B4-BE49-F238E27FC236}">
                <a16:creationId xmlns:a16="http://schemas.microsoft.com/office/drawing/2014/main" id="{9B9489FC-5B9D-4C9C-A962-ECD59DECD47F}"/>
              </a:ext>
            </a:extLst>
          </p:cNvPr>
          <p:cNvSpPr>
            <a:spLocks noGrp="1"/>
          </p:cNvSpPr>
          <p:nvPr>
            <p:ph type="title"/>
          </p:nvPr>
        </p:nvSpPr>
        <p:spPr>
          <a:xfrm>
            <a:off x="628650" y="285750"/>
            <a:ext cx="8058150" cy="74295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065374404"/>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Title and Picture with Caption">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C4E7365-D38C-47DC-98CE-EFDE9B5AA7FB}"/>
              </a:ext>
            </a:extLst>
          </p:cNvPr>
          <p:cNvSpPr>
            <a:spLocks noGrp="1"/>
          </p:cNvSpPr>
          <p:nvPr>
            <p:ph idx="1"/>
          </p:nvPr>
        </p:nvSpPr>
        <p:spPr>
          <a:xfrm>
            <a:off x="628650" y="1028700"/>
            <a:ext cx="8058150" cy="3752850"/>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itle 1">
            <a:extLst>
              <a:ext uri="{FF2B5EF4-FFF2-40B4-BE49-F238E27FC236}">
                <a16:creationId xmlns:a16="http://schemas.microsoft.com/office/drawing/2014/main" id="{AE057F52-E5D6-4C4F-8C1F-48ED323FF9B6}"/>
              </a:ext>
            </a:extLst>
          </p:cNvPr>
          <p:cNvSpPr>
            <a:spLocks noGrp="1"/>
          </p:cNvSpPr>
          <p:nvPr>
            <p:ph type="title"/>
          </p:nvPr>
        </p:nvSpPr>
        <p:spPr>
          <a:xfrm>
            <a:off x="628650" y="285750"/>
            <a:ext cx="8058150" cy="742950"/>
          </a:xfrm>
          <a:prstGeom prst="rect">
            <a:avLst/>
          </a:prstGeom>
        </p:spPr>
        <p:txBody>
          <a:bodyPr>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CE51587-1A95-4AA5-AD68-679421FFF792}"/>
              </a:ext>
            </a:extLst>
          </p:cNvPr>
          <p:cNvSpPr>
            <a:spLocks noGrp="1"/>
          </p:cNvSpPr>
          <p:nvPr>
            <p:ph type="body" sz="quarter" idx="10"/>
          </p:nvPr>
        </p:nvSpPr>
        <p:spPr>
          <a:xfrm>
            <a:off x="5659623" y="4476750"/>
            <a:ext cx="3027178" cy="304800"/>
          </a:xfrm>
        </p:spPr>
        <p:txBody>
          <a:bodyPr>
            <a:normAutofit/>
          </a:bodyPr>
          <a:lstStyle>
            <a:lvl1pPr marL="0" indent="0">
              <a:buNone/>
              <a:defRPr sz="800" b="1" i="1">
                <a:solidFill>
                  <a:schemeClr val="accent2"/>
                </a:solidFill>
                <a:latin typeface="Lato" panose="020F0502020204030203" pitchFamily="34" charset="77"/>
              </a:defRPr>
            </a:lvl1pPr>
            <a:lvl2pPr marL="457189" indent="0">
              <a:buNone/>
              <a:defRPr/>
            </a:lvl2pPr>
            <a:lvl3pPr marL="914378" indent="0">
              <a:buNone/>
              <a:defRPr/>
            </a:lvl3pPr>
          </a:lstStyle>
          <a:p>
            <a:pPr lvl="0"/>
            <a:r>
              <a:rPr lang="en-US"/>
              <a:t>Click to edit Master text styles</a:t>
            </a:r>
          </a:p>
        </p:txBody>
      </p:sp>
    </p:spTree>
    <p:extLst>
      <p:ext uri="{BB962C8B-B14F-4D97-AF65-F5344CB8AC3E}">
        <p14:creationId xmlns:p14="http://schemas.microsoft.com/office/powerpoint/2010/main" val="2424548049"/>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7912358"/>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OPTIONAL Content with Pictur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463150-919C-4838-9C50-4A49E1F7035F}"/>
              </a:ext>
            </a:extLst>
          </p:cNvPr>
          <p:cNvSpPr>
            <a:spLocks noGrp="1"/>
          </p:cNvSpPr>
          <p:nvPr>
            <p:ph idx="1"/>
          </p:nvPr>
        </p:nvSpPr>
        <p:spPr>
          <a:xfrm>
            <a:off x="4114800" y="209551"/>
            <a:ext cx="4800600" cy="4724400"/>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2000">
                <a:latin typeface="Lato" panose="020F0502020204030203" pitchFamily="34" charset="0"/>
              </a:defRPr>
            </a:lvl4pPr>
            <a:lvl5pPr marL="1828754" indent="0">
              <a:buNone/>
              <a:defRPr sz="2000">
                <a:latin typeface="Lato" panose="020F0502020204030203"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p:txBody>
      </p:sp>
      <p:sp>
        <p:nvSpPr>
          <p:cNvPr id="2" name="Title 1">
            <a:extLst>
              <a:ext uri="{FF2B5EF4-FFF2-40B4-BE49-F238E27FC236}">
                <a16:creationId xmlns:a16="http://schemas.microsoft.com/office/drawing/2014/main" id="{072DF0CC-FE08-413C-BBD2-A8A78D851C51}"/>
              </a:ext>
            </a:extLst>
          </p:cNvPr>
          <p:cNvSpPr>
            <a:spLocks noGrp="1"/>
          </p:cNvSpPr>
          <p:nvPr>
            <p:ph type="title"/>
          </p:nvPr>
        </p:nvSpPr>
        <p:spPr>
          <a:xfrm>
            <a:off x="630239" y="742950"/>
            <a:ext cx="2949575" cy="80010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5" name="Content Placeholder 3">
            <a:extLst>
              <a:ext uri="{FF2B5EF4-FFF2-40B4-BE49-F238E27FC236}">
                <a16:creationId xmlns:a16="http://schemas.microsoft.com/office/drawing/2014/main" id="{341956C6-5D94-4460-ABB5-94D93E7EDC33}"/>
              </a:ext>
            </a:extLst>
          </p:cNvPr>
          <p:cNvSpPr>
            <a:spLocks noGrp="1"/>
          </p:cNvSpPr>
          <p:nvPr>
            <p:ph sz="half" idx="10"/>
          </p:nvPr>
        </p:nvSpPr>
        <p:spPr>
          <a:xfrm>
            <a:off x="630239" y="1543050"/>
            <a:ext cx="2949575" cy="3162300"/>
          </a:xfrm>
          <a:prstGeom prst="rect">
            <a:avLst/>
          </a:prstGeom>
        </p:spPr>
        <p:txBody>
          <a:bodyPr>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ext Placeholder 5">
            <a:extLst>
              <a:ext uri="{FF2B5EF4-FFF2-40B4-BE49-F238E27FC236}">
                <a16:creationId xmlns:a16="http://schemas.microsoft.com/office/drawing/2014/main" id="{6FA45BAD-29C1-9741-879D-03074B2081D1}"/>
              </a:ext>
            </a:extLst>
          </p:cNvPr>
          <p:cNvSpPr>
            <a:spLocks noGrp="1"/>
          </p:cNvSpPr>
          <p:nvPr>
            <p:ph type="body" sz="quarter" idx="11" hasCustomPrompt="1"/>
          </p:nvPr>
        </p:nvSpPr>
        <p:spPr>
          <a:xfrm>
            <a:off x="4114800" y="4402138"/>
            <a:ext cx="1981200" cy="531811"/>
          </a:xfrm>
        </p:spPr>
        <p:txBody>
          <a:bodyPr>
            <a:normAutofit/>
          </a:bodyPr>
          <a:lstStyle>
            <a:lvl1pPr marL="0" indent="0">
              <a:buNone/>
              <a:defRPr sz="800" b="1" i="1">
                <a:solidFill>
                  <a:srgbClr val="3B81B7"/>
                </a:solidFill>
                <a:latin typeface="Lato" panose="020F0502020204030203" pitchFamily="34" charset="77"/>
              </a:defRPr>
            </a:lvl1pPr>
          </a:lstStyle>
          <a:p>
            <a:pPr lvl="0"/>
            <a:r>
              <a:rPr lang="en-US" dirty="0"/>
              <a:t>Caption goes here</a:t>
            </a:r>
          </a:p>
        </p:txBody>
      </p:sp>
    </p:spTree>
    <p:extLst>
      <p:ext uri="{BB962C8B-B14F-4D97-AF65-F5344CB8AC3E}">
        <p14:creationId xmlns:p14="http://schemas.microsoft.com/office/powerpoint/2010/main" val="2946242206"/>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OPTIONAL Content with Picture with Fil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3887788" y="0"/>
            <a:ext cx="5256212" cy="5143500"/>
          </a:xfrm>
          <a:prstGeom prst="rect">
            <a:avLst/>
          </a:prstGeom>
          <a:solidFill>
            <a:srgbClr val="D3E2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630239" y="742950"/>
            <a:ext cx="2949575" cy="80010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p:nvPr>
        </p:nvSpPr>
        <p:spPr>
          <a:xfrm>
            <a:off x="4114800" y="209550"/>
            <a:ext cx="4800600" cy="4724400"/>
          </a:xfrm>
          <a:noFill/>
        </p:spPr>
        <p:txBody>
          <a:bodyPr/>
          <a:lstStyle>
            <a:lvl3pPr>
              <a:defRPr/>
            </a:lvl3pPr>
          </a:lstStyle>
          <a:p>
            <a:pPr lvl="0"/>
            <a:r>
              <a:rPr lang="en-US"/>
              <a:t>Click to edit Master text styles</a:t>
            </a:r>
          </a:p>
          <a:p>
            <a:pPr lvl="1"/>
            <a:r>
              <a:rPr lang="en-US"/>
              <a:t>Second level</a:t>
            </a:r>
          </a:p>
          <a:p>
            <a:pPr lvl="2"/>
            <a:r>
              <a:rPr lang="en-US"/>
              <a:t>Third level</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630239" y="1543050"/>
            <a:ext cx="2949575" cy="3162300"/>
          </a:xfrm>
          <a:prstGeom prst="rect">
            <a:avLst/>
          </a:prstGeom>
        </p:spPr>
        <p:txBody>
          <a:bodyPr>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435143528"/>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1_OPTIONAL Content with Picture with Fil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6172200" y="0"/>
            <a:ext cx="2971800" cy="5143500"/>
          </a:xfrm>
          <a:prstGeom prst="rect">
            <a:avLst/>
          </a:prstGeom>
          <a:solidFill>
            <a:srgbClr val="D3E2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630238" y="742950"/>
            <a:ext cx="5313362" cy="80010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p:nvPr>
        </p:nvSpPr>
        <p:spPr>
          <a:xfrm>
            <a:off x="6400800" y="209550"/>
            <a:ext cx="2514600" cy="4724400"/>
          </a:xfrm>
          <a:noFill/>
        </p:spPr>
        <p:txBody>
          <a:bodyPr/>
          <a:lstStyle>
            <a:lvl3pPr>
              <a:defRPr/>
            </a:lvl3pPr>
          </a:lstStyle>
          <a:p>
            <a:pPr lvl="0"/>
            <a:r>
              <a:rPr lang="en-US"/>
              <a:t>Click to edit Master text styles</a:t>
            </a:r>
          </a:p>
          <a:p>
            <a:pPr lvl="1"/>
            <a:r>
              <a:rPr lang="en-US"/>
              <a:t>Second level</a:t>
            </a:r>
          </a:p>
          <a:p>
            <a:pPr lvl="2"/>
            <a:r>
              <a:rPr lang="en-US"/>
              <a:t>Third level</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630238" y="1543050"/>
            <a:ext cx="5313362" cy="3162300"/>
          </a:xfrm>
          <a:prstGeom prst="rect">
            <a:avLst/>
          </a:prstGeom>
        </p:spPr>
        <p:txBody>
          <a:bodyPr numCol="2">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6091194"/>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CTA: Contact U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438236-E9A1-5845-B207-CB91FAB12DBD}"/>
              </a:ext>
            </a:extLst>
          </p:cNvPr>
          <p:cNvPicPr>
            <a:picLocks noChangeAspect="1"/>
          </p:cNvPicPr>
          <p:nvPr/>
        </p:nvPicPr>
        <p:blipFill>
          <a:blip r:embed="rId2"/>
          <a:srcRect/>
          <a:stretch/>
        </p:blipFill>
        <p:spPr>
          <a:xfrm>
            <a:off x="0" y="0"/>
            <a:ext cx="9144000" cy="5143500"/>
          </a:xfrm>
          <a:prstGeom prst="rect">
            <a:avLst/>
          </a:prstGeom>
        </p:spPr>
      </p:pic>
      <p:sp>
        <p:nvSpPr>
          <p:cNvPr id="7" name="Content Placeholder 2">
            <a:extLst>
              <a:ext uri="{FF2B5EF4-FFF2-40B4-BE49-F238E27FC236}">
                <a16:creationId xmlns:a16="http://schemas.microsoft.com/office/drawing/2014/main" id="{FC4E7365-D38C-47DC-98CE-EFDE9B5AA7FB}"/>
              </a:ext>
            </a:extLst>
          </p:cNvPr>
          <p:cNvSpPr>
            <a:spLocks noGrp="1"/>
          </p:cNvSpPr>
          <p:nvPr>
            <p:ph idx="1" hasCustomPrompt="1"/>
          </p:nvPr>
        </p:nvSpPr>
        <p:spPr>
          <a:xfrm>
            <a:off x="304800" y="4469786"/>
            <a:ext cx="2133600" cy="923925"/>
          </a:xfrm>
          <a:prstGeom prst="rect">
            <a:avLst/>
          </a:prstGeom>
        </p:spPr>
        <p:txBody>
          <a:bodyPr>
            <a:normAutofit/>
          </a:bodyPr>
          <a:lstStyle>
            <a:lvl1pPr marL="0" indent="0">
              <a:spcBef>
                <a:spcPts val="100"/>
              </a:spcBef>
              <a:buNone/>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Add your country “</a:t>
            </a:r>
            <a:r>
              <a:rPr lang="en-US" dirty="0" err="1"/>
              <a:t>comsol.com</a:t>
            </a:r>
            <a:r>
              <a:rPr lang="en-US" dirty="0"/>
              <a:t>/contact” link here</a:t>
            </a:r>
          </a:p>
        </p:txBody>
      </p:sp>
      <p:sp>
        <p:nvSpPr>
          <p:cNvPr id="5" name="TextBox 4">
            <a:extLst>
              <a:ext uri="{FF2B5EF4-FFF2-40B4-BE49-F238E27FC236}">
                <a16:creationId xmlns:a16="http://schemas.microsoft.com/office/drawing/2014/main" id="{CC2B2EF8-F126-9449-AF26-554461030ADD}"/>
              </a:ext>
            </a:extLst>
          </p:cNvPr>
          <p:cNvSpPr txBox="1"/>
          <p:nvPr/>
        </p:nvSpPr>
        <p:spPr>
          <a:xfrm>
            <a:off x="304800" y="4019551"/>
            <a:ext cx="2514600" cy="461665"/>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a:t>
            </a:r>
          </a:p>
        </p:txBody>
      </p:sp>
    </p:spTree>
    <p:extLst>
      <p:ext uri="{BB962C8B-B14F-4D97-AF65-F5344CB8AC3E}">
        <p14:creationId xmlns:p14="http://schemas.microsoft.com/office/powerpoint/2010/main" val="635275427"/>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CTA: Live Dem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45252-8BBC-184E-9C41-612C8DD63D73}"/>
              </a:ext>
            </a:extLst>
          </p:cNvPr>
          <p:cNvPicPr>
            <a:picLocks noChangeAspect="1"/>
          </p:cNvPicPr>
          <p:nvPr/>
        </p:nvPicPr>
        <p:blipFill>
          <a:blip r:embed="rId2"/>
          <a:src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4267200" y="1428751"/>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 for a Live Demonstration</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4267200" y="2156997"/>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r>
              <a:rPr lang="en-US" sz="1600" b="0" i="0" dirty="0">
                <a:solidFill>
                  <a:schemeClr val="tx1"/>
                </a:solidFill>
                <a:latin typeface="Lato" panose="020F0502020204030203" pitchFamily="34" charset="77"/>
              </a:rPr>
              <a:t>/request-a-demo</a:t>
            </a:r>
          </a:p>
        </p:txBody>
      </p:sp>
    </p:spTree>
    <p:extLst>
      <p:ext uri="{BB962C8B-B14F-4D97-AF65-F5344CB8AC3E}">
        <p14:creationId xmlns:p14="http://schemas.microsoft.com/office/powerpoint/2010/main" val="3345494423"/>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CTA: Resources to Star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5BA83A-FD71-394F-B4AF-D0F719851DD4}"/>
              </a:ext>
            </a:extLst>
          </p:cNvPr>
          <p:cNvPicPr>
            <a:picLocks noChangeAspect="1"/>
          </p:cNvPicPr>
          <p:nvPr/>
        </p:nvPicPr>
        <p:blipFill rotWithShape="1">
          <a:blip r:embed="rId2"/>
          <a:srcRect l="4202" b="7749"/>
          <a:stretch/>
        </p:blipFill>
        <p:spPr>
          <a:xfrm>
            <a:off x="457200" y="1"/>
            <a:ext cx="8686800" cy="470535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to Get Started</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 name="Rectangle 1">
            <a:hlinkClick r:id="rId4"/>
            <a:extLst>
              <a:ext uri="{FF2B5EF4-FFF2-40B4-BE49-F238E27FC236}">
                <a16:creationId xmlns:a16="http://schemas.microsoft.com/office/drawing/2014/main" id="{B166C7F8-C424-7449-A19A-6EFB37F971D8}"/>
              </a:ext>
            </a:extLst>
          </p:cNvPr>
          <p:cNvSpPr/>
          <p:nvPr/>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800"/>
          </a:p>
        </p:txBody>
      </p:sp>
      <p:sp>
        <p:nvSpPr>
          <p:cNvPr id="3" name="Rectangle 2">
            <a:hlinkClick r:id="rId5"/>
            <a:extLst>
              <a:ext uri="{FF2B5EF4-FFF2-40B4-BE49-F238E27FC236}">
                <a16:creationId xmlns:a16="http://schemas.microsoft.com/office/drawing/2014/main" id="{7542C372-51F9-7B49-95F3-2BB4DD107F2C}"/>
              </a:ext>
            </a:extLst>
          </p:cNvPr>
          <p:cNvSpPr/>
          <p:nvPr/>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ectangle 4">
            <a:hlinkClick r:id="rId6"/>
            <a:extLst>
              <a:ext uri="{FF2B5EF4-FFF2-40B4-BE49-F238E27FC236}">
                <a16:creationId xmlns:a16="http://schemas.microsoft.com/office/drawing/2014/main" id="{218B93B9-5E84-F144-B5CB-7142E73CC8BF}"/>
              </a:ext>
            </a:extLst>
          </p:cNvPr>
          <p:cNvSpPr/>
          <p:nvPr/>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ectangle 5">
            <a:hlinkClick r:id="rId7"/>
            <a:extLst>
              <a:ext uri="{FF2B5EF4-FFF2-40B4-BE49-F238E27FC236}">
                <a16:creationId xmlns:a16="http://schemas.microsoft.com/office/drawing/2014/main" id="{5AB17312-9520-7E42-A4CD-6B7EB6B7EF86}"/>
              </a:ext>
            </a:extLst>
          </p:cNvPr>
          <p:cNvSpPr/>
          <p:nvPr/>
        </p:nvSpPr>
        <p:spPr>
          <a:xfrm>
            <a:off x="3276600" y="3333751"/>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315788916"/>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CTA: Resources to Inspi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5BA83A-FD71-394F-B4AF-D0F719851DD4}"/>
              </a:ext>
            </a:extLst>
          </p:cNvPr>
          <p:cNvPicPr>
            <a:picLocks noChangeAspect="1"/>
          </p:cNvPicPr>
          <p:nvPr/>
        </p:nvPicPr>
        <p:blipFill rotWithShape="1">
          <a:blip r:embed="rId2"/>
          <a:srcRect l="4775" b="5992"/>
          <a:stretch/>
        </p:blipFill>
        <p:spPr>
          <a:xfrm>
            <a:off x="533400" y="0"/>
            <a:ext cx="8610601" cy="478155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for Inspiration</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 name="Rectangle 1">
            <a:hlinkClick r:id="rId4"/>
            <a:extLst>
              <a:ext uri="{FF2B5EF4-FFF2-40B4-BE49-F238E27FC236}">
                <a16:creationId xmlns:a16="http://schemas.microsoft.com/office/drawing/2014/main" id="{B166C7F8-C424-7449-A19A-6EFB37F971D8}"/>
              </a:ext>
            </a:extLst>
          </p:cNvPr>
          <p:cNvSpPr/>
          <p:nvPr/>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800"/>
          </a:p>
        </p:txBody>
      </p:sp>
      <p:sp>
        <p:nvSpPr>
          <p:cNvPr id="3" name="Rectangle 2">
            <a:hlinkClick r:id="rId5"/>
            <a:extLst>
              <a:ext uri="{FF2B5EF4-FFF2-40B4-BE49-F238E27FC236}">
                <a16:creationId xmlns:a16="http://schemas.microsoft.com/office/drawing/2014/main" id="{7542C372-51F9-7B49-95F3-2BB4DD107F2C}"/>
              </a:ext>
            </a:extLst>
          </p:cNvPr>
          <p:cNvSpPr/>
          <p:nvPr/>
        </p:nvSpPr>
        <p:spPr>
          <a:xfrm>
            <a:off x="3276600" y="2114550"/>
            <a:ext cx="24384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ectangle 4">
            <a:hlinkClick r:id="rId6"/>
            <a:extLst>
              <a:ext uri="{FF2B5EF4-FFF2-40B4-BE49-F238E27FC236}">
                <a16:creationId xmlns:a16="http://schemas.microsoft.com/office/drawing/2014/main" id="{218B93B9-5E84-F144-B5CB-7142E73CC8BF}"/>
              </a:ext>
            </a:extLst>
          </p:cNvPr>
          <p:cNvSpPr/>
          <p:nvPr/>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ectangle 5">
            <a:hlinkClick r:id="rId7"/>
            <a:extLst>
              <a:ext uri="{FF2B5EF4-FFF2-40B4-BE49-F238E27FC236}">
                <a16:creationId xmlns:a16="http://schemas.microsoft.com/office/drawing/2014/main" id="{5AB17312-9520-7E42-A4CD-6B7EB6B7EF86}"/>
              </a:ext>
            </a:extLst>
          </p:cNvPr>
          <p:cNvSpPr/>
          <p:nvPr/>
        </p:nvSpPr>
        <p:spPr>
          <a:xfrm>
            <a:off x="3276600" y="3333751"/>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Rectangle 6">
            <a:hlinkClick r:id="rId7"/>
            <a:extLst>
              <a:ext uri="{FF2B5EF4-FFF2-40B4-BE49-F238E27FC236}">
                <a16:creationId xmlns:a16="http://schemas.microsoft.com/office/drawing/2014/main" id="{FB176131-B89E-304A-92DF-9CD3D468CD52}"/>
              </a:ext>
            </a:extLst>
          </p:cNvPr>
          <p:cNvSpPr/>
          <p:nvPr/>
        </p:nvSpPr>
        <p:spPr>
          <a:xfrm>
            <a:off x="661542" y="2114550"/>
            <a:ext cx="2514600" cy="1143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a:hlinkClick r:id="rId8"/>
            <a:extLst>
              <a:ext uri="{FF2B5EF4-FFF2-40B4-BE49-F238E27FC236}">
                <a16:creationId xmlns:a16="http://schemas.microsoft.com/office/drawing/2014/main" id="{D57913DA-4C41-E144-8C67-313CA8644FB7}"/>
              </a:ext>
            </a:extLst>
          </p:cNvPr>
          <p:cNvSpPr/>
          <p:nvPr/>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a:hlinkClick r:id="rId9"/>
            <a:extLst>
              <a:ext uri="{FF2B5EF4-FFF2-40B4-BE49-F238E27FC236}">
                <a16:creationId xmlns:a16="http://schemas.microsoft.com/office/drawing/2014/main" id="{84D23C97-34CA-EB47-8438-4CEEB5B8B203}"/>
              </a:ext>
            </a:extLst>
          </p:cNvPr>
          <p:cNvSpPr/>
          <p:nvPr/>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a:hlinkClick r:id="rId5"/>
            <a:extLst>
              <a:ext uri="{FF2B5EF4-FFF2-40B4-BE49-F238E27FC236}">
                <a16:creationId xmlns:a16="http://schemas.microsoft.com/office/drawing/2014/main" id="{E56E6BD5-8E0F-3E4D-AD7C-420C316889E3}"/>
              </a:ext>
            </a:extLst>
          </p:cNvPr>
          <p:cNvSpPr/>
          <p:nvPr/>
        </p:nvSpPr>
        <p:spPr>
          <a:xfrm>
            <a:off x="3200400" y="3333751"/>
            <a:ext cx="25146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214610621"/>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p:nvPr>
        </p:nvSpPr>
        <p:spPr>
          <a:xfrm>
            <a:off x="623888" y="1282700"/>
            <a:ext cx="8062912" cy="2139950"/>
          </a:xfrm>
          <a:prstGeom prst="rect">
            <a:avLst/>
          </a:prstGeom>
        </p:spPr>
        <p:txBody>
          <a:bodyPr anchor="b">
            <a:normAutofit/>
          </a:bodyPr>
          <a:lstStyle>
            <a:lvl1pPr>
              <a:defRPr sz="3600" b="1">
                <a:solidFill>
                  <a:srgbClr val="1B4D81"/>
                </a:solidFill>
                <a:latin typeface="Lato" panose="020F0502020204030203"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623888" y="3441700"/>
            <a:ext cx="1837944"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623888" y="3714750"/>
            <a:ext cx="1837944"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
        <p:nvSpPr>
          <p:cNvPr id="7" name="Text Placeholder 2">
            <a:extLst>
              <a:ext uri="{FF2B5EF4-FFF2-40B4-BE49-F238E27FC236}">
                <a16:creationId xmlns:a16="http://schemas.microsoft.com/office/drawing/2014/main" id="{3583D1A5-22CF-F34D-AF0D-75799674EC8E}"/>
              </a:ext>
            </a:extLst>
          </p:cNvPr>
          <p:cNvSpPr>
            <a:spLocks noGrp="1"/>
          </p:cNvSpPr>
          <p:nvPr>
            <p:ph type="body" idx="11" hasCustomPrompt="1"/>
          </p:nvPr>
        </p:nvSpPr>
        <p:spPr>
          <a:xfrm>
            <a:off x="2726192" y="3441700"/>
            <a:ext cx="1837944"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8" name="Text Placeholder 2">
            <a:extLst>
              <a:ext uri="{FF2B5EF4-FFF2-40B4-BE49-F238E27FC236}">
                <a16:creationId xmlns:a16="http://schemas.microsoft.com/office/drawing/2014/main" id="{9124A687-6C32-7540-A2D4-388F8BD968F2}"/>
              </a:ext>
            </a:extLst>
          </p:cNvPr>
          <p:cNvSpPr>
            <a:spLocks noGrp="1"/>
          </p:cNvSpPr>
          <p:nvPr>
            <p:ph type="body" idx="12" hasCustomPrompt="1"/>
          </p:nvPr>
        </p:nvSpPr>
        <p:spPr>
          <a:xfrm>
            <a:off x="2726192" y="3714750"/>
            <a:ext cx="1837944"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Tree>
    <p:extLst>
      <p:ext uri="{BB962C8B-B14F-4D97-AF65-F5344CB8AC3E}">
        <p14:creationId xmlns:p14="http://schemas.microsoft.com/office/powerpoint/2010/main" val="3345297561"/>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AA8A8-3946-DE4F-97CB-CBC48B9F7A60}"/>
              </a:ext>
            </a:extLst>
          </p:cNvPr>
          <p:cNvSpPr/>
          <p:nvPr/>
        </p:nvSpPr>
        <p:spPr>
          <a:xfrm>
            <a:off x="0" y="0"/>
            <a:ext cx="9160329"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FDE514-B9D5-4E6A-B99C-10D5D54F711D}"/>
              </a:ext>
            </a:extLst>
          </p:cNvPr>
          <p:cNvSpPr>
            <a:spLocks noGrp="1"/>
          </p:cNvSpPr>
          <p:nvPr>
            <p:ph type="title"/>
          </p:nvPr>
        </p:nvSpPr>
        <p:spPr>
          <a:xfrm>
            <a:off x="623888" y="3028950"/>
            <a:ext cx="8062912" cy="1231900"/>
          </a:xfrm>
          <a:prstGeom prst="rect">
            <a:avLst/>
          </a:prstGeom>
        </p:spPr>
        <p:txBody>
          <a:bodyPr anchor="b">
            <a:normAutofit/>
          </a:bodyPr>
          <a:lstStyle>
            <a:lvl1pPr>
              <a:defRPr sz="3600" b="1">
                <a:solidFill>
                  <a:schemeClr val="bg1"/>
                </a:solidFill>
                <a:latin typeface="Lato" panose="020F0502020204030203"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623888" y="4267777"/>
            <a:ext cx="1837944" cy="349250"/>
          </a:xfrm>
          <a:prstGeom prst="rect">
            <a:avLst/>
          </a:prstGeom>
        </p:spPr>
        <p:txBody>
          <a:bodyPr anchor="b">
            <a:normAutofit/>
          </a:bodyPr>
          <a:lstStyle>
            <a:lvl1pPr marL="0" indent="0">
              <a:spcBef>
                <a:spcPts val="100"/>
              </a:spcBef>
              <a:buNone/>
              <a:defRPr sz="1800">
                <a:solidFill>
                  <a:schemeClr val="bg2"/>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623888" y="4540827"/>
            <a:ext cx="1837944" cy="453190"/>
          </a:xfrm>
          <a:prstGeom prst="rect">
            <a:avLst/>
          </a:prstGeom>
        </p:spPr>
        <p:txBody>
          <a:bodyPr>
            <a:normAutofit/>
          </a:bodyPr>
          <a:lstStyle>
            <a:lvl1pPr marL="0" indent="0">
              <a:spcBef>
                <a:spcPts val="100"/>
              </a:spcBef>
              <a:buNone/>
              <a:defRPr sz="1200" b="0" i="0">
                <a:solidFill>
                  <a:schemeClr val="bg2"/>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
        <p:nvSpPr>
          <p:cNvPr id="11" name="Text Placeholder 2">
            <a:extLst>
              <a:ext uri="{FF2B5EF4-FFF2-40B4-BE49-F238E27FC236}">
                <a16:creationId xmlns:a16="http://schemas.microsoft.com/office/drawing/2014/main" id="{C6B669F9-06F9-674C-A466-9F41F054404A}"/>
              </a:ext>
            </a:extLst>
          </p:cNvPr>
          <p:cNvSpPr>
            <a:spLocks noGrp="1"/>
          </p:cNvSpPr>
          <p:nvPr>
            <p:ph type="body" idx="11" hasCustomPrompt="1"/>
          </p:nvPr>
        </p:nvSpPr>
        <p:spPr>
          <a:xfrm>
            <a:off x="2726191" y="4267777"/>
            <a:ext cx="1837944" cy="349250"/>
          </a:xfrm>
          <a:prstGeom prst="rect">
            <a:avLst/>
          </a:prstGeom>
        </p:spPr>
        <p:txBody>
          <a:bodyPr anchor="b">
            <a:normAutofit/>
          </a:bodyPr>
          <a:lstStyle>
            <a:lvl1pPr marL="0" indent="0">
              <a:spcBef>
                <a:spcPts val="100"/>
              </a:spcBef>
              <a:buNone/>
              <a:defRPr sz="1800">
                <a:solidFill>
                  <a:schemeClr val="bg2"/>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12" name="Text Placeholder 2">
            <a:extLst>
              <a:ext uri="{FF2B5EF4-FFF2-40B4-BE49-F238E27FC236}">
                <a16:creationId xmlns:a16="http://schemas.microsoft.com/office/drawing/2014/main" id="{F336E6D4-E374-ED4B-914F-92F896FA83BD}"/>
              </a:ext>
            </a:extLst>
          </p:cNvPr>
          <p:cNvSpPr>
            <a:spLocks noGrp="1"/>
          </p:cNvSpPr>
          <p:nvPr>
            <p:ph type="body" idx="12" hasCustomPrompt="1"/>
          </p:nvPr>
        </p:nvSpPr>
        <p:spPr>
          <a:xfrm>
            <a:off x="2726191" y="4540827"/>
            <a:ext cx="1837944" cy="453190"/>
          </a:xfrm>
          <a:prstGeom prst="rect">
            <a:avLst/>
          </a:prstGeom>
        </p:spPr>
        <p:txBody>
          <a:bodyPr>
            <a:normAutofit/>
          </a:bodyPr>
          <a:lstStyle>
            <a:lvl1pPr marL="0" indent="0">
              <a:spcBef>
                <a:spcPts val="100"/>
              </a:spcBef>
              <a:buNone/>
              <a:defRPr sz="1200" b="0" i="0">
                <a:solidFill>
                  <a:schemeClr val="bg2"/>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Tree>
    <p:extLst>
      <p:ext uri="{BB962C8B-B14F-4D97-AF65-F5344CB8AC3E}">
        <p14:creationId xmlns:p14="http://schemas.microsoft.com/office/powerpoint/2010/main" val="606805467"/>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Title Slide with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p:nvPr>
        </p:nvSpPr>
        <p:spPr>
          <a:xfrm>
            <a:off x="623888" y="1282700"/>
            <a:ext cx="8062912" cy="2139950"/>
          </a:xfrm>
          <a:prstGeom prst="rect">
            <a:avLst/>
          </a:prstGeom>
        </p:spPr>
        <p:txBody>
          <a:bodyPr anchor="b">
            <a:normAutofit/>
          </a:bodyPr>
          <a:lstStyle>
            <a:lvl1pPr>
              <a:defRPr sz="3600" b="1">
                <a:solidFill>
                  <a:srgbClr val="1B4D81"/>
                </a:solidFill>
                <a:latin typeface="Lato" panose="020F0502020204030203" pitchFamily="34" charset="0"/>
              </a:defRPr>
            </a:lvl1pPr>
          </a:lstStyle>
          <a:p>
            <a:r>
              <a:rPr lang="en-US"/>
              <a:t>Click to edit Master title style</a:t>
            </a:r>
            <a:endParaRPr lang="en-US" dirty="0"/>
          </a:p>
        </p:txBody>
      </p:sp>
      <p:sp>
        <p:nvSpPr>
          <p:cNvPr id="8" name="Text Placeholder 2">
            <a:extLst>
              <a:ext uri="{FF2B5EF4-FFF2-40B4-BE49-F238E27FC236}">
                <a16:creationId xmlns:a16="http://schemas.microsoft.com/office/drawing/2014/main" id="{04FF62A3-F460-4741-8342-309E52138A71}"/>
              </a:ext>
            </a:extLst>
          </p:cNvPr>
          <p:cNvSpPr>
            <a:spLocks noGrp="1"/>
          </p:cNvSpPr>
          <p:nvPr>
            <p:ph type="body" idx="1" hasCustomPrompt="1"/>
          </p:nvPr>
        </p:nvSpPr>
        <p:spPr>
          <a:xfrm>
            <a:off x="1928812" y="3436566"/>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9" name="Text Placeholder 2">
            <a:extLst>
              <a:ext uri="{FF2B5EF4-FFF2-40B4-BE49-F238E27FC236}">
                <a16:creationId xmlns:a16="http://schemas.microsoft.com/office/drawing/2014/main" id="{AF8AF9C0-51D9-4A91-8E30-9CA60298FBC0}"/>
              </a:ext>
            </a:extLst>
          </p:cNvPr>
          <p:cNvSpPr>
            <a:spLocks noGrp="1"/>
          </p:cNvSpPr>
          <p:nvPr>
            <p:ph type="body" idx="13" hasCustomPrompt="1"/>
          </p:nvPr>
        </p:nvSpPr>
        <p:spPr>
          <a:xfrm>
            <a:off x="1928812" y="3709616"/>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
        <p:nvSpPr>
          <p:cNvPr id="10" name="Text Placeholder 2">
            <a:extLst>
              <a:ext uri="{FF2B5EF4-FFF2-40B4-BE49-F238E27FC236}">
                <a16:creationId xmlns:a16="http://schemas.microsoft.com/office/drawing/2014/main" id="{C4298647-61D0-4FBB-8F52-37C8A845D3E8}"/>
              </a:ext>
            </a:extLst>
          </p:cNvPr>
          <p:cNvSpPr>
            <a:spLocks noGrp="1"/>
          </p:cNvSpPr>
          <p:nvPr>
            <p:ph type="body" idx="14" hasCustomPrompt="1"/>
          </p:nvPr>
        </p:nvSpPr>
        <p:spPr>
          <a:xfrm>
            <a:off x="5055878" y="3436566"/>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p:txBody>
      </p:sp>
      <p:sp>
        <p:nvSpPr>
          <p:cNvPr id="11" name="Text Placeholder 2">
            <a:extLst>
              <a:ext uri="{FF2B5EF4-FFF2-40B4-BE49-F238E27FC236}">
                <a16:creationId xmlns:a16="http://schemas.microsoft.com/office/drawing/2014/main" id="{F578A0BF-E876-40F4-A20B-1A438C7EEFAC}"/>
              </a:ext>
            </a:extLst>
          </p:cNvPr>
          <p:cNvSpPr>
            <a:spLocks noGrp="1"/>
          </p:cNvSpPr>
          <p:nvPr>
            <p:ph type="body" idx="15" hasCustomPrompt="1"/>
          </p:nvPr>
        </p:nvSpPr>
        <p:spPr>
          <a:xfrm>
            <a:off x="5055878" y="3709616"/>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Title, company</a:t>
            </a:r>
          </a:p>
        </p:txBody>
      </p:sp>
      <p:sp>
        <p:nvSpPr>
          <p:cNvPr id="4" name="Content Placeholder 3">
            <a:extLst>
              <a:ext uri="{FF2B5EF4-FFF2-40B4-BE49-F238E27FC236}">
                <a16:creationId xmlns:a16="http://schemas.microsoft.com/office/drawing/2014/main" id="{F649E506-AD96-463A-84F2-AAE1BB90340A}"/>
              </a:ext>
            </a:extLst>
          </p:cNvPr>
          <p:cNvSpPr>
            <a:spLocks noGrp="1"/>
          </p:cNvSpPr>
          <p:nvPr>
            <p:ph sz="quarter" idx="16"/>
          </p:nvPr>
        </p:nvSpPr>
        <p:spPr>
          <a:xfrm>
            <a:off x="723900" y="3432556"/>
            <a:ext cx="1115568" cy="1115568"/>
          </a:xfrm>
        </p:spPr>
        <p:txBody>
          <a:bodyPr/>
          <a:lstStyle/>
          <a:p>
            <a:pPr lvl="0"/>
            <a:r>
              <a:rPr lang="en-US"/>
              <a:t>Click to edit Master text styles</a:t>
            </a:r>
          </a:p>
        </p:txBody>
      </p:sp>
      <p:sp>
        <p:nvSpPr>
          <p:cNvPr id="12" name="Content Placeholder 3">
            <a:extLst>
              <a:ext uri="{FF2B5EF4-FFF2-40B4-BE49-F238E27FC236}">
                <a16:creationId xmlns:a16="http://schemas.microsoft.com/office/drawing/2014/main" id="{D8A7706D-1D21-49ED-888E-699D6B6BE78C}"/>
              </a:ext>
            </a:extLst>
          </p:cNvPr>
          <p:cNvSpPr>
            <a:spLocks noGrp="1"/>
          </p:cNvSpPr>
          <p:nvPr>
            <p:ph sz="quarter" idx="17"/>
          </p:nvPr>
        </p:nvSpPr>
        <p:spPr>
          <a:xfrm>
            <a:off x="3852971" y="3429000"/>
            <a:ext cx="1115568" cy="1115568"/>
          </a:xfrm>
        </p:spPr>
        <p:txBody>
          <a:bodyPr/>
          <a:lstStyle/>
          <a:p>
            <a:pPr lvl="0"/>
            <a:r>
              <a:rPr lang="en-US"/>
              <a:t>Click to edit Master text styles</a:t>
            </a:r>
          </a:p>
        </p:txBody>
      </p:sp>
    </p:spTree>
    <p:extLst>
      <p:ext uri="{BB962C8B-B14F-4D97-AF65-F5344CB8AC3E}">
        <p14:creationId xmlns:p14="http://schemas.microsoft.com/office/powerpoint/2010/main" val="3666112406"/>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0E37-2066-457D-A866-CD6115300D34}"/>
              </a:ext>
            </a:extLst>
          </p:cNvPr>
          <p:cNvSpPr>
            <a:spLocks noGrp="1"/>
          </p:cNvSpPr>
          <p:nvPr>
            <p:ph type="ctrTitle"/>
          </p:nvPr>
        </p:nvSpPr>
        <p:spPr>
          <a:xfrm>
            <a:off x="1143000" y="841375"/>
            <a:ext cx="7010400" cy="1790700"/>
          </a:xfrm>
          <a:prstGeom prst="rect">
            <a:avLst/>
          </a:prstGeom>
        </p:spPr>
        <p:txBody>
          <a:bodyPr anchor="b">
            <a:normAutofit/>
          </a:bodyPr>
          <a:lstStyle>
            <a:lvl1pPr algn="ctr">
              <a:defRPr sz="3600" b="1">
                <a:solidFill>
                  <a:srgbClr val="1B4D81"/>
                </a:solidFill>
                <a:latin typeface="Lato" panose="020F0502020204030203"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BC01D0-B230-4859-8CF6-4664E1E5F385}"/>
              </a:ext>
            </a:extLst>
          </p:cNvPr>
          <p:cNvSpPr>
            <a:spLocks noGrp="1"/>
          </p:cNvSpPr>
          <p:nvPr>
            <p:ph type="subTitle" idx="1"/>
          </p:nvPr>
        </p:nvSpPr>
        <p:spPr>
          <a:xfrm>
            <a:off x="1143000" y="2701925"/>
            <a:ext cx="7010400" cy="1241425"/>
          </a:xfrm>
          <a:prstGeom prst="rect">
            <a:avLst/>
          </a:prstGeom>
        </p:spPr>
        <p:txBody>
          <a:bodyPr>
            <a:normAutofit/>
          </a:bodyPr>
          <a:lstStyle>
            <a:lvl1pPr marL="0" indent="0" algn="ctr">
              <a:buNone/>
              <a:defRPr sz="1800">
                <a:solidFill>
                  <a:srgbClr val="393A39"/>
                </a:solidFill>
                <a:latin typeface="Lato" panose="020F050202020403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596864743"/>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F8A22-6A5B-4550-87C4-98CDB8846F3D}"/>
              </a:ext>
            </a:extLst>
          </p:cNvPr>
          <p:cNvSpPr>
            <a:spLocks noGrp="1"/>
          </p:cNvSpPr>
          <p:nvPr>
            <p:ph type="title"/>
          </p:nvPr>
        </p:nvSpPr>
        <p:spPr>
          <a:xfrm>
            <a:off x="628650" y="285750"/>
            <a:ext cx="8058150" cy="74295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67B1DA0-7E63-4CDE-961E-607D001A9B67}"/>
              </a:ext>
            </a:extLst>
          </p:cNvPr>
          <p:cNvSpPr>
            <a:spLocks noGrp="1"/>
          </p:cNvSpPr>
          <p:nvPr>
            <p:ph idx="1"/>
          </p:nvPr>
        </p:nvSpPr>
        <p:spPr>
          <a:xfrm>
            <a:off x="628650" y="1028700"/>
            <a:ext cx="8058150" cy="3752850"/>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04450807"/>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183CD7-383B-48A0-8B71-F06BC83DEDB6}"/>
              </a:ext>
            </a:extLst>
          </p:cNvPr>
          <p:cNvSpPr>
            <a:spLocks noGrp="1"/>
          </p:cNvSpPr>
          <p:nvPr>
            <p:ph sz="half" idx="1"/>
          </p:nvPr>
        </p:nvSpPr>
        <p:spPr>
          <a:xfrm>
            <a:off x="628650" y="1028700"/>
            <a:ext cx="3965576" cy="3752837"/>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03355965-8388-42DC-8FE0-FECC99CDC81E}"/>
              </a:ext>
            </a:extLst>
          </p:cNvPr>
          <p:cNvSpPr>
            <a:spLocks noGrp="1"/>
          </p:cNvSpPr>
          <p:nvPr>
            <p:ph sz="half" idx="2"/>
          </p:nvPr>
        </p:nvSpPr>
        <p:spPr>
          <a:xfrm>
            <a:off x="4721224" y="1028700"/>
            <a:ext cx="3965576" cy="3752837"/>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itle 1">
            <a:extLst>
              <a:ext uri="{FF2B5EF4-FFF2-40B4-BE49-F238E27FC236}">
                <a16:creationId xmlns:a16="http://schemas.microsoft.com/office/drawing/2014/main" id="{F0C35649-F5E1-436D-BCBC-468BEAF27C9D}"/>
              </a:ext>
            </a:extLst>
          </p:cNvPr>
          <p:cNvSpPr>
            <a:spLocks noGrp="1"/>
          </p:cNvSpPr>
          <p:nvPr>
            <p:ph type="title"/>
          </p:nvPr>
        </p:nvSpPr>
        <p:spPr>
          <a:xfrm>
            <a:off x="628650" y="285750"/>
            <a:ext cx="8058150" cy="74295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319361332"/>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p:cSld name="Two Content with Subtit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855CD0-D773-472C-923C-F2A3641F6698}"/>
              </a:ext>
            </a:extLst>
          </p:cNvPr>
          <p:cNvSpPr>
            <a:spLocks noGrp="1"/>
          </p:cNvSpPr>
          <p:nvPr>
            <p:ph type="body" idx="1"/>
          </p:nvPr>
        </p:nvSpPr>
        <p:spPr>
          <a:xfrm>
            <a:off x="630238" y="1028700"/>
            <a:ext cx="3970337" cy="628631"/>
          </a:xfrm>
          <a:prstGeom prst="rect">
            <a:avLst/>
          </a:prstGeom>
        </p:spPr>
        <p:txBody>
          <a:bodyPr anchor="t">
            <a:normAutofit/>
          </a:bodyPr>
          <a:lstStyle>
            <a:lvl1pPr marL="0" indent="0">
              <a:buNone/>
              <a:defRPr sz="1800" b="1">
                <a:solidFill>
                  <a:srgbClr val="393A39"/>
                </a:solidFill>
                <a:latin typeface="Lato" panose="020F050202020403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970D2E-452D-4D8D-8871-F92BDDC48512}"/>
              </a:ext>
            </a:extLst>
          </p:cNvPr>
          <p:cNvSpPr>
            <a:spLocks noGrp="1"/>
          </p:cNvSpPr>
          <p:nvPr>
            <p:ph sz="half" idx="2"/>
          </p:nvPr>
        </p:nvSpPr>
        <p:spPr>
          <a:xfrm>
            <a:off x="630238" y="1657331"/>
            <a:ext cx="3970337" cy="3124205"/>
          </a:xfrm>
          <a:prstGeom prst="rect">
            <a:avLst/>
          </a:prstGeom>
        </p:spPr>
        <p:txBody>
          <a:bodyPr>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21265C34-988A-4381-BE35-3CF7874797A1}"/>
              </a:ext>
            </a:extLst>
          </p:cNvPr>
          <p:cNvSpPr>
            <a:spLocks noGrp="1"/>
          </p:cNvSpPr>
          <p:nvPr>
            <p:ph type="body" sz="quarter" idx="3"/>
          </p:nvPr>
        </p:nvSpPr>
        <p:spPr>
          <a:xfrm>
            <a:off x="4714874" y="1028701"/>
            <a:ext cx="3971926" cy="628650"/>
          </a:xfrm>
          <a:prstGeom prst="rect">
            <a:avLst/>
          </a:prstGeom>
        </p:spPr>
        <p:txBody>
          <a:bodyPr anchor="t">
            <a:normAutofit/>
          </a:bodyPr>
          <a:lstStyle>
            <a:lvl1pPr marL="0" indent="0">
              <a:buNone/>
              <a:defRPr sz="1800" b="1">
                <a:solidFill>
                  <a:srgbClr val="393A39"/>
                </a:solidFill>
                <a:latin typeface="Lato" panose="020F050202020403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BAD278-0467-4156-945B-8A0C6FB1AAEA}"/>
              </a:ext>
            </a:extLst>
          </p:cNvPr>
          <p:cNvSpPr>
            <a:spLocks noGrp="1"/>
          </p:cNvSpPr>
          <p:nvPr>
            <p:ph sz="quarter" idx="4"/>
          </p:nvPr>
        </p:nvSpPr>
        <p:spPr>
          <a:xfrm>
            <a:off x="4714874" y="1657348"/>
            <a:ext cx="3971926" cy="3124187"/>
          </a:xfrm>
          <a:prstGeom prst="rect">
            <a:avLst/>
          </a:prstGeom>
        </p:spPr>
        <p:txBody>
          <a:bodyPr>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7" name="Title 1">
            <a:extLst>
              <a:ext uri="{FF2B5EF4-FFF2-40B4-BE49-F238E27FC236}">
                <a16:creationId xmlns:a16="http://schemas.microsoft.com/office/drawing/2014/main" id="{9B9489FC-5B9D-4C9C-A962-ECD59DECD47F}"/>
              </a:ext>
            </a:extLst>
          </p:cNvPr>
          <p:cNvSpPr>
            <a:spLocks noGrp="1"/>
          </p:cNvSpPr>
          <p:nvPr>
            <p:ph type="title"/>
          </p:nvPr>
        </p:nvSpPr>
        <p:spPr>
          <a:xfrm>
            <a:off x="628650" y="285750"/>
            <a:ext cx="8058150" cy="74295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404371854"/>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p:cSld name="Title and Picture with Caption">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C4E7365-D38C-47DC-98CE-EFDE9B5AA7FB}"/>
              </a:ext>
            </a:extLst>
          </p:cNvPr>
          <p:cNvSpPr>
            <a:spLocks noGrp="1"/>
          </p:cNvSpPr>
          <p:nvPr>
            <p:ph idx="1"/>
          </p:nvPr>
        </p:nvSpPr>
        <p:spPr>
          <a:xfrm>
            <a:off x="628650" y="1028700"/>
            <a:ext cx="8058150" cy="3752850"/>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itle 1">
            <a:extLst>
              <a:ext uri="{FF2B5EF4-FFF2-40B4-BE49-F238E27FC236}">
                <a16:creationId xmlns:a16="http://schemas.microsoft.com/office/drawing/2014/main" id="{AE057F52-E5D6-4C4F-8C1F-48ED323FF9B6}"/>
              </a:ext>
            </a:extLst>
          </p:cNvPr>
          <p:cNvSpPr>
            <a:spLocks noGrp="1"/>
          </p:cNvSpPr>
          <p:nvPr>
            <p:ph type="title"/>
          </p:nvPr>
        </p:nvSpPr>
        <p:spPr>
          <a:xfrm>
            <a:off x="628650" y="285750"/>
            <a:ext cx="8058150" cy="742950"/>
          </a:xfrm>
          <a:prstGeom prst="rect">
            <a:avLst/>
          </a:prstGeom>
        </p:spPr>
        <p:txBody>
          <a:bodyPr>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CE51587-1A95-4AA5-AD68-679421FFF792}"/>
              </a:ext>
            </a:extLst>
          </p:cNvPr>
          <p:cNvSpPr>
            <a:spLocks noGrp="1"/>
          </p:cNvSpPr>
          <p:nvPr>
            <p:ph type="body" sz="quarter" idx="10"/>
          </p:nvPr>
        </p:nvSpPr>
        <p:spPr>
          <a:xfrm>
            <a:off x="5659622" y="4476750"/>
            <a:ext cx="3027178" cy="304800"/>
          </a:xfrm>
        </p:spPr>
        <p:txBody>
          <a:bodyPr>
            <a:normAutofit/>
          </a:bodyPr>
          <a:lstStyle>
            <a:lvl1pPr marL="0" indent="0">
              <a:buNone/>
              <a:defRPr sz="800" b="1" i="1">
                <a:solidFill>
                  <a:schemeClr val="accent2"/>
                </a:solidFill>
                <a:latin typeface="Lato" panose="020F0502020204030203" pitchFamily="34" charset="77"/>
              </a:defRPr>
            </a:lvl1pPr>
            <a:lvl2pPr marL="457200" indent="0">
              <a:buNone/>
              <a:defRPr/>
            </a:lvl2pPr>
            <a:lvl3pPr marL="914400" indent="0">
              <a:buNone/>
              <a:defRPr/>
            </a:lvl3pPr>
          </a:lstStyle>
          <a:p>
            <a:pPr lvl="0"/>
            <a:r>
              <a:rPr lang="en-US"/>
              <a:t>Click to edit Master text styles</a:t>
            </a:r>
          </a:p>
        </p:txBody>
      </p:sp>
    </p:spTree>
    <p:extLst>
      <p:ext uri="{BB962C8B-B14F-4D97-AF65-F5344CB8AC3E}">
        <p14:creationId xmlns:p14="http://schemas.microsoft.com/office/powerpoint/2010/main" val="1639795398"/>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6249620"/>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OPTIONAL Content with Picture with Fil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3887788" y="0"/>
            <a:ext cx="5256212" cy="5143500"/>
          </a:xfrm>
          <a:prstGeom prst="rect">
            <a:avLst/>
          </a:prstGeom>
          <a:solidFill>
            <a:srgbClr val="D3E2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630238" y="742950"/>
            <a:ext cx="2949575" cy="80010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4114800" y="209550"/>
            <a:ext cx="4800600" cy="4724400"/>
          </a:xfrm>
          <a:noFill/>
        </p:spPr>
        <p:txBody>
          <a:bodyPr/>
          <a:lstStyle>
            <a:lvl3pPr>
              <a:defRPr/>
            </a:lvl3pPr>
          </a:lstStyle>
          <a:p>
            <a:pPr lvl="0"/>
            <a:r>
              <a:rPr lang="en-US" dirty="0"/>
              <a:t>Click to add transparent background image</a:t>
            </a:r>
          </a:p>
          <a:p>
            <a:pPr lvl="1"/>
            <a:r>
              <a:rPr lang="en-US" dirty="0"/>
              <a:t>Second level</a:t>
            </a:r>
          </a:p>
          <a:p>
            <a:pPr lvl="2"/>
            <a:r>
              <a:rPr lang="en-US" dirty="0"/>
              <a:t>Third level</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630238" y="1543050"/>
            <a:ext cx="2949575" cy="3162300"/>
          </a:xfrm>
          <a:prstGeom prst="rect">
            <a:avLst/>
          </a:prstGeom>
        </p:spPr>
        <p:txBody>
          <a:bodyPr>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07427059"/>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p:cSld name="OPTIONAL Content with Pictur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630238" y="742950"/>
            <a:ext cx="2949575" cy="80010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4114800" y="209550"/>
            <a:ext cx="4800600" cy="4724400"/>
          </a:xfrm>
          <a:noFill/>
        </p:spPr>
        <p:txBody>
          <a:bodyPr/>
          <a:lstStyle>
            <a:lvl3pPr>
              <a:defRPr/>
            </a:lvl3pPr>
          </a:lstStyle>
          <a:p>
            <a:pPr lvl="0"/>
            <a:r>
              <a:rPr lang="en-US" dirty="0"/>
              <a:t>Click to add transparent background image</a:t>
            </a:r>
          </a:p>
          <a:p>
            <a:pPr lvl="1"/>
            <a:r>
              <a:rPr lang="en-US" dirty="0"/>
              <a:t>Second level</a:t>
            </a:r>
          </a:p>
          <a:p>
            <a:pPr lvl="2"/>
            <a:r>
              <a:rPr lang="en-US" dirty="0"/>
              <a:t>Third level</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630238" y="1543050"/>
            <a:ext cx="2949575" cy="3162300"/>
          </a:xfrm>
          <a:prstGeom prst="rect">
            <a:avLst/>
          </a:prstGeom>
        </p:spPr>
        <p:txBody>
          <a:bodyPr>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96200378"/>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p:cSld name="1_OPTIONAL Content with Picture with Fil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6172200" y="0"/>
            <a:ext cx="2971800" cy="5143500"/>
          </a:xfrm>
          <a:prstGeom prst="rect">
            <a:avLst/>
          </a:prstGeom>
          <a:solidFill>
            <a:srgbClr val="D3E2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630238" y="742950"/>
            <a:ext cx="5313362" cy="80010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6400800" y="209550"/>
            <a:ext cx="2514600" cy="4724400"/>
          </a:xfrm>
          <a:noFill/>
        </p:spPr>
        <p:txBody>
          <a:bodyPr/>
          <a:lstStyle>
            <a:lvl3pPr>
              <a:defRPr/>
            </a:lvl3pPr>
          </a:lstStyle>
          <a:p>
            <a:pPr lvl="0"/>
            <a:r>
              <a:rPr lang="en-US" dirty="0"/>
              <a:t>Click to add transparent background image</a:t>
            </a:r>
          </a:p>
          <a:p>
            <a:pPr lvl="1"/>
            <a:r>
              <a:rPr lang="en-US" dirty="0"/>
              <a:t>Second level</a:t>
            </a:r>
          </a:p>
          <a:p>
            <a:pPr lvl="2"/>
            <a:r>
              <a:rPr lang="en-US" dirty="0"/>
              <a:t>Third level</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630238" y="1543050"/>
            <a:ext cx="5313362" cy="3162300"/>
          </a:xfrm>
          <a:prstGeom prst="rect">
            <a:avLst/>
          </a:prstGeom>
        </p:spPr>
        <p:txBody>
          <a:bodyPr numCol="1">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31521432"/>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p:cSld name="CTA: Contact U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438236-E9A1-5845-B207-CB91FAB12DBD}"/>
              </a:ext>
            </a:extLst>
          </p:cNvPr>
          <p:cNvPicPr>
            <a:picLocks noChangeAspect="1"/>
          </p:cNvPicPr>
          <p:nvPr/>
        </p:nvPicPr>
        <p:blipFill>
          <a:blip r:embed="rId2"/>
          <a:srcRect/>
          <a:stretch/>
        </p:blipFill>
        <p:spPr>
          <a:xfrm>
            <a:off x="0" y="0"/>
            <a:ext cx="9144000" cy="5143500"/>
          </a:xfrm>
          <a:prstGeom prst="rect">
            <a:avLst/>
          </a:prstGeom>
        </p:spPr>
      </p:pic>
      <p:sp>
        <p:nvSpPr>
          <p:cNvPr id="7" name="Content Placeholder 2">
            <a:extLst>
              <a:ext uri="{FF2B5EF4-FFF2-40B4-BE49-F238E27FC236}">
                <a16:creationId xmlns:a16="http://schemas.microsoft.com/office/drawing/2014/main" id="{FC4E7365-D38C-47DC-98CE-EFDE9B5AA7FB}"/>
              </a:ext>
            </a:extLst>
          </p:cNvPr>
          <p:cNvSpPr>
            <a:spLocks noGrp="1"/>
          </p:cNvSpPr>
          <p:nvPr>
            <p:ph idx="1" hasCustomPrompt="1"/>
          </p:nvPr>
        </p:nvSpPr>
        <p:spPr>
          <a:xfrm>
            <a:off x="304800" y="4469785"/>
            <a:ext cx="2133600" cy="923925"/>
          </a:xfrm>
          <a:prstGeom prst="rect">
            <a:avLst/>
          </a:prstGeom>
        </p:spPr>
        <p:txBody>
          <a:bodyPr>
            <a:normAutofit/>
          </a:bodyPr>
          <a:lstStyle>
            <a:lvl1pPr marL="0" indent="0">
              <a:spcBef>
                <a:spcPts val="100"/>
              </a:spcBef>
              <a:buNone/>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600" indent="0">
              <a:buNone/>
              <a:defRPr sz="1200">
                <a:latin typeface="Lato" panose="020F0502020204030203" pitchFamily="34" charset="0"/>
              </a:defRPr>
            </a:lvl4pPr>
            <a:lvl5pPr marL="1828800" indent="0">
              <a:buNone/>
              <a:defRPr sz="1200">
                <a:latin typeface="Lato" panose="020F0502020204030203" pitchFamily="34" charset="0"/>
              </a:defRPr>
            </a:lvl5pPr>
          </a:lstStyle>
          <a:p>
            <a:pPr lvl="0"/>
            <a:r>
              <a:rPr lang="en-US" dirty="0"/>
              <a:t>Add your country “</a:t>
            </a:r>
            <a:r>
              <a:rPr lang="en-US" dirty="0" err="1"/>
              <a:t>comsol.com</a:t>
            </a:r>
            <a:r>
              <a:rPr lang="en-US" dirty="0"/>
              <a:t>/contact” link here</a:t>
            </a:r>
          </a:p>
        </p:txBody>
      </p:sp>
      <p:sp>
        <p:nvSpPr>
          <p:cNvPr id="5" name="TextBox 4">
            <a:extLst>
              <a:ext uri="{FF2B5EF4-FFF2-40B4-BE49-F238E27FC236}">
                <a16:creationId xmlns:a16="http://schemas.microsoft.com/office/drawing/2014/main" id="{CC2B2EF8-F126-9449-AF26-554461030ADD}"/>
              </a:ext>
            </a:extLst>
          </p:cNvPr>
          <p:cNvSpPr txBox="1"/>
          <p:nvPr/>
        </p:nvSpPr>
        <p:spPr>
          <a:xfrm>
            <a:off x="304800" y="4019550"/>
            <a:ext cx="2514600" cy="461665"/>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a:t>
            </a:r>
          </a:p>
        </p:txBody>
      </p:sp>
    </p:spTree>
    <p:extLst>
      <p:ext uri="{BB962C8B-B14F-4D97-AF65-F5344CB8AC3E}">
        <p14:creationId xmlns:p14="http://schemas.microsoft.com/office/powerpoint/2010/main" val="98189830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p:cSld name="CTA: Live Dem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45252-8BBC-184E-9C41-612C8DD63D73}"/>
              </a:ext>
            </a:extLst>
          </p:cNvPr>
          <p:cNvPicPr>
            <a:picLocks noChangeAspect="1"/>
          </p:cNvPicPr>
          <p:nvPr/>
        </p:nvPicPr>
        <p:blipFill>
          <a:blip r:embed="rId2"/>
          <a:src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4267200" y="1428750"/>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 for a Live Demonstration</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4267200" y="2156996"/>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r>
              <a:rPr lang="en-US" sz="1600" b="0" i="0" dirty="0">
                <a:solidFill>
                  <a:schemeClr val="tx1"/>
                </a:solidFill>
                <a:latin typeface="Lato" panose="020F0502020204030203" pitchFamily="34" charset="77"/>
              </a:rPr>
              <a:t>/request-a-demo</a:t>
            </a:r>
          </a:p>
        </p:txBody>
      </p:sp>
    </p:spTree>
    <p:extLst>
      <p:ext uri="{BB962C8B-B14F-4D97-AF65-F5344CB8AC3E}">
        <p14:creationId xmlns:p14="http://schemas.microsoft.com/office/powerpoint/2010/main" val="2457208999"/>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p:cSld name="CTA: Resources to Star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5BA83A-FD71-394F-B4AF-D0F719851DD4}"/>
              </a:ext>
            </a:extLst>
          </p:cNvPr>
          <p:cNvPicPr>
            <a:picLocks noChangeAspect="1"/>
          </p:cNvPicPr>
          <p:nvPr/>
        </p:nvPicPr>
        <p:blipFill rotWithShape="1">
          <a:blip r:embed="rId2"/>
          <a:srcRect l="4202" b="7749"/>
          <a:stretch/>
        </p:blipFill>
        <p:spPr>
          <a:xfrm>
            <a:off x="457200" y="1"/>
            <a:ext cx="8686800" cy="470535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to Get Started</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 name="Rectangle 1">
            <a:hlinkClick r:id="rId4"/>
            <a:extLst>
              <a:ext uri="{FF2B5EF4-FFF2-40B4-BE49-F238E27FC236}">
                <a16:creationId xmlns:a16="http://schemas.microsoft.com/office/drawing/2014/main" id="{B166C7F8-C424-7449-A19A-6EFB37F971D8}"/>
              </a:ext>
            </a:extLst>
          </p:cNvPr>
          <p:cNvSpPr/>
          <p:nvPr/>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Rectangle 2">
            <a:hlinkClick r:id="rId5"/>
            <a:extLst>
              <a:ext uri="{FF2B5EF4-FFF2-40B4-BE49-F238E27FC236}">
                <a16:creationId xmlns:a16="http://schemas.microsoft.com/office/drawing/2014/main" id="{7542C372-51F9-7B49-95F3-2BB4DD107F2C}"/>
              </a:ext>
            </a:extLst>
          </p:cNvPr>
          <p:cNvSpPr/>
          <p:nvPr/>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hlinkClick r:id="rId6"/>
            <a:extLst>
              <a:ext uri="{FF2B5EF4-FFF2-40B4-BE49-F238E27FC236}">
                <a16:creationId xmlns:a16="http://schemas.microsoft.com/office/drawing/2014/main" id="{218B93B9-5E84-F144-B5CB-7142E73CC8BF}"/>
              </a:ext>
            </a:extLst>
          </p:cNvPr>
          <p:cNvSpPr/>
          <p:nvPr/>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hlinkClick r:id="rId7"/>
            <a:extLst>
              <a:ext uri="{FF2B5EF4-FFF2-40B4-BE49-F238E27FC236}">
                <a16:creationId xmlns:a16="http://schemas.microsoft.com/office/drawing/2014/main" id="{5AB17312-9520-7E42-A4CD-6B7EB6B7EF86}"/>
              </a:ext>
            </a:extLst>
          </p:cNvPr>
          <p:cNvSpPr/>
          <p:nvPr/>
        </p:nvSpPr>
        <p:spPr>
          <a:xfrm>
            <a:off x="3276600" y="3333750"/>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62993859"/>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p:cSld name="CTA: Resources to Inspi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5BA83A-FD71-394F-B4AF-D0F719851DD4}"/>
              </a:ext>
            </a:extLst>
          </p:cNvPr>
          <p:cNvPicPr>
            <a:picLocks noChangeAspect="1"/>
          </p:cNvPicPr>
          <p:nvPr/>
        </p:nvPicPr>
        <p:blipFill rotWithShape="1">
          <a:blip r:embed="rId2"/>
          <a:srcRect l="4775" b="5992"/>
          <a:stretch/>
        </p:blipFill>
        <p:spPr>
          <a:xfrm>
            <a:off x="533399" y="0"/>
            <a:ext cx="8610601" cy="478155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for Inspiration</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 name="Rectangle 1">
            <a:hlinkClick r:id="rId4"/>
            <a:extLst>
              <a:ext uri="{FF2B5EF4-FFF2-40B4-BE49-F238E27FC236}">
                <a16:creationId xmlns:a16="http://schemas.microsoft.com/office/drawing/2014/main" id="{B166C7F8-C424-7449-A19A-6EFB37F971D8}"/>
              </a:ext>
            </a:extLst>
          </p:cNvPr>
          <p:cNvSpPr/>
          <p:nvPr/>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 name="Rectangle 2">
            <a:hlinkClick r:id="rId5"/>
            <a:extLst>
              <a:ext uri="{FF2B5EF4-FFF2-40B4-BE49-F238E27FC236}">
                <a16:creationId xmlns:a16="http://schemas.microsoft.com/office/drawing/2014/main" id="{7542C372-51F9-7B49-95F3-2BB4DD107F2C}"/>
              </a:ext>
            </a:extLst>
          </p:cNvPr>
          <p:cNvSpPr/>
          <p:nvPr/>
        </p:nvSpPr>
        <p:spPr>
          <a:xfrm>
            <a:off x="3276600" y="2114550"/>
            <a:ext cx="24384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hlinkClick r:id="rId6"/>
            <a:extLst>
              <a:ext uri="{FF2B5EF4-FFF2-40B4-BE49-F238E27FC236}">
                <a16:creationId xmlns:a16="http://schemas.microsoft.com/office/drawing/2014/main" id="{218B93B9-5E84-F144-B5CB-7142E73CC8BF}"/>
              </a:ext>
            </a:extLst>
          </p:cNvPr>
          <p:cNvSpPr/>
          <p:nvPr/>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hlinkClick r:id="rId7"/>
            <a:extLst>
              <a:ext uri="{FF2B5EF4-FFF2-40B4-BE49-F238E27FC236}">
                <a16:creationId xmlns:a16="http://schemas.microsoft.com/office/drawing/2014/main" id="{5AB17312-9520-7E42-A4CD-6B7EB6B7EF86}"/>
              </a:ext>
            </a:extLst>
          </p:cNvPr>
          <p:cNvSpPr/>
          <p:nvPr/>
        </p:nvSpPr>
        <p:spPr>
          <a:xfrm>
            <a:off x="3276600" y="3333750"/>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hlinkClick r:id="rId7"/>
            <a:extLst>
              <a:ext uri="{FF2B5EF4-FFF2-40B4-BE49-F238E27FC236}">
                <a16:creationId xmlns:a16="http://schemas.microsoft.com/office/drawing/2014/main" id="{FB176131-B89E-304A-92DF-9CD3D468CD52}"/>
              </a:ext>
            </a:extLst>
          </p:cNvPr>
          <p:cNvSpPr/>
          <p:nvPr/>
        </p:nvSpPr>
        <p:spPr>
          <a:xfrm>
            <a:off x="661542" y="2114550"/>
            <a:ext cx="2514600" cy="1143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hlinkClick r:id="rId8"/>
            <a:extLst>
              <a:ext uri="{FF2B5EF4-FFF2-40B4-BE49-F238E27FC236}">
                <a16:creationId xmlns:a16="http://schemas.microsoft.com/office/drawing/2014/main" id="{D57913DA-4C41-E144-8C67-313CA8644FB7}"/>
              </a:ext>
            </a:extLst>
          </p:cNvPr>
          <p:cNvSpPr/>
          <p:nvPr/>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hlinkClick r:id="rId9"/>
            <a:extLst>
              <a:ext uri="{FF2B5EF4-FFF2-40B4-BE49-F238E27FC236}">
                <a16:creationId xmlns:a16="http://schemas.microsoft.com/office/drawing/2014/main" id="{84D23C97-34CA-EB47-8438-4CEEB5B8B203}"/>
              </a:ext>
            </a:extLst>
          </p:cNvPr>
          <p:cNvSpPr/>
          <p:nvPr/>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hlinkClick r:id="rId5"/>
            <a:extLst>
              <a:ext uri="{FF2B5EF4-FFF2-40B4-BE49-F238E27FC236}">
                <a16:creationId xmlns:a16="http://schemas.microsoft.com/office/drawing/2014/main" id="{E56E6BD5-8E0F-3E4D-AD7C-420C316889E3}"/>
              </a:ext>
            </a:extLst>
          </p:cNvPr>
          <p:cNvSpPr/>
          <p:nvPr/>
        </p:nvSpPr>
        <p:spPr>
          <a:xfrm>
            <a:off x="3200400" y="3333750"/>
            <a:ext cx="25146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6456743"/>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p:nvPr>
        </p:nvSpPr>
        <p:spPr>
          <a:xfrm>
            <a:off x="623889" y="1282702"/>
            <a:ext cx="8062912" cy="2139950"/>
          </a:xfrm>
          <a:prstGeom prst="rect">
            <a:avLst/>
          </a:prstGeom>
        </p:spPr>
        <p:txBody>
          <a:bodyPr anchor="b">
            <a:normAutofit/>
          </a:bodyPr>
          <a:lstStyle>
            <a:lvl1pPr>
              <a:defRPr sz="2700" b="1">
                <a:solidFill>
                  <a:srgbClr val="1B4D81"/>
                </a:solidFill>
                <a:latin typeface="Lato" panose="020F0502020204030203"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623888" y="3441701"/>
            <a:ext cx="1837944" cy="349250"/>
          </a:xfrm>
          <a:prstGeom prst="rect">
            <a:avLst/>
          </a:prstGeom>
        </p:spPr>
        <p:txBody>
          <a:bodyPr anchor="b">
            <a:normAutofit/>
          </a:bodyPr>
          <a:lstStyle>
            <a:lvl1pPr marL="0" indent="0">
              <a:spcBef>
                <a:spcPts val="75"/>
              </a:spcBef>
              <a:buNone/>
              <a:defRPr sz="1350">
                <a:solidFill>
                  <a:srgbClr val="393A39"/>
                </a:solidFill>
                <a:latin typeface="Lato" panose="020F0502020204030203"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623888" y="3714751"/>
            <a:ext cx="1837944" cy="453190"/>
          </a:xfrm>
          <a:prstGeom prst="rect">
            <a:avLst/>
          </a:prstGeom>
        </p:spPr>
        <p:txBody>
          <a:bodyPr>
            <a:normAutofit/>
          </a:bodyPr>
          <a:lstStyle>
            <a:lvl1pPr marL="0" indent="0">
              <a:spcBef>
                <a:spcPts val="75"/>
              </a:spcBef>
              <a:buNone/>
              <a:defRPr sz="900" b="0" i="0">
                <a:solidFill>
                  <a:srgbClr val="393A39"/>
                </a:solidFill>
                <a:latin typeface="Lato Light" panose="020F0302020204030203" pitchFamily="34" charset="77"/>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Title, company</a:t>
            </a:r>
          </a:p>
        </p:txBody>
      </p:sp>
      <p:sp>
        <p:nvSpPr>
          <p:cNvPr id="5" name="Text Placeholder 2">
            <a:extLst>
              <a:ext uri="{FF2B5EF4-FFF2-40B4-BE49-F238E27FC236}">
                <a16:creationId xmlns:a16="http://schemas.microsoft.com/office/drawing/2014/main" id="{286E2C5B-58AD-4D69-8653-58174ACC8AD7}"/>
              </a:ext>
            </a:extLst>
          </p:cNvPr>
          <p:cNvSpPr>
            <a:spLocks noGrp="1"/>
          </p:cNvSpPr>
          <p:nvPr>
            <p:ph type="body" idx="11" hasCustomPrompt="1"/>
          </p:nvPr>
        </p:nvSpPr>
        <p:spPr>
          <a:xfrm>
            <a:off x="2729294" y="3452731"/>
            <a:ext cx="1837944" cy="349250"/>
          </a:xfrm>
          <a:prstGeom prst="rect">
            <a:avLst/>
          </a:prstGeom>
        </p:spPr>
        <p:txBody>
          <a:bodyPr anchor="b">
            <a:normAutofit/>
          </a:bodyPr>
          <a:lstStyle>
            <a:lvl1pPr marL="0" indent="0">
              <a:spcBef>
                <a:spcPts val="75"/>
              </a:spcBef>
              <a:buNone/>
              <a:defRPr sz="1350">
                <a:solidFill>
                  <a:srgbClr val="393A39"/>
                </a:solidFill>
                <a:latin typeface="Lato" panose="020F0502020204030203"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Name</a:t>
            </a:r>
          </a:p>
        </p:txBody>
      </p:sp>
      <p:sp>
        <p:nvSpPr>
          <p:cNvPr id="6" name="Text Placeholder 2">
            <a:extLst>
              <a:ext uri="{FF2B5EF4-FFF2-40B4-BE49-F238E27FC236}">
                <a16:creationId xmlns:a16="http://schemas.microsoft.com/office/drawing/2014/main" id="{8599CD08-F90D-4D15-9B4E-79BB92E4CDF2}"/>
              </a:ext>
            </a:extLst>
          </p:cNvPr>
          <p:cNvSpPr>
            <a:spLocks noGrp="1"/>
          </p:cNvSpPr>
          <p:nvPr>
            <p:ph type="body" idx="12" hasCustomPrompt="1"/>
          </p:nvPr>
        </p:nvSpPr>
        <p:spPr>
          <a:xfrm>
            <a:off x="2729294" y="3725781"/>
            <a:ext cx="1837944" cy="453190"/>
          </a:xfrm>
          <a:prstGeom prst="rect">
            <a:avLst/>
          </a:prstGeom>
        </p:spPr>
        <p:txBody>
          <a:bodyPr>
            <a:normAutofit/>
          </a:bodyPr>
          <a:lstStyle>
            <a:lvl1pPr marL="0" indent="0">
              <a:spcBef>
                <a:spcPts val="75"/>
              </a:spcBef>
              <a:buNone/>
              <a:defRPr sz="900" b="0" i="0">
                <a:solidFill>
                  <a:srgbClr val="393A39"/>
                </a:solidFill>
                <a:latin typeface="Lato Light" panose="020F0302020204030203" pitchFamily="34" charset="77"/>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Title, company</a:t>
            </a:r>
          </a:p>
        </p:txBody>
      </p:sp>
    </p:spTree>
    <p:extLst>
      <p:ext uri="{BB962C8B-B14F-4D97-AF65-F5344CB8AC3E}">
        <p14:creationId xmlns:p14="http://schemas.microsoft.com/office/powerpoint/2010/main" val="1319940753"/>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p:cSld name="Title Slide with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p:nvPr>
        </p:nvSpPr>
        <p:spPr>
          <a:xfrm>
            <a:off x="623889" y="1282702"/>
            <a:ext cx="8062912" cy="2139950"/>
          </a:xfrm>
          <a:prstGeom prst="rect">
            <a:avLst/>
          </a:prstGeom>
        </p:spPr>
        <p:txBody>
          <a:bodyPr anchor="b">
            <a:normAutofit/>
          </a:bodyPr>
          <a:lstStyle>
            <a:lvl1pPr>
              <a:defRPr sz="2700" b="1">
                <a:solidFill>
                  <a:srgbClr val="1B4D81"/>
                </a:solidFill>
                <a:latin typeface="Lato" panose="020F0502020204030203" pitchFamily="34" charset="0"/>
              </a:defRPr>
            </a:lvl1pPr>
          </a:lstStyle>
          <a:p>
            <a:r>
              <a:rPr lang="en-US"/>
              <a:t>Click to edit Master title style</a:t>
            </a:r>
            <a:endParaRPr lang="en-US" dirty="0"/>
          </a:p>
        </p:txBody>
      </p:sp>
      <p:sp>
        <p:nvSpPr>
          <p:cNvPr id="8" name="Text Placeholder 2">
            <a:extLst>
              <a:ext uri="{FF2B5EF4-FFF2-40B4-BE49-F238E27FC236}">
                <a16:creationId xmlns:a16="http://schemas.microsoft.com/office/drawing/2014/main" id="{04FF62A3-F460-4741-8342-309E52138A71}"/>
              </a:ext>
            </a:extLst>
          </p:cNvPr>
          <p:cNvSpPr>
            <a:spLocks noGrp="1"/>
          </p:cNvSpPr>
          <p:nvPr>
            <p:ph type="body" idx="1" hasCustomPrompt="1"/>
          </p:nvPr>
        </p:nvSpPr>
        <p:spPr>
          <a:xfrm>
            <a:off x="1928814" y="3436567"/>
            <a:ext cx="1836821" cy="349250"/>
          </a:xfrm>
          <a:prstGeom prst="rect">
            <a:avLst/>
          </a:prstGeom>
        </p:spPr>
        <p:txBody>
          <a:bodyPr anchor="b">
            <a:normAutofit/>
          </a:bodyPr>
          <a:lstStyle>
            <a:lvl1pPr marL="0" indent="0">
              <a:spcBef>
                <a:spcPts val="75"/>
              </a:spcBef>
              <a:buNone/>
              <a:defRPr sz="1350">
                <a:solidFill>
                  <a:srgbClr val="393A39"/>
                </a:solidFill>
                <a:latin typeface="Lato" panose="020F0502020204030203"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Name</a:t>
            </a:r>
          </a:p>
        </p:txBody>
      </p:sp>
      <p:sp>
        <p:nvSpPr>
          <p:cNvPr id="9" name="Text Placeholder 2">
            <a:extLst>
              <a:ext uri="{FF2B5EF4-FFF2-40B4-BE49-F238E27FC236}">
                <a16:creationId xmlns:a16="http://schemas.microsoft.com/office/drawing/2014/main" id="{AF8AF9C0-51D9-4A91-8E30-9CA60298FBC0}"/>
              </a:ext>
            </a:extLst>
          </p:cNvPr>
          <p:cNvSpPr>
            <a:spLocks noGrp="1"/>
          </p:cNvSpPr>
          <p:nvPr>
            <p:ph type="body" idx="13" hasCustomPrompt="1"/>
          </p:nvPr>
        </p:nvSpPr>
        <p:spPr>
          <a:xfrm>
            <a:off x="1928814" y="3709617"/>
            <a:ext cx="1836821" cy="453190"/>
          </a:xfrm>
          <a:prstGeom prst="rect">
            <a:avLst/>
          </a:prstGeom>
        </p:spPr>
        <p:txBody>
          <a:bodyPr>
            <a:normAutofit/>
          </a:bodyPr>
          <a:lstStyle>
            <a:lvl1pPr marL="0" indent="0">
              <a:spcBef>
                <a:spcPts val="75"/>
              </a:spcBef>
              <a:buNone/>
              <a:defRPr sz="900" b="0" i="0">
                <a:solidFill>
                  <a:srgbClr val="393A39"/>
                </a:solidFill>
                <a:latin typeface="Lato Light" panose="020F0302020204030203" pitchFamily="34" charset="77"/>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Title, company</a:t>
            </a:r>
          </a:p>
        </p:txBody>
      </p:sp>
      <p:sp>
        <p:nvSpPr>
          <p:cNvPr id="10" name="Text Placeholder 2">
            <a:extLst>
              <a:ext uri="{FF2B5EF4-FFF2-40B4-BE49-F238E27FC236}">
                <a16:creationId xmlns:a16="http://schemas.microsoft.com/office/drawing/2014/main" id="{C4298647-61D0-4FBB-8F52-37C8A845D3E8}"/>
              </a:ext>
            </a:extLst>
          </p:cNvPr>
          <p:cNvSpPr>
            <a:spLocks noGrp="1"/>
          </p:cNvSpPr>
          <p:nvPr>
            <p:ph type="body" idx="14" hasCustomPrompt="1"/>
          </p:nvPr>
        </p:nvSpPr>
        <p:spPr>
          <a:xfrm>
            <a:off x="5055880" y="3436567"/>
            <a:ext cx="1836821" cy="349250"/>
          </a:xfrm>
          <a:prstGeom prst="rect">
            <a:avLst/>
          </a:prstGeom>
        </p:spPr>
        <p:txBody>
          <a:bodyPr anchor="b">
            <a:normAutofit/>
          </a:bodyPr>
          <a:lstStyle>
            <a:lvl1pPr marL="0" indent="0">
              <a:spcBef>
                <a:spcPts val="75"/>
              </a:spcBef>
              <a:buNone/>
              <a:defRPr sz="1350">
                <a:solidFill>
                  <a:srgbClr val="393A39"/>
                </a:solidFill>
                <a:latin typeface="Lato" panose="020F0502020204030203" pitchFamily="34" charset="0"/>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Name</a:t>
            </a:r>
          </a:p>
        </p:txBody>
      </p:sp>
      <p:sp>
        <p:nvSpPr>
          <p:cNvPr id="11" name="Text Placeholder 2">
            <a:extLst>
              <a:ext uri="{FF2B5EF4-FFF2-40B4-BE49-F238E27FC236}">
                <a16:creationId xmlns:a16="http://schemas.microsoft.com/office/drawing/2014/main" id="{F578A0BF-E876-40F4-A20B-1A438C7EEFAC}"/>
              </a:ext>
            </a:extLst>
          </p:cNvPr>
          <p:cNvSpPr>
            <a:spLocks noGrp="1"/>
          </p:cNvSpPr>
          <p:nvPr>
            <p:ph type="body" idx="15" hasCustomPrompt="1"/>
          </p:nvPr>
        </p:nvSpPr>
        <p:spPr>
          <a:xfrm>
            <a:off x="5055880" y="3709617"/>
            <a:ext cx="1836821" cy="453190"/>
          </a:xfrm>
          <a:prstGeom prst="rect">
            <a:avLst/>
          </a:prstGeom>
        </p:spPr>
        <p:txBody>
          <a:bodyPr>
            <a:normAutofit/>
          </a:bodyPr>
          <a:lstStyle>
            <a:lvl1pPr marL="0" indent="0">
              <a:spcBef>
                <a:spcPts val="75"/>
              </a:spcBef>
              <a:buNone/>
              <a:defRPr sz="900" b="0" i="0">
                <a:solidFill>
                  <a:srgbClr val="393A39"/>
                </a:solidFill>
                <a:latin typeface="Lato Light" panose="020F0302020204030203" pitchFamily="34" charset="77"/>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Title, company</a:t>
            </a:r>
          </a:p>
        </p:txBody>
      </p:sp>
      <p:sp>
        <p:nvSpPr>
          <p:cNvPr id="4" name="Content Placeholder 3">
            <a:extLst>
              <a:ext uri="{FF2B5EF4-FFF2-40B4-BE49-F238E27FC236}">
                <a16:creationId xmlns:a16="http://schemas.microsoft.com/office/drawing/2014/main" id="{F649E506-AD96-463A-84F2-AAE1BB90340A}"/>
              </a:ext>
            </a:extLst>
          </p:cNvPr>
          <p:cNvSpPr>
            <a:spLocks noGrp="1"/>
          </p:cNvSpPr>
          <p:nvPr>
            <p:ph sz="quarter" idx="16"/>
          </p:nvPr>
        </p:nvSpPr>
        <p:spPr>
          <a:xfrm>
            <a:off x="723900" y="3432556"/>
            <a:ext cx="1115568" cy="1115568"/>
          </a:xfrm>
        </p:spPr>
        <p:txBody>
          <a:bodyPr/>
          <a:lstStyle/>
          <a:p>
            <a:pPr lvl="0"/>
            <a:r>
              <a:rPr lang="en-US"/>
              <a:t>Click to edit Master text styles</a:t>
            </a:r>
          </a:p>
        </p:txBody>
      </p:sp>
      <p:sp>
        <p:nvSpPr>
          <p:cNvPr id="12" name="Content Placeholder 3">
            <a:extLst>
              <a:ext uri="{FF2B5EF4-FFF2-40B4-BE49-F238E27FC236}">
                <a16:creationId xmlns:a16="http://schemas.microsoft.com/office/drawing/2014/main" id="{D8A7706D-1D21-49ED-888E-699D6B6BE78C}"/>
              </a:ext>
            </a:extLst>
          </p:cNvPr>
          <p:cNvSpPr>
            <a:spLocks noGrp="1"/>
          </p:cNvSpPr>
          <p:nvPr>
            <p:ph sz="quarter" idx="17"/>
          </p:nvPr>
        </p:nvSpPr>
        <p:spPr>
          <a:xfrm>
            <a:off x="3852971" y="3429000"/>
            <a:ext cx="1115568" cy="1115568"/>
          </a:xfrm>
        </p:spPr>
        <p:txBody>
          <a:bodyPr/>
          <a:lstStyle/>
          <a:p>
            <a:pPr lvl="0"/>
            <a:r>
              <a:rPr lang="en-US"/>
              <a:t>Click to edit Master text styles</a:t>
            </a:r>
          </a:p>
        </p:txBody>
      </p:sp>
    </p:spTree>
    <p:extLst>
      <p:ext uri="{BB962C8B-B14F-4D97-AF65-F5344CB8AC3E}">
        <p14:creationId xmlns:p14="http://schemas.microsoft.com/office/powerpoint/2010/main" val="1147393941"/>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0E37-2066-457D-A866-CD6115300D34}"/>
              </a:ext>
            </a:extLst>
          </p:cNvPr>
          <p:cNvSpPr>
            <a:spLocks noGrp="1"/>
          </p:cNvSpPr>
          <p:nvPr>
            <p:ph type="ctrTitle"/>
          </p:nvPr>
        </p:nvSpPr>
        <p:spPr>
          <a:xfrm>
            <a:off x="1143000" y="841375"/>
            <a:ext cx="7010400" cy="1790700"/>
          </a:xfrm>
          <a:prstGeom prst="rect">
            <a:avLst/>
          </a:prstGeom>
        </p:spPr>
        <p:txBody>
          <a:bodyPr anchor="b">
            <a:normAutofit/>
          </a:bodyPr>
          <a:lstStyle>
            <a:lvl1pPr algn="ctr">
              <a:defRPr sz="2700" b="1">
                <a:solidFill>
                  <a:srgbClr val="1B4D81"/>
                </a:solidFill>
                <a:latin typeface="Lato" panose="020F0502020204030203"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BC01D0-B230-4859-8CF6-4664E1E5F385}"/>
              </a:ext>
            </a:extLst>
          </p:cNvPr>
          <p:cNvSpPr>
            <a:spLocks noGrp="1"/>
          </p:cNvSpPr>
          <p:nvPr>
            <p:ph type="subTitle" idx="1"/>
          </p:nvPr>
        </p:nvSpPr>
        <p:spPr>
          <a:xfrm>
            <a:off x="1143000" y="2701927"/>
            <a:ext cx="7010400" cy="1241425"/>
          </a:xfrm>
          <a:prstGeom prst="rect">
            <a:avLst/>
          </a:prstGeom>
        </p:spPr>
        <p:txBody>
          <a:bodyPr>
            <a:normAutofit/>
          </a:bodyPr>
          <a:lstStyle>
            <a:lvl1pPr marL="0" indent="0" algn="ctr">
              <a:buNone/>
              <a:defRPr sz="1350">
                <a:solidFill>
                  <a:srgbClr val="393A39"/>
                </a:solidFill>
                <a:latin typeface="Lato" panose="020F050202020403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Tree>
    <p:extLst>
      <p:ext uri="{BB962C8B-B14F-4D97-AF65-F5344CB8AC3E}">
        <p14:creationId xmlns:p14="http://schemas.microsoft.com/office/powerpoint/2010/main" val="2227379445"/>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F8A22-6A5B-4550-87C4-98CDB8846F3D}"/>
              </a:ext>
            </a:extLst>
          </p:cNvPr>
          <p:cNvSpPr>
            <a:spLocks noGrp="1"/>
          </p:cNvSpPr>
          <p:nvPr>
            <p:ph type="title"/>
          </p:nvPr>
        </p:nvSpPr>
        <p:spPr>
          <a:xfrm>
            <a:off x="628650" y="285750"/>
            <a:ext cx="8058150" cy="742950"/>
          </a:xfrm>
          <a:prstGeom prst="rect">
            <a:avLst/>
          </a:prstGeom>
        </p:spPr>
        <p:txBody>
          <a:bodyPr anchor="t">
            <a:normAutofit/>
          </a:bodyPr>
          <a:lstStyle>
            <a:lvl1pPr>
              <a:defRPr sz="1800" b="1">
                <a:solidFill>
                  <a:srgbClr val="1B4D81"/>
                </a:solidFill>
                <a:latin typeface="Lato" panose="020F0502020204030203" pitchFamily="34"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67B1DA0-7E63-4CDE-961E-607D001A9B67}"/>
              </a:ext>
            </a:extLst>
          </p:cNvPr>
          <p:cNvSpPr>
            <a:spLocks noGrp="1"/>
          </p:cNvSpPr>
          <p:nvPr>
            <p:ph idx="1"/>
          </p:nvPr>
        </p:nvSpPr>
        <p:spPr>
          <a:xfrm>
            <a:off x="628650" y="1028700"/>
            <a:ext cx="8058150" cy="3752850"/>
          </a:xfrm>
          <a:prstGeom prst="rect">
            <a:avLst/>
          </a:prstGeom>
        </p:spPr>
        <p:txBody>
          <a:bodyPr>
            <a:normAutofit/>
          </a:bodyPr>
          <a:lstStyle>
            <a:lvl1pPr>
              <a:defRPr sz="1200">
                <a:solidFill>
                  <a:srgbClr val="393A39"/>
                </a:solidFill>
                <a:latin typeface="Lato" panose="020F0502020204030203" pitchFamily="34" charset="0"/>
              </a:defRPr>
            </a:lvl1pPr>
            <a:lvl2pPr>
              <a:defRPr sz="1050">
                <a:solidFill>
                  <a:srgbClr val="393A39"/>
                </a:solidFill>
                <a:latin typeface="Lato" panose="020F0502020204030203" pitchFamily="34" charset="0"/>
              </a:defRPr>
            </a:lvl2pPr>
            <a:lvl3pPr>
              <a:defRPr sz="900">
                <a:solidFill>
                  <a:srgbClr val="393A39"/>
                </a:solidFill>
                <a:latin typeface="Lato" panose="020F0502020204030203" pitchFamily="34" charset="0"/>
              </a:defRPr>
            </a:lvl3pPr>
            <a:lvl4pPr marL="1028700" indent="0">
              <a:buNone/>
              <a:defRPr sz="900">
                <a:latin typeface="Lato" panose="020F0502020204030203" pitchFamily="34" charset="0"/>
              </a:defRPr>
            </a:lvl4pPr>
            <a:lvl5pPr marL="1371600" indent="0">
              <a:buNone/>
              <a:defRPr sz="9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94393842"/>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183CD7-383B-48A0-8B71-F06BC83DEDB6}"/>
              </a:ext>
            </a:extLst>
          </p:cNvPr>
          <p:cNvSpPr>
            <a:spLocks noGrp="1"/>
          </p:cNvSpPr>
          <p:nvPr>
            <p:ph sz="half" idx="1"/>
          </p:nvPr>
        </p:nvSpPr>
        <p:spPr>
          <a:xfrm>
            <a:off x="628651" y="1028702"/>
            <a:ext cx="3965576" cy="3752837"/>
          </a:xfrm>
          <a:prstGeom prst="rect">
            <a:avLst/>
          </a:prstGeom>
        </p:spPr>
        <p:txBody>
          <a:bodyPr>
            <a:normAutofit/>
          </a:bodyPr>
          <a:lstStyle>
            <a:lvl1pPr>
              <a:defRPr sz="1200">
                <a:solidFill>
                  <a:srgbClr val="393A39"/>
                </a:solidFill>
                <a:latin typeface="Lato" panose="020F0502020204030203" pitchFamily="34" charset="0"/>
              </a:defRPr>
            </a:lvl1pPr>
            <a:lvl2pPr>
              <a:defRPr sz="1050">
                <a:solidFill>
                  <a:srgbClr val="393A39"/>
                </a:solidFill>
                <a:latin typeface="Lato" panose="020F0502020204030203" pitchFamily="34" charset="0"/>
              </a:defRPr>
            </a:lvl2pPr>
            <a:lvl3pPr>
              <a:defRPr sz="900">
                <a:solidFill>
                  <a:srgbClr val="393A39"/>
                </a:solidFill>
                <a:latin typeface="Lato" panose="020F0502020204030203" pitchFamily="34" charset="0"/>
              </a:defRPr>
            </a:lvl3pPr>
            <a:lvl4pPr marL="1028700" indent="0">
              <a:buNone/>
              <a:defRPr sz="900">
                <a:latin typeface="Lato" panose="020F0502020204030203" pitchFamily="34" charset="0"/>
              </a:defRPr>
            </a:lvl4pPr>
            <a:lvl5pPr marL="1371600" indent="0">
              <a:buNone/>
              <a:defRPr sz="9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03355965-8388-42DC-8FE0-FECC99CDC81E}"/>
              </a:ext>
            </a:extLst>
          </p:cNvPr>
          <p:cNvSpPr>
            <a:spLocks noGrp="1"/>
          </p:cNvSpPr>
          <p:nvPr>
            <p:ph sz="half" idx="2"/>
          </p:nvPr>
        </p:nvSpPr>
        <p:spPr>
          <a:xfrm>
            <a:off x="4721224" y="1028702"/>
            <a:ext cx="3965576" cy="3752837"/>
          </a:xfrm>
          <a:prstGeom prst="rect">
            <a:avLst/>
          </a:prstGeom>
        </p:spPr>
        <p:txBody>
          <a:bodyPr>
            <a:normAutofit/>
          </a:bodyPr>
          <a:lstStyle>
            <a:lvl1pPr>
              <a:defRPr sz="1200">
                <a:solidFill>
                  <a:srgbClr val="393A39"/>
                </a:solidFill>
                <a:latin typeface="Lato" panose="020F0502020204030203" pitchFamily="34" charset="0"/>
              </a:defRPr>
            </a:lvl1pPr>
            <a:lvl2pPr>
              <a:defRPr sz="1050">
                <a:solidFill>
                  <a:srgbClr val="393A39"/>
                </a:solidFill>
                <a:latin typeface="Lato" panose="020F0502020204030203" pitchFamily="34" charset="0"/>
              </a:defRPr>
            </a:lvl2pPr>
            <a:lvl3pPr>
              <a:defRPr sz="900">
                <a:solidFill>
                  <a:srgbClr val="393A39"/>
                </a:solidFill>
                <a:latin typeface="Lato" panose="020F0502020204030203" pitchFamily="34" charset="0"/>
              </a:defRPr>
            </a:lvl3pPr>
            <a:lvl4pPr marL="1028700" indent="0">
              <a:buNone/>
              <a:defRPr sz="900">
                <a:latin typeface="Lato" panose="020F0502020204030203" pitchFamily="34" charset="0"/>
              </a:defRPr>
            </a:lvl4pPr>
            <a:lvl5pPr marL="1371600" indent="0">
              <a:buNone/>
              <a:defRPr sz="9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itle 1">
            <a:extLst>
              <a:ext uri="{FF2B5EF4-FFF2-40B4-BE49-F238E27FC236}">
                <a16:creationId xmlns:a16="http://schemas.microsoft.com/office/drawing/2014/main" id="{F0C35649-F5E1-436D-BCBC-468BEAF27C9D}"/>
              </a:ext>
            </a:extLst>
          </p:cNvPr>
          <p:cNvSpPr>
            <a:spLocks noGrp="1"/>
          </p:cNvSpPr>
          <p:nvPr>
            <p:ph type="title"/>
          </p:nvPr>
        </p:nvSpPr>
        <p:spPr>
          <a:xfrm>
            <a:off x="628650" y="285750"/>
            <a:ext cx="8058150" cy="742950"/>
          </a:xfrm>
          <a:prstGeom prst="rect">
            <a:avLst/>
          </a:prstGeom>
        </p:spPr>
        <p:txBody>
          <a:bodyPr anchor="t">
            <a:normAutofit/>
          </a:bodyPr>
          <a:lstStyle>
            <a:lvl1pPr>
              <a:defRPr sz="18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5819492"/>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p:cSld name="Two Content with Subtit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855CD0-D773-472C-923C-F2A3641F6698}"/>
              </a:ext>
            </a:extLst>
          </p:cNvPr>
          <p:cNvSpPr>
            <a:spLocks noGrp="1"/>
          </p:cNvSpPr>
          <p:nvPr>
            <p:ph type="body" idx="1"/>
          </p:nvPr>
        </p:nvSpPr>
        <p:spPr>
          <a:xfrm>
            <a:off x="630240" y="1028701"/>
            <a:ext cx="3970337" cy="628631"/>
          </a:xfrm>
          <a:prstGeom prst="rect">
            <a:avLst/>
          </a:prstGeom>
        </p:spPr>
        <p:txBody>
          <a:bodyPr anchor="t">
            <a:normAutofit/>
          </a:bodyPr>
          <a:lstStyle>
            <a:lvl1pPr marL="0" indent="0">
              <a:buNone/>
              <a:defRPr sz="1350" b="1">
                <a:solidFill>
                  <a:srgbClr val="393A39"/>
                </a:solidFill>
                <a:latin typeface="Lato" panose="020F0502020204030203"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A0970D2E-452D-4D8D-8871-F92BDDC48512}"/>
              </a:ext>
            </a:extLst>
          </p:cNvPr>
          <p:cNvSpPr>
            <a:spLocks noGrp="1"/>
          </p:cNvSpPr>
          <p:nvPr>
            <p:ph sz="half" idx="2"/>
          </p:nvPr>
        </p:nvSpPr>
        <p:spPr>
          <a:xfrm>
            <a:off x="630240" y="1657333"/>
            <a:ext cx="3970337" cy="3124205"/>
          </a:xfrm>
          <a:prstGeom prst="rect">
            <a:avLst/>
          </a:prstGeom>
        </p:spPr>
        <p:txBody>
          <a:bodyPr>
            <a:normAutofit/>
          </a:bodyPr>
          <a:lstStyle>
            <a:lvl1pPr>
              <a:lnSpc>
                <a:spcPct val="100000"/>
              </a:lnSpc>
              <a:defRPr sz="1200">
                <a:solidFill>
                  <a:srgbClr val="393A39"/>
                </a:solidFill>
                <a:latin typeface="Lato" panose="020F0502020204030203" pitchFamily="34" charset="0"/>
              </a:defRPr>
            </a:lvl1pPr>
            <a:lvl2pPr>
              <a:lnSpc>
                <a:spcPct val="100000"/>
              </a:lnSpc>
              <a:defRPr sz="1050">
                <a:solidFill>
                  <a:srgbClr val="393A39"/>
                </a:solidFill>
                <a:latin typeface="Lato" panose="020F0502020204030203" pitchFamily="34" charset="0"/>
              </a:defRPr>
            </a:lvl2pPr>
            <a:lvl3pPr>
              <a:lnSpc>
                <a:spcPct val="100000"/>
              </a:lnSpc>
              <a:defRPr sz="900">
                <a:solidFill>
                  <a:srgbClr val="393A39"/>
                </a:solidFill>
                <a:latin typeface="Lato" panose="020F0502020204030203" pitchFamily="34" charset="0"/>
              </a:defRPr>
            </a:lvl3pPr>
            <a:lvl4pPr marL="1028700" indent="0">
              <a:buNone/>
              <a:defRPr sz="900">
                <a:latin typeface="Lato" panose="020F0502020204030203" pitchFamily="34" charset="0"/>
              </a:defRPr>
            </a:lvl4pPr>
            <a:lvl5pPr marL="1371600" indent="0">
              <a:buNone/>
              <a:defRPr sz="9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21265C34-988A-4381-BE35-3CF7874797A1}"/>
              </a:ext>
            </a:extLst>
          </p:cNvPr>
          <p:cNvSpPr>
            <a:spLocks noGrp="1"/>
          </p:cNvSpPr>
          <p:nvPr>
            <p:ph type="body" sz="quarter" idx="3"/>
          </p:nvPr>
        </p:nvSpPr>
        <p:spPr>
          <a:xfrm>
            <a:off x="4714875" y="1028701"/>
            <a:ext cx="3971926" cy="628650"/>
          </a:xfrm>
          <a:prstGeom prst="rect">
            <a:avLst/>
          </a:prstGeom>
        </p:spPr>
        <p:txBody>
          <a:bodyPr anchor="t">
            <a:normAutofit/>
          </a:bodyPr>
          <a:lstStyle>
            <a:lvl1pPr marL="0" indent="0">
              <a:buNone/>
              <a:defRPr sz="1350" b="1">
                <a:solidFill>
                  <a:srgbClr val="393A39"/>
                </a:solidFill>
                <a:latin typeface="Lato" panose="020F0502020204030203" pitchFamily="34" charset="0"/>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6FBAD278-0467-4156-945B-8A0C6FB1AAEA}"/>
              </a:ext>
            </a:extLst>
          </p:cNvPr>
          <p:cNvSpPr>
            <a:spLocks noGrp="1"/>
          </p:cNvSpPr>
          <p:nvPr>
            <p:ph sz="quarter" idx="4"/>
          </p:nvPr>
        </p:nvSpPr>
        <p:spPr>
          <a:xfrm>
            <a:off x="4714875" y="1657350"/>
            <a:ext cx="3971926" cy="3124187"/>
          </a:xfrm>
          <a:prstGeom prst="rect">
            <a:avLst/>
          </a:prstGeom>
        </p:spPr>
        <p:txBody>
          <a:bodyPr>
            <a:normAutofit/>
          </a:bodyPr>
          <a:lstStyle>
            <a:lvl1pPr>
              <a:lnSpc>
                <a:spcPct val="100000"/>
              </a:lnSpc>
              <a:defRPr sz="1200">
                <a:solidFill>
                  <a:srgbClr val="393A39"/>
                </a:solidFill>
                <a:latin typeface="Lato" panose="020F0502020204030203" pitchFamily="34" charset="0"/>
              </a:defRPr>
            </a:lvl1pPr>
            <a:lvl2pPr>
              <a:lnSpc>
                <a:spcPct val="100000"/>
              </a:lnSpc>
              <a:defRPr sz="1050">
                <a:solidFill>
                  <a:srgbClr val="393A39"/>
                </a:solidFill>
                <a:latin typeface="Lato" panose="020F0502020204030203" pitchFamily="34" charset="0"/>
              </a:defRPr>
            </a:lvl2pPr>
            <a:lvl3pPr>
              <a:lnSpc>
                <a:spcPct val="100000"/>
              </a:lnSpc>
              <a:defRPr sz="900">
                <a:solidFill>
                  <a:srgbClr val="393A39"/>
                </a:solidFill>
                <a:latin typeface="Lato" panose="020F0502020204030203" pitchFamily="34" charset="0"/>
              </a:defRPr>
            </a:lvl3pPr>
            <a:lvl4pPr marL="1028700" indent="0">
              <a:buNone/>
              <a:defRPr sz="900">
                <a:latin typeface="Lato" panose="020F0502020204030203" pitchFamily="34" charset="0"/>
              </a:defRPr>
            </a:lvl4pPr>
            <a:lvl5pPr marL="1371600" indent="0">
              <a:buNone/>
              <a:defRPr sz="9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7" name="Title 1">
            <a:extLst>
              <a:ext uri="{FF2B5EF4-FFF2-40B4-BE49-F238E27FC236}">
                <a16:creationId xmlns:a16="http://schemas.microsoft.com/office/drawing/2014/main" id="{9B9489FC-5B9D-4C9C-A962-ECD59DECD47F}"/>
              </a:ext>
            </a:extLst>
          </p:cNvPr>
          <p:cNvSpPr>
            <a:spLocks noGrp="1"/>
          </p:cNvSpPr>
          <p:nvPr>
            <p:ph type="title"/>
          </p:nvPr>
        </p:nvSpPr>
        <p:spPr>
          <a:xfrm>
            <a:off x="628650" y="285750"/>
            <a:ext cx="8058150" cy="742950"/>
          </a:xfrm>
          <a:prstGeom prst="rect">
            <a:avLst/>
          </a:prstGeom>
        </p:spPr>
        <p:txBody>
          <a:bodyPr anchor="t">
            <a:normAutofit/>
          </a:bodyPr>
          <a:lstStyle>
            <a:lvl1pPr>
              <a:defRPr sz="18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773723135"/>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p:cSld name="Title and Picture with Caption">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C4E7365-D38C-47DC-98CE-EFDE9B5AA7FB}"/>
              </a:ext>
            </a:extLst>
          </p:cNvPr>
          <p:cNvSpPr>
            <a:spLocks noGrp="1"/>
          </p:cNvSpPr>
          <p:nvPr>
            <p:ph idx="1"/>
          </p:nvPr>
        </p:nvSpPr>
        <p:spPr>
          <a:xfrm>
            <a:off x="628650" y="1028700"/>
            <a:ext cx="8058150" cy="3752850"/>
          </a:xfrm>
          <a:prstGeom prst="rect">
            <a:avLst/>
          </a:prstGeom>
        </p:spPr>
        <p:txBody>
          <a:bodyPr>
            <a:normAutofit/>
          </a:bodyPr>
          <a:lstStyle>
            <a:lvl1pPr>
              <a:defRPr sz="1200">
                <a:solidFill>
                  <a:srgbClr val="393A39"/>
                </a:solidFill>
                <a:latin typeface="Lato" panose="020F0502020204030203" pitchFamily="34" charset="0"/>
              </a:defRPr>
            </a:lvl1pPr>
            <a:lvl2pPr>
              <a:defRPr sz="1050">
                <a:solidFill>
                  <a:srgbClr val="393A39"/>
                </a:solidFill>
                <a:latin typeface="Lato" panose="020F0502020204030203" pitchFamily="34" charset="0"/>
              </a:defRPr>
            </a:lvl2pPr>
            <a:lvl3pPr>
              <a:defRPr sz="900">
                <a:solidFill>
                  <a:srgbClr val="393A39"/>
                </a:solidFill>
                <a:latin typeface="Lato" panose="020F0502020204030203" pitchFamily="34" charset="0"/>
              </a:defRPr>
            </a:lvl3pPr>
            <a:lvl4pPr marL="1028700" indent="0">
              <a:buNone/>
              <a:defRPr sz="900">
                <a:latin typeface="Lato" panose="020F0502020204030203" pitchFamily="34" charset="0"/>
              </a:defRPr>
            </a:lvl4pPr>
            <a:lvl5pPr marL="1371600" indent="0">
              <a:buNone/>
              <a:defRPr sz="9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itle 1">
            <a:extLst>
              <a:ext uri="{FF2B5EF4-FFF2-40B4-BE49-F238E27FC236}">
                <a16:creationId xmlns:a16="http://schemas.microsoft.com/office/drawing/2014/main" id="{AE057F52-E5D6-4C4F-8C1F-48ED323FF9B6}"/>
              </a:ext>
            </a:extLst>
          </p:cNvPr>
          <p:cNvSpPr>
            <a:spLocks noGrp="1"/>
          </p:cNvSpPr>
          <p:nvPr>
            <p:ph type="title"/>
          </p:nvPr>
        </p:nvSpPr>
        <p:spPr>
          <a:xfrm>
            <a:off x="628650" y="285750"/>
            <a:ext cx="8058150" cy="742950"/>
          </a:xfrm>
          <a:prstGeom prst="rect">
            <a:avLst/>
          </a:prstGeom>
        </p:spPr>
        <p:txBody>
          <a:bodyPr>
            <a:normAutofit/>
          </a:bodyPr>
          <a:lstStyle>
            <a:lvl1pPr>
              <a:defRPr sz="1800" b="1">
                <a:solidFill>
                  <a:srgbClr val="1B4D81"/>
                </a:solidFill>
                <a:latin typeface="Lato" panose="020F0502020204030203"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CE51587-1A95-4AA5-AD68-679421FFF792}"/>
              </a:ext>
            </a:extLst>
          </p:cNvPr>
          <p:cNvSpPr>
            <a:spLocks noGrp="1"/>
          </p:cNvSpPr>
          <p:nvPr>
            <p:ph type="body" sz="quarter" idx="10"/>
          </p:nvPr>
        </p:nvSpPr>
        <p:spPr>
          <a:xfrm>
            <a:off x="5659623" y="4476750"/>
            <a:ext cx="3027178" cy="304800"/>
          </a:xfrm>
        </p:spPr>
        <p:txBody>
          <a:bodyPr>
            <a:normAutofit/>
          </a:bodyPr>
          <a:lstStyle>
            <a:lvl1pPr marL="0" indent="0">
              <a:buNone/>
              <a:defRPr sz="563" i="1">
                <a:solidFill>
                  <a:srgbClr val="393A39"/>
                </a:solidFill>
              </a:defRPr>
            </a:lvl1pPr>
            <a:lvl2pPr marL="342900" indent="0">
              <a:buNone/>
              <a:defRPr/>
            </a:lvl2pPr>
            <a:lvl3pPr marL="685800" indent="0">
              <a:buNone/>
              <a:defRPr/>
            </a:lvl3pPr>
          </a:lstStyle>
          <a:p>
            <a:pPr lvl="0"/>
            <a:r>
              <a:rPr lang="en-US"/>
              <a:t>Click to edit Master text styles</a:t>
            </a:r>
          </a:p>
        </p:txBody>
      </p:sp>
    </p:spTree>
    <p:extLst>
      <p:ext uri="{BB962C8B-B14F-4D97-AF65-F5344CB8AC3E}">
        <p14:creationId xmlns:p14="http://schemas.microsoft.com/office/powerpoint/2010/main" val="1474563338"/>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0814684"/>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p:cSld name="OPTIONAL Content with Pictur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463150-919C-4838-9C50-4A49E1F7035F}"/>
              </a:ext>
            </a:extLst>
          </p:cNvPr>
          <p:cNvSpPr>
            <a:spLocks noGrp="1"/>
          </p:cNvSpPr>
          <p:nvPr>
            <p:ph idx="1"/>
          </p:nvPr>
        </p:nvSpPr>
        <p:spPr>
          <a:xfrm>
            <a:off x="4114800" y="209551"/>
            <a:ext cx="4800600" cy="4724400"/>
          </a:xfrm>
          <a:prstGeom prst="rect">
            <a:avLst/>
          </a:prstGeom>
        </p:spPr>
        <p:txBody>
          <a:bodyPr>
            <a:normAutofit/>
          </a:bodyPr>
          <a:lstStyle>
            <a:lvl1pPr>
              <a:defRPr sz="1200">
                <a:solidFill>
                  <a:srgbClr val="393A39"/>
                </a:solidFill>
                <a:latin typeface="Lato" panose="020F0502020204030203" pitchFamily="34" charset="0"/>
              </a:defRPr>
            </a:lvl1pPr>
            <a:lvl2pPr>
              <a:defRPr sz="1050">
                <a:solidFill>
                  <a:srgbClr val="393A39"/>
                </a:solidFill>
                <a:latin typeface="Lato" panose="020F0502020204030203" pitchFamily="34" charset="0"/>
              </a:defRPr>
            </a:lvl2pPr>
            <a:lvl3pPr>
              <a:defRPr sz="900">
                <a:solidFill>
                  <a:srgbClr val="393A39"/>
                </a:solidFill>
                <a:latin typeface="Lato" panose="020F0502020204030203" pitchFamily="34" charset="0"/>
              </a:defRPr>
            </a:lvl3pPr>
            <a:lvl4pPr marL="1028700" indent="0">
              <a:buNone/>
              <a:defRPr sz="1500">
                <a:latin typeface="Lato" panose="020F0502020204030203" pitchFamily="34" charset="0"/>
              </a:defRPr>
            </a:lvl4pPr>
            <a:lvl5pPr marL="1371600" indent="0">
              <a:buNone/>
              <a:defRPr sz="1500">
                <a:latin typeface="Lato" panose="020F0502020204030203" pitchFamily="34" charset="0"/>
              </a:defRPr>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p:txBody>
      </p:sp>
      <p:sp>
        <p:nvSpPr>
          <p:cNvPr id="2" name="Title 1">
            <a:extLst>
              <a:ext uri="{FF2B5EF4-FFF2-40B4-BE49-F238E27FC236}">
                <a16:creationId xmlns:a16="http://schemas.microsoft.com/office/drawing/2014/main" id="{072DF0CC-FE08-413C-BBD2-A8A78D851C51}"/>
              </a:ext>
            </a:extLst>
          </p:cNvPr>
          <p:cNvSpPr>
            <a:spLocks noGrp="1"/>
          </p:cNvSpPr>
          <p:nvPr>
            <p:ph type="title"/>
          </p:nvPr>
        </p:nvSpPr>
        <p:spPr>
          <a:xfrm>
            <a:off x="630240" y="742950"/>
            <a:ext cx="2949575" cy="800100"/>
          </a:xfrm>
          <a:prstGeom prst="rect">
            <a:avLst/>
          </a:prstGeom>
        </p:spPr>
        <p:txBody>
          <a:bodyPr anchor="b">
            <a:normAutofit/>
          </a:bodyPr>
          <a:lstStyle>
            <a:lvl1pPr>
              <a:defRPr sz="1800" b="1">
                <a:solidFill>
                  <a:srgbClr val="1B4D81"/>
                </a:solidFill>
                <a:latin typeface="Lato" panose="020F0502020204030203" pitchFamily="34" charset="0"/>
              </a:defRPr>
            </a:lvl1pPr>
          </a:lstStyle>
          <a:p>
            <a:r>
              <a:rPr lang="en-US"/>
              <a:t>Click to edit Master title style</a:t>
            </a:r>
            <a:endParaRPr lang="en-US" dirty="0"/>
          </a:p>
        </p:txBody>
      </p:sp>
      <p:sp>
        <p:nvSpPr>
          <p:cNvPr id="5" name="Content Placeholder 3">
            <a:extLst>
              <a:ext uri="{FF2B5EF4-FFF2-40B4-BE49-F238E27FC236}">
                <a16:creationId xmlns:a16="http://schemas.microsoft.com/office/drawing/2014/main" id="{341956C6-5D94-4460-ABB5-94D93E7EDC33}"/>
              </a:ext>
            </a:extLst>
          </p:cNvPr>
          <p:cNvSpPr>
            <a:spLocks noGrp="1"/>
          </p:cNvSpPr>
          <p:nvPr>
            <p:ph sz="half" idx="10"/>
          </p:nvPr>
        </p:nvSpPr>
        <p:spPr>
          <a:xfrm>
            <a:off x="630240" y="1543051"/>
            <a:ext cx="2949575" cy="2859088"/>
          </a:xfrm>
          <a:prstGeom prst="rect">
            <a:avLst/>
          </a:prstGeom>
        </p:spPr>
        <p:txBody>
          <a:bodyPr>
            <a:normAutofit/>
          </a:bodyPr>
          <a:lstStyle>
            <a:lvl1pPr>
              <a:lnSpc>
                <a:spcPct val="100000"/>
              </a:lnSpc>
              <a:defRPr sz="1050">
                <a:solidFill>
                  <a:srgbClr val="393A39"/>
                </a:solidFill>
                <a:latin typeface="Lato" panose="020F0502020204030203" pitchFamily="34" charset="0"/>
              </a:defRPr>
            </a:lvl1pPr>
            <a:lvl2pPr>
              <a:lnSpc>
                <a:spcPct val="100000"/>
              </a:lnSpc>
              <a:defRPr sz="900">
                <a:solidFill>
                  <a:srgbClr val="393A39"/>
                </a:solidFill>
                <a:latin typeface="Lato" panose="020F0502020204030203" pitchFamily="34" charset="0"/>
              </a:defRPr>
            </a:lvl2pPr>
            <a:lvl3pPr>
              <a:lnSpc>
                <a:spcPct val="100000"/>
              </a:lnSpc>
              <a:defRPr sz="825">
                <a:solidFill>
                  <a:srgbClr val="393A39"/>
                </a:solidFill>
                <a:latin typeface="Lato" panose="020F0502020204030203" pitchFamily="34" charset="0"/>
              </a:defRPr>
            </a:lvl3pPr>
            <a:lvl4pPr marL="1028700" indent="0">
              <a:buNone/>
              <a:defRPr sz="900">
                <a:latin typeface="Lato" panose="020F0502020204030203" pitchFamily="34" charset="0"/>
              </a:defRPr>
            </a:lvl4pPr>
            <a:lvl5pPr marL="1371600" indent="0">
              <a:buNone/>
              <a:defRPr sz="9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ext Placeholder 5">
            <a:extLst>
              <a:ext uri="{FF2B5EF4-FFF2-40B4-BE49-F238E27FC236}">
                <a16:creationId xmlns:a16="http://schemas.microsoft.com/office/drawing/2014/main" id="{6FA45BAD-29C1-9741-879D-03074B2081D1}"/>
              </a:ext>
            </a:extLst>
          </p:cNvPr>
          <p:cNvSpPr>
            <a:spLocks noGrp="1"/>
          </p:cNvSpPr>
          <p:nvPr>
            <p:ph type="body" sz="quarter" idx="11" hasCustomPrompt="1"/>
          </p:nvPr>
        </p:nvSpPr>
        <p:spPr>
          <a:xfrm>
            <a:off x="4114800" y="4402139"/>
            <a:ext cx="1981200" cy="531811"/>
          </a:xfrm>
        </p:spPr>
        <p:txBody>
          <a:bodyPr>
            <a:normAutofit/>
          </a:bodyPr>
          <a:lstStyle>
            <a:lvl1pPr marL="0" indent="0">
              <a:buNone/>
              <a:defRPr sz="600" b="1" i="1">
                <a:solidFill>
                  <a:srgbClr val="3B81B7"/>
                </a:solidFill>
                <a:latin typeface="Lato" panose="020F0502020204030203" pitchFamily="34" charset="77"/>
              </a:defRPr>
            </a:lvl1pPr>
          </a:lstStyle>
          <a:p>
            <a:pPr lvl="0"/>
            <a:r>
              <a:rPr lang="en-US" dirty="0"/>
              <a:t>Caption goes here</a:t>
            </a:r>
          </a:p>
        </p:txBody>
      </p:sp>
    </p:spTree>
    <p:extLst>
      <p:ext uri="{BB962C8B-B14F-4D97-AF65-F5344CB8AC3E}">
        <p14:creationId xmlns:p14="http://schemas.microsoft.com/office/powerpoint/2010/main" val="2171874347"/>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OPTIONAL Content with Picture with Fil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3887788" y="0"/>
            <a:ext cx="5256212" cy="5143500"/>
          </a:xfrm>
          <a:prstGeom prst="rect">
            <a:avLst/>
          </a:prstGeom>
          <a:solidFill>
            <a:srgbClr val="D3E2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630240" y="742950"/>
            <a:ext cx="2949575" cy="800100"/>
          </a:xfrm>
          <a:prstGeom prst="rect">
            <a:avLst/>
          </a:prstGeom>
        </p:spPr>
        <p:txBody>
          <a:bodyPr anchor="b">
            <a:normAutofit/>
          </a:bodyPr>
          <a:lstStyle>
            <a:lvl1pPr>
              <a:defRPr sz="1800" b="1">
                <a:solidFill>
                  <a:srgbClr val="1B4D8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p:nvPr>
        </p:nvSpPr>
        <p:spPr>
          <a:xfrm>
            <a:off x="4114800" y="209550"/>
            <a:ext cx="4800600" cy="4724400"/>
          </a:xfrm>
          <a:noFill/>
        </p:spPr>
        <p:txBody>
          <a:bodyPr/>
          <a:lstStyle>
            <a:lvl3pPr>
              <a:defRPr/>
            </a:lvl3pPr>
          </a:lstStyle>
          <a:p>
            <a:pPr lvl="0"/>
            <a:r>
              <a:rPr lang="en-US"/>
              <a:t>Click to edit Master text styles</a:t>
            </a:r>
          </a:p>
          <a:p>
            <a:pPr lvl="1"/>
            <a:r>
              <a:rPr lang="en-US"/>
              <a:t>Second level</a:t>
            </a:r>
          </a:p>
          <a:p>
            <a:pPr lvl="2"/>
            <a:r>
              <a:rPr lang="en-US"/>
              <a:t>Third level</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630240" y="1543051"/>
            <a:ext cx="2949575" cy="2859088"/>
          </a:xfrm>
          <a:prstGeom prst="rect">
            <a:avLst/>
          </a:prstGeom>
        </p:spPr>
        <p:txBody>
          <a:bodyPr>
            <a:normAutofit/>
          </a:bodyPr>
          <a:lstStyle>
            <a:lvl1pPr>
              <a:lnSpc>
                <a:spcPct val="100000"/>
              </a:lnSpc>
              <a:defRPr sz="1050">
                <a:solidFill>
                  <a:srgbClr val="393A39"/>
                </a:solidFill>
                <a:latin typeface="Lato" panose="020F0502020204030203" pitchFamily="34" charset="0"/>
              </a:defRPr>
            </a:lvl1pPr>
            <a:lvl2pPr>
              <a:lnSpc>
                <a:spcPct val="100000"/>
              </a:lnSpc>
              <a:defRPr sz="900">
                <a:solidFill>
                  <a:srgbClr val="393A39"/>
                </a:solidFill>
                <a:latin typeface="Lato" panose="020F0502020204030203" pitchFamily="34" charset="0"/>
              </a:defRPr>
            </a:lvl2pPr>
            <a:lvl3pPr>
              <a:lnSpc>
                <a:spcPct val="100000"/>
              </a:lnSpc>
              <a:defRPr sz="825">
                <a:solidFill>
                  <a:srgbClr val="393A39"/>
                </a:solidFill>
                <a:latin typeface="Lato" panose="020F0502020204030203" pitchFamily="34" charset="0"/>
              </a:defRPr>
            </a:lvl3pPr>
            <a:lvl4pPr marL="1028700" indent="0">
              <a:buNone/>
              <a:defRPr sz="900">
                <a:latin typeface="Lato" panose="020F0502020204030203" pitchFamily="34" charset="0"/>
              </a:defRPr>
            </a:lvl4pPr>
            <a:lvl5pPr marL="1371600" indent="0">
              <a:buNone/>
              <a:defRPr sz="9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042749005"/>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p:nvPr>
        </p:nvSpPr>
        <p:spPr>
          <a:xfrm>
            <a:off x="623889" y="1282701"/>
            <a:ext cx="8062912" cy="2139950"/>
          </a:xfrm>
          <a:prstGeom prst="rect">
            <a:avLst/>
          </a:prstGeom>
        </p:spPr>
        <p:txBody>
          <a:bodyPr anchor="b">
            <a:normAutofit/>
          </a:bodyPr>
          <a:lstStyle>
            <a:lvl1pPr>
              <a:defRPr sz="3600" b="1">
                <a:solidFill>
                  <a:srgbClr val="1B4D81"/>
                </a:solidFill>
                <a:latin typeface="Lato" panose="020F0502020204030203"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623888" y="3441700"/>
            <a:ext cx="1837944"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623888" y="3714750"/>
            <a:ext cx="1837944"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5" name="Text Placeholder 2">
            <a:extLst>
              <a:ext uri="{FF2B5EF4-FFF2-40B4-BE49-F238E27FC236}">
                <a16:creationId xmlns:a16="http://schemas.microsoft.com/office/drawing/2014/main" id="{286E2C5B-58AD-4D69-8653-58174ACC8AD7}"/>
              </a:ext>
            </a:extLst>
          </p:cNvPr>
          <p:cNvSpPr>
            <a:spLocks noGrp="1"/>
          </p:cNvSpPr>
          <p:nvPr>
            <p:ph type="body" idx="11" hasCustomPrompt="1"/>
          </p:nvPr>
        </p:nvSpPr>
        <p:spPr>
          <a:xfrm>
            <a:off x="2729294" y="3452730"/>
            <a:ext cx="1837944"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6" name="Text Placeholder 2">
            <a:extLst>
              <a:ext uri="{FF2B5EF4-FFF2-40B4-BE49-F238E27FC236}">
                <a16:creationId xmlns:a16="http://schemas.microsoft.com/office/drawing/2014/main" id="{8599CD08-F90D-4D15-9B4E-79BB92E4CDF2}"/>
              </a:ext>
            </a:extLst>
          </p:cNvPr>
          <p:cNvSpPr>
            <a:spLocks noGrp="1"/>
          </p:cNvSpPr>
          <p:nvPr>
            <p:ph type="body" idx="12" hasCustomPrompt="1"/>
          </p:nvPr>
        </p:nvSpPr>
        <p:spPr>
          <a:xfrm>
            <a:off x="2729294" y="3725780"/>
            <a:ext cx="1837944"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Tree>
    <p:extLst>
      <p:ext uri="{BB962C8B-B14F-4D97-AF65-F5344CB8AC3E}">
        <p14:creationId xmlns:p14="http://schemas.microsoft.com/office/powerpoint/2010/main" val="2244400792"/>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p:cSld name="Title Slide with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p:nvPr>
        </p:nvSpPr>
        <p:spPr>
          <a:xfrm>
            <a:off x="623889" y="1282701"/>
            <a:ext cx="8062912" cy="2139950"/>
          </a:xfrm>
          <a:prstGeom prst="rect">
            <a:avLst/>
          </a:prstGeom>
        </p:spPr>
        <p:txBody>
          <a:bodyPr anchor="b">
            <a:normAutofit/>
          </a:bodyPr>
          <a:lstStyle>
            <a:lvl1pPr>
              <a:defRPr sz="3600" b="1">
                <a:solidFill>
                  <a:srgbClr val="1B4D81"/>
                </a:solidFill>
                <a:latin typeface="Lato" panose="020F0502020204030203" pitchFamily="34" charset="0"/>
              </a:defRPr>
            </a:lvl1pPr>
          </a:lstStyle>
          <a:p>
            <a:r>
              <a:rPr lang="en-US"/>
              <a:t>Click to edit Master title style</a:t>
            </a:r>
            <a:endParaRPr lang="en-US" dirty="0"/>
          </a:p>
        </p:txBody>
      </p:sp>
      <p:sp>
        <p:nvSpPr>
          <p:cNvPr id="8" name="Text Placeholder 2">
            <a:extLst>
              <a:ext uri="{FF2B5EF4-FFF2-40B4-BE49-F238E27FC236}">
                <a16:creationId xmlns:a16="http://schemas.microsoft.com/office/drawing/2014/main" id="{04FF62A3-F460-4741-8342-309E52138A71}"/>
              </a:ext>
            </a:extLst>
          </p:cNvPr>
          <p:cNvSpPr>
            <a:spLocks noGrp="1"/>
          </p:cNvSpPr>
          <p:nvPr>
            <p:ph type="body" idx="1" hasCustomPrompt="1"/>
          </p:nvPr>
        </p:nvSpPr>
        <p:spPr>
          <a:xfrm>
            <a:off x="1928813" y="3436567"/>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9" name="Text Placeholder 2">
            <a:extLst>
              <a:ext uri="{FF2B5EF4-FFF2-40B4-BE49-F238E27FC236}">
                <a16:creationId xmlns:a16="http://schemas.microsoft.com/office/drawing/2014/main" id="{AF8AF9C0-51D9-4A91-8E30-9CA60298FBC0}"/>
              </a:ext>
            </a:extLst>
          </p:cNvPr>
          <p:cNvSpPr>
            <a:spLocks noGrp="1"/>
          </p:cNvSpPr>
          <p:nvPr>
            <p:ph type="body" idx="13" hasCustomPrompt="1"/>
          </p:nvPr>
        </p:nvSpPr>
        <p:spPr>
          <a:xfrm>
            <a:off x="1928813" y="3709617"/>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10" name="Text Placeholder 2">
            <a:extLst>
              <a:ext uri="{FF2B5EF4-FFF2-40B4-BE49-F238E27FC236}">
                <a16:creationId xmlns:a16="http://schemas.microsoft.com/office/drawing/2014/main" id="{C4298647-61D0-4FBB-8F52-37C8A845D3E8}"/>
              </a:ext>
            </a:extLst>
          </p:cNvPr>
          <p:cNvSpPr>
            <a:spLocks noGrp="1"/>
          </p:cNvSpPr>
          <p:nvPr>
            <p:ph type="body" idx="14" hasCustomPrompt="1"/>
          </p:nvPr>
        </p:nvSpPr>
        <p:spPr>
          <a:xfrm>
            <a:off x="5055879" y="3436567"/>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11" name="Text Placeholder 2">
            <a:extLst>
              <a:ext uri="{FF2B5EF4-FFF2-40B4-BE49-F238E27FC236}">
                <a16:creationId xmlns:a16="http://schemas.microsoft.com/office/drawing/2014/main" id="{F578A0BF-E876-40F4-A20B-1A438C7EEFAC}"/>
              </a:ext>
            </a:extLst>
          </p:cNvPr>
          <p:cNvSpPr>
            <a:spLocks noGrp="1"/>
          </p:cNvSpPr>
          <p:nvPr>
            <p:ph type="body" idx="15" hasCustomPrompt="1"/>
          </p:nvPr>
        </p:nvSpPr>
        <p:spPr>
          <a:xfrm>
            <a:off x="5055879" y="3709617"/>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4" name="Content Placeholder 3">
            <a:extLst>
              <a:ext uri="{FF2B5EF4-FFF2-40B4-BE49-F238E27FC236}">
                <a16:creationId xmlns:a16="http://schemas.microsoft.com/office/drawing/2014/main" id="{F649E506-AD96-463A-84F2-AAE1BB90340A}"/>
              </a:ext>
            </a:extLst>
          </p:cNvPr>
          <p:cNvSpPr>
            <a:spLocks noGrp="1"/>
          </p:cNvSpPr>
          <p:nvPr>
            <p:ph sz="quarter" idx="16"/>
          </p:nvPr>
        </p:nvSpPr>
        <p:spPr>
          <a:xfrm>
            <a:off x="723900" y="3432556"/>
            <a:ext cx="1115568" cy="1115568"/>
          </a:xfrm>
        </p:spPr>
        <p:txBody>
          <a:bodyPr/>
          <a:lstStyle/>
          <a:p>
            <a:pPr lvl="0"/>
            <a:r>
              <a:rPr lang="en-US"/>
              <a:t>Click to edit Master text styles</a:t>
            </a:r>
          </a:p>
        </p:txBody>
      </p:sp>
      <p:sp>
        <p:nvSpPr>
          <p:cNvPr id="12" name="Content Placeholder 3">
            <a:extLst>
              <a:ext uri="{FF2B5EF4-FFF2-40B4-BE49-F238E27FC236}">
                <a16:creationId xmlns:a16="http://schemas.microsoft.com/office/drawing/2014/main" id="{D8A7706D-1D21-49ED-888E-699D6B6BE78C}"/>
              </a:ext>
            </a:extLst>
          </p:cNvPr>
          <p:cNvSpPr>
            <a:spLocks noGrp="1"/>
          </p:cNvSpPr>
          <p:nvPr>
            <p:ph sz="quarter" idx="17"/>
          </p:nvPr>
        </p:nvSpPr>
        <p:spPr>
          <a:xfrm>
            <a:off x="3852971" y="3429000"/>
            <a:ext cx="1115568" cy="1115568"/>
          </a:xfrm>
        </p:spPr>
        <p:txBody>
          <a:bodyPr/>
          <a:lstStyle/>
          <a:p>
            <a:pPr lvl="0"/>
            <a:r>
              <a:rPr lang="en-US"/>
              <a:t>Click to edit Master text styles</a:t>
            </a:r>
          </a:p>
        </p:txBody>
      </p:sp>
    </p:spTree>
    <p:extLst>
      <p:ext uri="{BB962C8B-B14F-4D97-AF65-F5344CB8AC3E}">
        <p14:creationId xmlns:p14="http://schemas.microsoft.com/office/powerpoint/2010/main" val="332680612"/>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0E37-2066-457D-A866-CD6115300D34}"/>
              </a:ext>
            </a:extLst>
          </p:cNvPr>
          <p:cNvSpPr>
            <a:spLocks noGrp="1"/>
          </p:cNvSpPr>
          <p:nvPr>
            <p:ph type="ctrTitle"/>
          </p:nvPr>
        </p:nvSpPr>
        <p:spPr>
          <a:xfrm>
            <a:off x="1143000" y="841375"/>
            <a:ext cx="7010400" cy="1790700"/>
          </a:xfrm>
          <a:prstGeom prst="rect">
            <a:avLst/>
          </a:prstGeom>
        </p:spPr>
        <p:txBody>
          <a:bodyPr anchor="b">
            <a:normAutofit/>
          </a:bodyPr>
          <a:lstStyle>
            <a:lvl1pPr algn="ctr">
              <a:defRPr sz="3600" b="1">
                <a:solidFill>
                  <a:srgbClr val="1B4D81"/>
                </a:solidFill>
                <a:latin typeface="Lato" panose="020F0502020204030203"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BC01D0-B230-4859-8CF6-4664E1E5F385}"/>
              </a:ext>
            </a:extLst>
          </p:cNvPr>
          <p:cNvSpPr>
            <a:spLocks noGrp="1"/>
          </p:cNvSpPr>
          <p:nvPr>
            <p:ph type="subTitle" idx="1"/>
          </p:nvPr>
        </p:nvSpPr>
        <p:spPr>
          <a:xfrm>
            <a:off x="1143000" y="2701926"/>
            <a:ext cx="7010400" cy="1241425"/>
          </a:xfrm>
          <a:prstGeom prst="rect">
            <a:avLst/>
          </a:prstGeom>
        </p:spPr>
        <p:txBody>
          <a:bodyPr>
            <a:normAutofit/>
          </a:bodyPr>
          <a:lstStyle>
            <a:lvl1pPr marL="0" indent="0" algn="ctr">
              <a:buNone/>
              <a:defRPr sz="1800">
                <a:solidFill>
                  <a:srgbClr val="393A39"/>
                </a:solidFill>
                <a:latin typeface="Lato" panose="020F0502020204030203"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40405223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F8A22-6A5B-4550-87C4-98CDB8846F3D}"/>
              </a:ext>
            </a:extLst>
          </p:cNvPr>
          <p:cNvSpPr>
            <a:spLocks noGrp="1"/>
          </p:cNvSpPr>
          <p:nvPr>
            <p:ph type="title"/>
          </p:nvPr>
        </p:nvSpPr>
        <p:spPr>
          <a:xfrm>
            <a:off x="628650" y="285750"/>
            <a:ext cx="8058150" cy="74295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67B1DA0-7E63-4CDE-961E-607D001A9B67}"/>
              </a:ext>
            </a:extLst>
          </p:cNvPr>
          <p:cNvSpPr>
            <a:spLocks noGrp="1"/>
          </p:cNvSpPr>
          <p:nvPr>
            <p:ph idx="1"/>
          </p:nvPr>
        </p:nvSpPr>
        <p:spPr>
          <a:xfrm>
            <a:off x="628650" y="1028700"/>
            <a:ext cx="8058150" cy="3752850"/>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200300295"/>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183CD7-383B-48A0-8B71-F06BC83DEDB6}"/>
              </a:ext>
            </a:extLst>
          </p:cNvPr>
          <p:cNvSpPr>
            <a:spLocks noGrp="1"/>
          </p:cNvSpPr>
          <p:nvPr>
            <p:ph sz="half" idx="1"/>
          </p:nvPr>
        </p:nvSpPr>
        <p:spPr>
          <a:xfrm>
            <a:off x="628651" y="1028701"/>
            <a:ext cx="3965576" cy="3752837"/>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03355965-8388-42DC-8FE0-FECC99CDC81E}"/>
              </a:ext>
            </a:extLst>
          </p:cNvPr>
          <p:cNvSpPr>
            <a:spLocks noGrp="1"/>
          </p:cNvSpPr>
          <p:nvPr>
            <p:ph sz="half" idx="2"/>
          </p:nvPr>
        </p:nvSpPr>
        <p:spPr>
          <a:xfrm>
            <a:off x="4721224" y="1028701"/>
            <a:ext cx="3965576" cy="3752837"/>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itle 1">
            <a:extLst>
              <a:ext uri="{FF2B5EF4-FFF2-40B4-BE49-F238E27FC236}">
                <a16:creationId xmlns:a16="http://schemas.microsoft.com/office/drawing/2014/main" id="{F0C35649-F5E1-436D-BCBC-468BEAF27C9D}"/>
              </a:ext>
            </a:extLst>
          </p:cNvPr>
          <p:cNvSpPr>
            <a:spLocks noGrp="1"/>
          </p:cNvSpPr>
          <p:nvPr>
            <p:ph type="title"/>
          </p:nvPr>
        </p:nvSpPr>
        <p:spPr>
          <a:xfrm>
            <a:off x="628650" y="285750"/>
            <a:ext cx="8058150" cy="74295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103721154"/>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p:cSld name="Two Content with Subtit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855CD0-D773-472C-923C-F2A3641F6698}"/>
              </a:ext>
            </a:extLst>
          </p:cNvPr>
          <p:cNvSpPr>
            <a:spLocks noGrp="1"/>
          </p:cNvSpPr>
          <p:nvPr>
            <p:ph type="body" idx="1"/>
          </p:nvPr>
        </p:nvSpPr>
        <p:spPr>
          <a:xfrm>
            <a:off x="630239" y="1028701"/>
            <a:ext cx="3970337" cy="628631"/>
          </a:xfrm>
          <a:prstGeom prst="rect">
            <a:avLst/>
          </a:prstGeom>
        </p:spPr>
        <p:txBody>
          <a:bodyPr anchor="t">
            <a:normAutofit/>
          </a:bodyPr>
          <a:lstStyle>
            <a:lvl1pPr marL="0" indent="0">
              <a:buNone/>
              <a:defRPr sz="1800" b="1">
                <a:solidFill>
                  <a:srgbClr val="393A39"/>
                </a:solidFill>
                <a:latin typeface="Lato" panose="020F0502020204030203" pitchFamily="34" charset="0"/>
              </a:defRPr>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970D2E-452D-4D8D-8871-F92BDDC48512}"/>
              </a:ext>
            </a:extLst>
          </p:cNvPr>
          <p:cNvSpPr>
            <a:spLocks noGrp="1"/>
          </p:cNvSpPr>
          <p:nvPr>
            <p:ph sz="half" idx="2"/>
          </p:nvPr>
        </p:nvSpPr>
        <p:spPr>
          <a:xfrm>
            <a:off x="630239" y="1657332"/>
            <a:ext cx="3970337" cy="3124205"/>
          </a:xfrm>
          <a:prstGeom prst="rect">
            <a:avLst/>
          </a:prstGeom>
        </p:spPr>
        <p:txBody>
          <a:bodyPr>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21265C34-988A-4381-BE35-3CF7874797A1}"/>
              </a:ext>
            </a:extLst>
          </p:cNvPr>
          <p:cNvSpPr>
            <a:spLocks noGrp="1"/>
          </p:cNvSpPr>
          <p:nvPr>
            <p:ph type="body" sz="quarter" idx="3"/>
          </p:nvPr>
        </p:nvSpPr>
        <p:spPr>
          <a:xfrm>
            <a:off x="4714875" y="1028701"/>
            <a:ext cx="3971926" cy="628650"/>
          </a:xfrm>
          <a:prstGeom prst="rect">
            <a:avLst/>
          </a:prstGeom>
        </p:spPr>
        <p:txBody>
          <a:bodyPr anchor="t">
            <a:normAutofit/>
          </a:bodyPr>
          <a:lstStyle>
            <a:lvl1pPr marL="0" indent="0">
              <a:buNone/>
              <a:defRPr sz="1800" b="1">
                <a:solidFill>
                  <a:srgbClr val="393A39"/>
                </a:solidFill>
                <a:latin typeface="Lato" panose="020F0502020204030203" pitchFamily="34" charset="0"/>
              </a:defRPr>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BAD278-0467-4156-945B-8A0C6FB1AAEA}"/>
              </a:ext>
            </a:extLst>
          </p:cNvPr>
          <p:cNvSpPr>
            <a:spLocks noGrp="1"/>
          </p:cNvSpPr>
          <p:nvPr>
            <p:ph sz="quarter" idx="4"/>
          </p:nvPr>
        </p:nvSpPr>
        <p:spPr>
          <a:xfrm>
            <a:off x="4714875" y="1657349"/>
            <a:ext cx="3971926" cy="3124187"/>
          </a:xfrm>
          <a:prstGeom prst="rect">
            <a:avLst/>
          </a:prstGeom>
        </p:spPr>
        <p:txBody>
          <a:bodyPr>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7" name="Title 1">
            <a:extLst>
              <a:ext uri="{FF2B5EF4-FFF2-40B4-BE49-F238E27FC236}">
                <a16:creationId xmlns:a16="http://schemas.microsoft.com/office/drawing/2014/main" id="{9B9489FC-5B9D-4C9C-A962-ECD59DECD47F}"/>
              </a:ext>
            </a:extLst>
          </p:cNvPr>
          <p:cNvSpPr>
            <a:spLocks noGrp="1"/>
          </p:cNvSpPr>
          <p:nvPr>
            <p:ph type="title"/>
          </p:nvPr>
        </p:nvSpPr>
        <p:spPr>
          <a:xfrm>
            <a:off x="628650" y="285750"/>
            <a:ext cx="8058150" cy="74295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698881887"/>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p:cSld name="Title and Picture with Caption">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C4E7365-D38C-47DC-98CE-EFDE9B5AA7FB}"/>
              </a:ext>
            </a:extLst>
          </p:cNvPr>
          <p:cNvSpPr>
            <a:spLocks noGrp="1"/>
          </p:cNvSpPr>
          <p:nvPr>
            <p:ph idx="1"/>
          </p:nvPr>
        </p:nvSpPr>
        <p:spPr>
          <a:xfrm>
            <a:off x="628650" y="1028700"/>
            <a:ext cx="8058150" cy="3752850"/>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itle 1">
            <a:extLst>
              <a:ext uri="{FF2B5EF4-FFF2-40B4-BE49-F238E27FC236}">
                <a16:creationId xmlns:a16="http://schemas.microsoft.com/office/drawing/2014/main" id="{AE057F52-E5D6-4C4F-8C1F-48ED323FF9B6}"/>
              </a:ext>
            </a:extLst>
          </p:cNvPr>
          <p:cNvSpPr>
            <a:spLocks noGrp="1"/>
          </p:cNvSpPr>
          <p:nvPr>
            <p:ph type="title"/>
          </p:nvPr>
        </p:nvSpPr>
        <p:spPr>
          <a:xfrm>
            <a:off x="628650" y="285750"/>
            <a:ext cx="8058150" cy="742950"/>
          </a:xfrm>
          <a:prstGeom prst="rect">
            <a:avLst/>
          </a:prstGeom>
        </p:spPr>
        <p:txBody>
          <a:bodyPr>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CE51587-1A95-4AA5-AD68-679421FFF792}"/>
              </a:ext>
            </a:extLst>
          </p:cNvPr>
          <p:cNvSpPr>
            <a:spLocks noGrp="1"/>
          </p:cNvSpPr>
          <p:nvPr>
            <p:ph type="body" sz="quarter" idx="10"/>
          </p:nvPr>
        </p:nvSpPr>
        <p:spPr>
          <a:xfrm>
            <a:off x="5659623" y="4476750"/>
            <a:ext cx="3027178" cy="304800"/>
          </a:xfrm>
        </p:spPr>
        <p:txBody>
          <a:bodyPr>
            <a:normAutofit/>
          </a:bodyPr>
          <a:lstStyle>
            <a:lvl1pPr marL="0" indent="0">
              <a:buNone/>
              <a:defRPr sz="750" i="1">
                <a:solidFill>
                  <a:srgbClr val="393A39"/>
                </a:solidFill>
              </a:defRPr>
            </a:lvl1pPr>
            <a:lvl2pPr marL="457189" indent="0">
              <a:buNone/>
              <a:defRPr/>
            </a:lvl2pPr>
            <a:lvl3pPr marL="914378" indent="0">
              <a:buNone/>
              <a:defRPr/>
            </a:lvl3pPr>
          </a:lstStyle>
          <a:p>
            <a:pPr lvl="0"/>
            <a:r>
              <a:rPr lang="en-US"/>
              <a:t>Click to edit Master text styles</a:t>
            </a:r>
          </a:p>
        </p:txBody>
      </p:sp>
    </p:spTree>
    <p:extLst>
      <p:ext uri="{BB962C8B-B14F-4D97-AF65-F5344CB8AC3E}">
        <p14:creationId xmlns:p14="http://schemas.microsoft.com/office/powerpoint/2010/main" val="382749871"/>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17947125"/>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p:cSld name="OPTIONAL Content with Picture">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463150-919C-4838-9C50-4A49E1F7035F}"/>
              </a:ext>
            </a:extLst>
          </p:cNvPr>
          <p:cNvSpPr>
            <a:spLocks noGrp="1"/>
          </p:cNvSpPr>
          <p:nvPr>
            <p:ph idx="1"/>
          </p:nvPr>
        </p:nvSpPr>
        <p:spPr>
          <a:xfrm>
            <a:off x="4114800" y="209551"/>
            <a:ext cx="4800600" cy="4724400"/>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2000">
                <a:latin typeface="Lato" panose="020F0502020204030203" pitchFamily="34" charset="0"/>
              </a:defRPr>
            </a:lvl4pPr>
            <a:lvl5pPr marL="1828754" indent="0">
              <a:buNone/>
              <a:defRPr sz="2000">
                <a:latin typeface="Lato" panose="020F0502020204030203"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p:txBody>
      </p:sp>
      <p:sp>
        <p:nvSpPr>
          <p:cNvPr id="2" name="Title 1">
            <a:extLst>
              <a:ext uri="{FF2B5EF4-FFF2-40B4-BE49-F238E27FC236}">
                <a16:creationId xmlns:a16="http://schemas.microsoft.com/office/drawing/2014/main" id="{072DF0CC-FE08-413C-BBD2-A8A78D851C51}"/>
              </a:ext>
            </a:extLst>
          </p:cNvPr>
          <p:cNvSpPr>
            <a:spLocks noGrp="1"/>
          </p:cNvSpPr>
          <p:nvPr>
            <p:ph type="title"/>
          </p:nvPr>
        </p:nvSpPr>
        <p:spPr>
          <a:xfrm>
            <a:off x="630239" y="742950"/>
            <a:ext cx="2949575" cy="80010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5" name="Content Placeholder 3">
            <a:extLst>
              <a:ext uri="{FF2B5EF4-FFF2-40B4-BE49-F238E27FC236}">
                <a16:creationId xmlns:a16="http://schemas.microsoft.com/office/drawing/2014/main" id="{341956C6-5D94-4460-ABB5-94D93E7EDC33}"/>
              </a:ext>
            </a:extLst>
          </p:cNvPr>
          <p:cNvSpPr>
            <a:spLocks noGrp="1"/>
          </p:cNvSpPr>
          <p:nvPr>
            <p:ph sz="half" idx="10"/>
          </p:nvPr>
        </p:nvSpPr>
        <p:spPr>
          <a:xfrm>
            <a:off x="630239" y="1543050"/>
            <a:ext cx="2949575" cy="2859088"/>
          </a:xfrm>
          <a:prstGeom prst="rect">
            <a:avLst/>
          </a:prstGeom>
        </p:spPr>
        <p:txBody>
          <a:bodyPr>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ext Placeholder 5">
            <a:extLst>
              <a:ext uri="{FF2B5EF4-FFF2-40B4-BE49-F238E27FC236}">
                <a16:creationId xmlns:a16="http://schemas.microsoft.com/office/drawing/2014/main" id="{6FA45BAD-29C1-9741-879D-03074B2081D1}"/>
              </a:ext>
            </a:extLst>
          </p:cNvPr>
          <p:cNvSpPr>
            <a:spLocks noGrp="1"/>
          </p:cNvSpPr>
          <p:nvPr>
            <p:ph type="body" sz="quarter" idx="11" hasCustomPrompt="1"/>
          </p:nvPr>
        </p:nvSpPr>
        <p:spPr>
          <a:xfrm>
            <a:off x="4114800" y="4402138"/>
            <a:ext cx="1981200" cy="531811"/>
          </a:xfrm>
        </p:spPr>
        <p:txBody>
          <a:bodyPr>
            <a:normAutofit/>
          </a:bodyPr>
          <a:lstStyle>
            <a:lvl1pPr marL="0" indent="0">
              <a:buNone/>
              <a:defRPr sz="800" b="1" i="1">
                <a:solidFill>
                  <a:srgbClr val="3B81B7"/>
                </a:solidFill>
                <a:latin typeface="Lato" panose="020F0502020204030203" pitchFamily="34" charset="77"/>
              </a:defRPr>
            </a:lvl1pPr>
          </a:lstStyle>
          <a:p>
            <a:pPr lvl="0"/>
            <a:r>
              <a:rPr lang="en-US" dirty="0"/>
              <a:t>Caption goes here</a:t>
            </a:r>
          </a:p>
        </p:txBody>
      </p:sp>
    </p:spTree>
    <p:extLst>
      <p:ext uri="{BB962C8B-B14F-4D97-AF65-F5344CB8AC3E}">
        <p14:creationId xmlns:p14="http://schemas.microsoft.com/office/powerpoint/2010/main" val="1064772873"/>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p:cSld name="OPTIONAL Content with Picture with Fil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3887788" y="0"/>
            <a:ext cx="5256212" cy="5143500"/>
          </a:xfrm>
          <a:prstGeom prst="rect">
            <a:avLst/>
          </a:prstGeom>
          <a:solidFill>
            <a:srgbClr val="D3E2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630239" y="742950"/>
            <a:ext cx="2949575" cy="80010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p:nvPr>
        </p:nvSpPr>
        <p:spPr>
          <a:xfrm>
            <a:off x="4114800" y="209550"/>
            <a:ext cx="4800600" cy="4724400"/>
          </a:xfrm>
          <a:noFill/>
        </p:spPr>
        <p:txBody>
          <a:bodyPr/>
          <a:lstStyle>
            <a:lvl3pPr>
              <a:defRPr/>
            </a:lvl3pPr>
          </a:lstStyle>
          <a:p>
            <a:pPr lvl="0"/>
            <a:r>
              <a:rPr lang="en-US"/>
              <a:t>Click to edit Master text styles</a:t>
            </a:r>
          </a:p>
          <a:p>
            <a:pPr lvl="1"/>
            <a:r>
              <a:rPr lang="en-US"/>
              <a:t>Second level</a:t>
            </a:r>
          </a:p>
          <a:p>
            <a:pPr lvl="2"/>
            <a:r>
              <a:rPr lang="en-US"/>
              <a:t>Third level</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630239" y="1543050"/>
            <a:ext cx="2949575" cy="2859088"/>
          </a:xfrm>
          <a:prstGeom prst="rect">
            <a:avLst/>
          </a:prstGeom>
        </p:spPr>
        <p:txBody>
          <a:bodyPr>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1333621"/>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p:nvPr>
        </p:nvSpPr>
        <p:spPr>
          <a:xfrm>
            <a:off x="623889" y="1282701"/>
            <a:ext cx="8062912" cy="2139950"/>
          </a:xfrm>
          <a:prstGeom prst="rect">
            <a:avLst/>
          </a:prstGeom>
        </p:spPr>
        <p:txBody>
          <a:bodyPr anchor="b">
            <a:normAutofit/>
          </a:bodyPr>
          <a:lstStyle>
            <a:lvl1pPr>
              <a:defRPr sz="3600" b="1">
                <a:solidFill>
                  <a:srgbClr val="1B4D81"/>
                </a:solidFill>
                <a:latin typeface="Lato" panose="020F0502020204030203"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623888" y="3441700"/>
            <a:ext cx="1837944"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623888" y="3714750"/>
            <a:ext cx="1837944"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5" name="Text Placeholder 2">
            <a:extLst>
              <a:ext uri="{FF2B5EF4-FFF2-40B4-BE49-F238E27FC236}">
                <a16:creationId xmlns:a16="http://schemas.microsoft.com/office/drawing/2014/main" id="{286E2C5B-58AD-4D69-8653-58174ACC8AD7}"/>
              </a:ext>
            </a:extLst>
          </p:cNvPr>
          <p:cNvSpPr>
            <a:spLocks noGrp="1"/>
          </p:cNvSpPr>
          <p:nvPr>
            <p:ph type="body" idx="11" hasCustomPrompt="1"/>
          </p:nvPr>
        </p:nvSpPr>
        <p:spPr>
          <a:xfrm>
            <a:off x="2729294" y="3452730"/>
            <a:ext cx="1837944"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6" name="Text Placeholder 2">
            <a:extLst>
              <a:ext uri="{FF2B5EF4-FFF2-40B4-BE49-F238E27FC236}">
                <a16:creationId xmlns:a16="http://schemas.microsoft.com/office/drawing/2014/main" id="{8599CD08-F90D-4D15-9B4E-79BB92E4CDF2}"/>
              </a:ext>
            </a:extLst>
          </p:cNvPr>
          <p:cNvSpPr>
            <a:spLocks noGrp="1"/>
          </p:cNvSpPr>
          <p:nvPr>
            <p:ph type="body" idx="12" hasCustomPrompt="1"/>
          </p:nvPr>
        </p:nvSpPr>
        <p:spPr>
          <a:xfrm>
            <a:off x="2729294" y="3725780"/>
            <a:ext cx="1837944"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Tree>
    <p:extLst>
      <p:ext uri="{BB962C8B-B14F-4D97-AF65-F5344CB8AC3E}">
        <p14:creationId xmlns:p14="http://schemas.microsoft.com/office/powerpoint/2010/main" val="3629127942"/>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AA8A8-3946-DE4F-97CB-CBC48B9F7A60}"/>
              </a:ext>
            </a:extLst>
          </p:cNvPr>
          <p:cNvSpPr/>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04FDE514-B9D5-4E6A-B99C-10D5D54F711D}"/>
              </a:ext>
            </a:extLst>
          </p:cNvPr>
          <p:cNvSpPr>
            <a:spLocks noGrp="1"/>
          </p:cNvSpPr>
          <p:nvPr>
            <p:ph type="title"/>
          </p:nvPr>
        </p:nvSpPr>
        <p:spPr>
          <a:xfrm>
            <a:off x="623889" y="3028950"/>
            <a:ext cx="8062912" cy="1231900"/>
          </a:xfrm>
          <a:prstGeom prst="rect">
            <a:avLst/>
          </a:prstGeom>
        </p:spPr>
        <p:txBody>
          <a:bodyPr anchor="b">
            <a:normAutofit/>
          </a:bodyPr>
          <a:lstStyle>
            <a:lvl1pPr>
              <a:defRPr sz="3600" b="1">
                <a:solidFill>
                  <a:schemeClr val="bg1"/>
                </a:solidFill>
                <a:latin typeface="Lato" panose="020F0502020204030203"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623888" y="4267777"/>
            <a:ext cx="1837944" cy="349250"/>
          </a:xfrm>
          <a:prstGeom prst="rect">
            <a:avLst/>
          </a:prstGeom>
        </p:spPr>
        <p:txBody>
          <a:bodyPr anchor="b">
            <a:normAutofit/>
          </a:bodyPr>
          <a:lstStyle>
            <a:lvl1pPr marL="0" indent="0">
              <a:spcBef>
                <a:spcPts val="100"/>
              </a:spcBef>
              <a:buNone/>
              <a:defRPr sz="1800">
                <a:solidFill>
                  <a:schemeClr val="bg2"/>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623888" y="4540827"/>
            <a:ext cx="1837944" cy="453190"/>
          </a:xfrm>
          <a:prstGeom prst="rect">
            <a:avLst/>
          </a:prstGeom>
        </p:spPr>
        <p:txBody>
          <a:bodyPr>
            <a:normAutofit/>
          </a:bodyPr>
          <a:lstStyle>
            <a:lvl1pPr marL="0" indent="0">
              <a:spcBef>
                <a:spcPts val="100"/>
              </a:spcBef>
              <a:buNone/>
              <a:defRPr sz="1200" b="0" i="0">
                <a:solidFill>
                  <a:schemeClr val="bg2"/>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5" name="Text Placeholder 2">
            <a:extLst>
              <a:ext uri="{FF2B5EF4-FFF2-40B4-BE49-F238E27FC236}">
                <a16:creationId xmlns:a16="http://schemas.microsoft.com/office/drawing/2014/main" id="{286E2C5B-58AD-4D69-8653-58174ACC8AD7}"/>
              </a:ext>
            </a:extLst>
          </p:cNvPr>
          <p:cNvSpPr>
            <a:spLocks noGrp="1"/>
          </p:cNvSpPr>
          <p:nvPr>
            <p:ph type="body" idx="11" hasCustomPrompt="1"/>
          </p:nvPr>
        </p:nvSpPr>
        <p:spPr>
          <a:xfrm>
            <a:off x="2729294" y="4278807"/>
            <a:ext cx="1837944" cy="349250"/>
          </a:xfrm>
          <a:prstGeom prst="rect">
            <a:avLst/>
          </a:prstGeom>
        </p:spPr>
        <p:txBody>
          <a:bodyPr anchor="b">
            <a:normAutofit/>
          </a:bodyPr>
          <a:lstStyle>
            <a:lvl1pPr marL="0" indent="0">
              <a:spcBef>
                <a:spcPts val="100"/>
              </a:spcBef>
              <a:buNone/>
              <a:defRPr sz="1800">
                <a:solidFill>
                  <a:schemeClr val="bg2"/>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6" name="Text Placeholder 2">
            <a:extLst>
              <a:ext uri="{FF2B5EF4-FFF2-40B4-BE49-F238E27FC236}">
                <a16:creationId xmlns:a16="http://schemas.microsoft.com/office/drawing/2014/main" id="{8599CD08-F90D-4D15-9B4E-79BB92E4CDF2}"/>
              </a:ext>
            </a:extLst>
          </p:cNvPr>
          <p:cNvSpPr>
            <a:spLocks noGrp="1"/>
          </p:cNvSpPr>
          <p:nvPr>
            <p:ph type="body" idx="12" hasCustomPrompt="1"/>
          </p:nvPr>
        </p:nvSpPr>
        <p:spPr>
          <a:xfrm>
            <a:off x="2729294" y="4551857"/>
            <a:ext cx="1837944" cy="453190"/>
          </a:xfrm>
          <a:prstGeom prst="rect">
            <a:avLst/>
          </a:prstGeom>
        </p:spPr>
        <p:txBody>
          <a:bodyPr>
            <a:normAutofit/>
          </a:bodyPr>
          <a:lstStyle>
            <a:lvl1pPr marL="0" indent="0">
              <a:spcBef>
                <a:spcPts val="100"/>
              </a:spcBef>
              <a:buNone/>
              <a:defRPr sz="1200" b="0" i="0">
                <a:solidFill>
                  <a:schemeClr val="bg2"/>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Tree>
    <p:extLst>
      <p:ext uri="{BB962C8B-B14F-4D97-AF65-F5344CB8AC3E}">
        <p14:creationId xmlns:p14="http://schemas.microsoft.com/office/powerpoint/2010/main" val="347871636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p:cSld name="Title Slide with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p:nvPr>
        </p:nvSpPr>
        <p:spPr>
          <a:xfrm>
            <a:off x="623889" y="1282701"/>
            <a:ext cx="8062912" cy="2139950"/>
          </a:xfrm>
          <a:prstGeom prst="rect">
            <a:avLst/>
          </a:prstGeom>
        </p:spPr>
        <p:txBody>
          <a:bodyPr anchor="b">
            <a:normAutofit/>
          </a:bodyPr>
          <a:lstStyle>
            <a:lvl1pPr>
              <a:defRPr sz="3600" b="1">
                <a:solidFill>
                  <a:srgbClr val="1B4D81"/>
                </a:solidFill>
                <a:latin typeface="Lato" panose="020F0502020204030203" pitchFamily="34" charset="0"/>
              </a:defRPr>
            </a:lvl1pPr>
          </a:lstStyle>
          <a:p>
            <a:r>
              <a:rPr lang="en-US"/>
              <a:t>Click to edit Master title style</a:t>
            </a:r>
            <a:endParaRPr lang="en-US" dirty="0"/>
          </a:p>
        </p:txBody>
      </p:sp>
      <p:sp>
        <p:nvSpPr>
          <p:cNvPr id="8" name="Text Placeholder 2">
            <a:extLst>
              <a:ext uri="{FF2B5EF4-FFF2-40B4-BE49-F238E27FC236}">
                <a16:creationId xmlns:a16="http://schemas.microsoft.com/office/drawing/2014/main" id="{04FF62A3-F460-4741-8342-309E52138A71}"/>
              </a:ext>
            </a:extLst>
          </p:cNvPr>
          <p:cNvSpPr>
            <a:spLocks noGrp="1"/>
          </p:cNvSpPr>
          <p:nvPr>
            <p:ph type="body" idx="1" hasCustomPrompt="1"/>
          </p:nvPr>
        </p:nvSpPr>
        <p:spPr>
          <a:xfrm>
            <a:off x="1928813" y="3436567"/>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9" name="Text Placeholder 2">
            <a:extLst>
              <a:ext uri="{FF2B5EF4-FFF2-40B4-BE49-F238E27FC236}">
                <a16:creationId xmlns:a16="http://schemas.microsoft.com/office/drawing/2014/main" id="{AF8AF9C0-51D9-4A91-8E30-9CA60298FBC0}"/>
              </a:ext>
            </a:extLst>
          </p:cNvPr>
          <p:cNvSpPr>
            <a:spLocks noGrp="1"/>
          </p:cNvSpPr>
          <p:nvPr>
            <p:ph type="body" idx="13" hasCustomPrompt="1"/>
          </p:nvPr>
        </p:nvSpPr>
        <p:spPr>
          <a:xfrm>
            <a:off x="1928813" y="3709617"/>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10" name="Text Placeholder 2">
            <a:extLst>
              <a:ext uri="{FF2B5EF4-FFF2-40B4-BE49-F238E27FC236}">
                <a16:creationId xmlns:a16="http://schemas.microsoft.com/office/drawing/2014/main" id="{C4298647-61D0-4FBB-8F52-37C8A845D3E8}"/>
              </a:ext>
            </a:extLst>
          </p:cNvPr>
          <p:cNvSpPr>
            <a:spLocks noGrp="1"/>
          </p:cNvSpPr>
          <p:nvPr>
            <p:ph type="body" idx="14" hasCustomPrompt="1"/>
          </p:nvPr>
        </p:nvSpPr>
        <p:spPr>
          <a:xfrm>
            <a:off x="5055879" y="3436567"/>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11" name="Text Placeholder 2">
            <a:extLst>
              <a:ext uri="{FF2B5EF4-FFF2-40B4-BE49-F238E27FC236}">
                <a16:creationId xmlns:a16="http://schemas.microsoft.com/office/drawing/2014/main" id="{F578A0BF-E876-40F4-A20B-1A438C7EEFAC}"/>
              </a:ext>
            </a:extLst>
          </p:cNvPr>
          <p:cNvSpPr>
            <a:spLocks noGrp="1"/>
          </p:cNvSpPr>
          <p:nvPr>
            <p:ph type="body" idx="15" hasCustomPrompt="1"/>
          </p:nvPr>
        </p:nvSpPr>
        <p:spPr>
          <a:xfrm>
            <a:off x="5055879" y="3709617"/>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4" name="Content Placeholder 3">
            <a:extLst>
              <a:ext uri="{FF2B5EF4-FFF2-40B4-BE49-F238E27FC236}">
                <a16:creationId xmlns:a16="http://schemas.microsoft.com/office/drawing/2014/main" id="{F649E506-AD96-463A-84F2-AAE1BB90340A}"/>
              </a:ext>
            </a:extLst>
          </p:cNvPr>
          <p:cNvSpPr>
            <a:spLocks noGrp="1"/>
          </p:cNvSpPr>
          <p:nvPr>
            <p:ph sz="quarter" idx="16"/>
          </p:nvPr>
        </p:nvSpPr>
        <p:spPr>
          <a:xfrm>
            <a:off x="723900" y="3432556"/>
            <a:ext cx="1115568" cy="1115568"/>
          </a:xfrm>
        </p:spPr>
        <p:txBody>
          <a:bodyPr/>
          <a:lstStyle/>
          <a:p>
            <a:pPr lvl="0"/>
            <a:r>
              <a:rPr lang="en-US"/>
              <a:t>Click to edit Master text styles</a:t>
            </a:r>
          </a:p>
        </p:txBody>
      </p:sp>
      <p:sp>
        <p:nvSpPr>
          <p:cNvPr id="12" name="Content Placeholder 3">
            <a:extLst>
              <a:ext uri="{FF2B5EF4-FFF2-40B4-BE49-F238E27FC236}">
                <a16:creationId xmlns:a16="http://schemas.microsoft.com/office/drawing/2014/main" id="{D8A7706D-1D21-49ED-888E-699D6B6BE78C}"/>
              </a:ext>
            </a:extLst>
          </p:cNvPr>
          <p:cNvSpPr>
            <a:spLocks noGrp="1"/>
          </p:cNvSpPr>
          <p:nvPr>
            <p:ph sz="quarter" idx="17"/>
          </p:nvPr>
        </p:nvSpPr>
        <p:spPr>
          <a:xfrm>
            <a:off x="3852971" y="3429000"/>
            <a:ext cx="1115568" cy="1115568"/>
          </a:xfrm>
        </p:spPr>
        <p:txBody>
          <a:bodyPr/>
          <a:lstStyle/>
          <a:p>
            <a:pPr lvl="0"/>
            <a:r>
              <a:rPr lang="en-US"/>
              <a:t>Click to edit Master text styles</a:t>
            </a:r>
          </a:p>
        </p:txBody>
      </p:sp>
    </p:spTree>
    <p:extLst>
      <p:ext uri="{BB962C8B-B14F-4D97-AF65-F5344CB8AC3E}">
        <p14:creationId xmlns:p14="http://schemas.microsoft.com/office/powerpoint/2010/main" val="3299601419"/>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0E37-2066-457D-A866-CD6115300D34}"/>
              </a:ext>
            </a:extLst>
          </p:cNvPr>
          <p:cNvSpPr>
            <a:spLocks noGrp="1"/>
          </p:cNvSpPr>
          <p:nvPr>
            <p:ph type="ctrTitle"/>
          </p:nvPr>
        </p:nvSpPr>
        <p:spPr>
          <a:xfrm>
            <a:off x="1143000" y="841375"/>
            <a:ext cx="7010400" cy="1790700"/>
          </a:xfrm>
          <a:prstGeom prst="rect">
            <a:avLst/>
          </a:prstGeom>
        </p:spPr>
        <p:txBody>
          <a:bodyPr anchor="b">
            <a:normAutofit/>
          </a:bodyPr>
          <a:lstStyle>
            <a:lvl1pPr algn="ctr">
              <a:defRPr sz="3600" b="1">
                <a:solidFill>
                  <a:srgbClr val="1B4D81"/>
                </a:solidFill>
                <a:latin typeface="Lato" panose="020F0502020204030203"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BC01D0-B230-4859-8CF6-4664E1E5F385}"/>
              </a:ext>
            </a:extLst>
          </p:cNvPr>
          <p:cNvSpPr>
            <a:spLocks noGrp="1"/>
          </p:cNvSpPr>
          <p:nvPr>
            <p:ph type="subTitle" idx="1"/>
          </p:nvPr>
        </p:nvSpPr>
        <p:spPr>
          <a:xfrm>
            <a:off x="1143000" y="2701926"/>
            <a:ext cx="7010400" cy="1241425"/>
          </a:xfrm>
          <a:prstGeom prst="rect">
            <a:avLst/>
          </a:prstGeom>
        </p:spPr>
        <p:txBody>
          <a:bodyPr>
            <a:normAutofit/>
          </a:bodyPr>
          <a:lstStyle>
            <a:lvl1pPr marL="0" indent="0" algn="ctr">
              <a:buNone/>
              <a:defRPr sz="1800">
                <a:solidFill>
                  <a:srgbClr val="393A39"/>
                </a:solidFill>
                <a:latin typeface="Lato" panose="020F0502020204030203"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933061280"/>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F8A22-6A5B-4550-87C4-98CDB8846F3D}"/>
              </a:ext>
            </a:extLst>
          </p:cNvPr>
          <p:cNvSpPr>
            <a:spLocks noGrp="1"/>
          </p:cNvSpPr>
          <p:nvPr>
            <p:ph type="title"/>
          </p:nvPr>
        </p:nvSpPr>
        <p:spPr>
          <a:xfrm>
            <a:off x="628650" y="285750"/>
            <a:ext cx="8058150" cy="74295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67B1DA0-7E63-4CDE-961E-607D001A9B67}"/>
              </a:ext>
            </a:extLst>
          </p:cNvPr>
          <p:cNvSpPr>
            <a:spLocks noGrp="1"/>
          </p:cNvSpPr>
          <p:nvPr>
            <p:ph idx="1"/>
          </p:nvPr>
        </p:nvSpPr>
        <p:spPr>
          <a:xfrm>
            <a:off x="628650" y="1028700"/>
            <a:ext cx="8058150" cy="3752850"/>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57499048"/>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183CD7-383B-48A0-8B71-F06BC83DEDB6}"/>
              </a:ext>
            </a:extLst>
          </p:cNvPr>
          <p:cNvSpPr>
            <a:spLocks noGrp="1"/>
          </p:cNvSpPr>
          <p:nvPr>
            <p:ph sz="half" idx="1"/>
          </p:nvPr>
        </p:nvSpPr>
        <p:spPr>
          <a:xfrm>
            <a:off x="628651" y="1028701"/>
            <a:ext cx="3965576" cy="3752837"/>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03355965-8388-42DC-8FE0-FECC99CDC81E}"/>
              </a:ext>
            </a:extLst>
          </p:cNvPr>
          <p:cNvSpPr>
            <a:spLocks noGrp="1"/>
          </p:cNvSpPr>
          <p:nvPr>
            <p:ph sz="half" idx="2"/>
          </p:nvPr>
        </p:nvSpPr>
        <p:spPr>
          <a:xfrm>
            <a:off x="4721224" y="1028701"/>
            <a:ext cx="3965576" cy="3752837"/>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itle 1">
            <a:extLst>
              <a:ext uri="{FF2B5EF4-FFF2-40B4-BE49-F238E27FC236}">
                <a16:creationId xmlns:a16="http://schemas.microsoft.com/office/drawing/2014/main" id="{F0C35649-F5E1-436D-BCBC-468BEAF27C9D}"/>
              </a:ext>
            </a:extLst>
          </p:cNvPr>
          <p:cNvSpPr>
            <a:spLocks noGrp="1"/>
          </p:cNvSpPr>
          <p:nvPr>
            <p:ph type="title"/>
          </p:nvPr>
        </p:nvSpPr>
        <p:spPr>
          <a:xfrm>
            <a:off x="628650" y="285750"/>
            <a:ext cx="8058150" cy="74295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794441371"/>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p:cSld name="Two Content with Subtit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855CD0-D773-472C-923C-F2A3641F6698}"/>
              </a:ext>
            </a:extLst>
          </p:cNvPr>
          <p:cNvSpPr>
            <a:spLocks noGrp="1"/>
          </p:cNvSpPr>
          <p:nvPr>
            <p:ph type="body" idx="1"/>
          </p:nvPr>
        </p:nvSpPr>
        <p:spPr>
          <a:xfrm>
            <a:off x="630239" y="1028701"/>
            <a:ext cx="3970337" cy="628631"/>
          </a:xfrm>
          <a:prstGeom prst="rect">
            <a:avLst/>
          </a:prstGeom>
        </p:spPr>
        <p:txBody>
          <a:bodyPr anchor="t">
            <a:normAutofit/>
          </a:bodyPr>
          <a:lstStyle>
            <a:lvl1pPr marL="0" indent="0">
              <a:buNone/>
              <a:defRPr sz="1800" b="1">
                <a:solidFill>
                  <a:srgbClr val="393A39"/>
                </a:solidFill>
                <a:latin typeface="Lato" panose="020F0502020204030203" pitchFamily="34" charset="0"/>
              </a:defRPr>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970D2E-452D-4D8D-8871-F92BDDC48512}"/>
              </a:ext>
            </a:extLst>
          </p:cNvPr>
          <p:cNvSpPr>
            <a:spLocks noGrp="1"/>
          </p:cNvSpPr>
          <p:nvPr>
            <p:ph sz="half" idx="2"/>
          </p:nvPr>
        </p:nvSpPr>
        <p:spPr>
          <a:xfrm>
            <a:off x="630239" y="1657332"/>
            <a:ext cx="3970337" cy="3124205"/>
          </a:xfrm>
          <a:prstGeom prst="rect">
            <a:avLst/>
          </a:prstGeom>
        </p:spPr>
        <p:txBody>
          <a:bodyPr>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21265C34-988A-4381-BE35-3CF7874797A1}"/>
              </a:ext>
            </a:extLst>
          </p:cNvPr>
          <p:cNvSpPr>
            <a:spLocks noGrp="1"/>
          </p:cNvSpPr>
          <p:nvPr>
            <p:ph type="body" sz="quarter" idx="3"/>
          </p:nvPr>
        </p:nvSpPr>
        <p:spPr>
          <a:xfrm>
            <a:off x="4714875" y="1028701"/>
            <a:ext cx="3971926" cy="628650"/>
          </a:xfrm>
          <a:prstGeom prst="rect">
            <a:avLst/>
          </a:prstGeom>
        </p:spPr>
        <p:txBody>
          <a:bodyPr anchor="t">
            <a:normAutofit/>
          </a:bodyPr>
          <a:lstStyle>
            <a:lvl1pPr marL="0" indent="0">
              <a:buNone/>
              <a:defRPr sz="1800" b="1">
                <a:solidFill>
                  <a:srgbClr val="393A39"/>
                </a:solidFill>
                <a:latin typeface="Lato" panose="020F0502020204030203" pitchFamily="34" charset="0"/>
              </a:defRPr>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BAD278-0467-4156-945B-8A0C6FB1AAEA}"/>
              </a:ext>
            </a:extLst>
          </p:cNvPr>
          <p:cNvSpPr>
            <a:spLocks noGrp="1"/>
          </p:cNvSpPr>
          <p:nvPr>
            <p:ph sz="quarter" idx="4"/>
          </p:nvPr>
        </p:nvSpPr>
        <p:spPr>
          <a:xfrm>
            <a:off x="4714875" y="1657349"/>
            <a:ext cx="3971926" cy="3124187"/>
          </a:xfrm>
          <a:prstGeom prst="rect">
            <a:avLst/>
          </a:prstGeom>
        </p:spPr>
        <p:txBody>
          <a:bodyPr>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7" name="Title 1">
            <a:extLst>
              <a:ext uri="{FF2B5EF4-FFF2-40B4-BE49-F238E27FC236}">
                <a16:creationId xmlns:a16="http://schemas.microsoft.com/office/drawing/2014/main" id="{9B9489FC-5B9D-4C9C-A962-ECD59DECD47F}"/>
              </a:ext>
            </a:extLst>
          </p:cNvPr>
          <p:cNvSpPr>
            <a:spLocks noGrp="1"/>
          </p:cNvSpPr>
          <p:nvPr>
            <p:ph type="title"/>
          </p:nvPr>
        </p:nvSpPr>
        <p:spPr>
          <a:xfrm>
            <a:off x="628650" y="285750"/>
            <a:ext cx="8058150" cy="74295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187001964"/>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p:cSld name="Title and Picture with Caption">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C4E7365-D38C-47DC-98CE-EFDE9B5AA7FB}"/>
              </a:ext>
            </a:extLst>
          </p:cNvPr>
          <p:cNvSpPr>
            <a:spLocks noGrp="1"/>
          </p:cNvSpPr>
          <p:nvPr>
            <p:ph idx="1"/>
          </p:nvPr>
        </p:nvSpPr>
        <p:spPr>
          <a:xfrm>
            <a:off x="628650" y="1028700"/>
            <a:ext cx="8058150" cy="3752850"/>
          </a:xfrm>
          <a:prstGeom prst="rect">
            <a:avLst/>
          </a:prstGeom>
        </p:spPr>
        <p:txBody>
          <a:bodyPr>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itle 1">
            <a:extLst>
              <a:ext uri="{FF2B5EF4-FFF2-40B4-BE49-F238E27FC236}">
                <a16:creationId xmlns:a16="http://schemas.microsoft.com/office/drawing/2014/main" id="{AE057F52-E5D6-4C4F-8C1F-48ED323FF9B6}"/>
              </a:ext>
            </a:extLst>
          </p:cNvPr>
          <p:cNvSpPr>
            <a:spLocks noGrp="1"/>
          </p:cNvSpPr>
          <p:nvPr>
            <p:ph type="title"/>
          </p:nvPr>
        </p:nvSpPr>
        <p:spPr>
          <a:xfrm>
            <a:off x="628650" y="285750"/>
            <a:ext cx="8058150" cy="742950"/>
          </a:xfrm>
          <a:prstGeom prst="rect">
            <a:avLst/>
          </a:prstGeom>
        </p:spPr>
        <p:txBody>
          <a:bodyPr>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CE51587-1A95-4AA5-AD68-679421FFF792}"/>
              </a:ext>
            </a:extLst>
          </p:cNvPr>
          <p:cNvSpPr>
            <a:spLocks noGrp="1"/>
          </p:cNvSpPr>
          <p:nvPr>
            <p:ph type="body" sz="quarter" idx="10"/>
          </p:nvPr>
        </p:nvSpPr>
        <p:spPr>
          <a:xfrm>
            <a:off x="5659623" y="4476750"/>
            <a:ext cx="3027178" cy="304800"/>
          </a:xfrm>
        </p:spPr>
        <p:txBody>
          <a:bodyPr>
            <a:normAutofit/>
          </a:bodyPr>
          <a:lstStyle>
            <a:lvl1pPr marL="0" indent="0">
              <a:buNone/>
              <a:defRPr sz="800" b="1" i="1">
                <a:solidFill>
                  <a:schemeClr val="accent2"/>
                </a:solidFill>
                <a:latin typeface="Lato" panose="020F0502020204030203" pitchFamily="34" charset="77"/>
              </a:defRPr>
            </a:lvl1pPr>
            <a:lvl2pPr marL="457189" indent="0">
              <a:buNone/>
              <a:defRPr/>
            </a:lvl2pPr>
            <a:lvl3pPr marL="914378" indent="0">
              <a:buNone/>
              <a:defRPr/>
            </a:lvl3pPr>
          </a:lstStyle>
          <a:p>
            <a:pPr lvl="0"/>
            <a:r>
              <a:rPr lang="en-US"/>
              <a:t>Click to edit Master text styles</a:t>
            </a:r>
          </a:p>
        </p:txBody>
      </p:sp>
    </p:spTree>
    <p:extLst>
      <p:ext uri="{BB962C8B-B14F-4D97-AF65-F5344CB8AC3E}">
        <p14:creationId xmlns:p14="http://schemas.microsoft.com/office/powerpoint/2010/main" val="2858368088"/>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1819467"/>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p:cSld name="OPTIONAL Content with Picture with Fil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3887788" y="0"/>
            <a:ext cx="5256212" cy="5143500"/>
          </a:xfrm>
          <a:prstGeom prst="rect">
            <a:avLst/>
          </a:prstGeom>
          <a:solidFill>
            <a:srgbClr val="D3E2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630239" y="742950"/>
            <a:ext cx="2949575" cy="80010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4114800" y="209550"/>
            <a:ext cx="4800600" cy="4724400"/>
          </a:xfrm>
          <a:noFill/>
        </p:spPr>
        <p:txBody>
          <a:bodyPr/>
          <a:lstStyle>
            <a:lvl3pPr>
              <a:defRPr/>
            </a:lvl3pPr>
          </a:lstStyle>
          <a:p>
            <a:pPr lvl="0"/>
            <a:r>
              <a:rPr lang="en-US" dirty="0"/>
              <a:t>Click to add transparent background image</a:t>
            </a:r>
          </a:p>
          <a:p>
            <a:pPr lvl="1"/>
            <a:r>
              <a:rPr lang="en-US" dirty="0"/>
              <a:t>Second level</a:t>
            </a:r>
          </a:p>
          <a:p>
            <a:pPr lvl="2"/>
            <a:r>
              <a:rPr lang="en-US" dirty="0"/>
              <a:t>Third level</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630239" y="1543050"/>
            <a:ext cx="2949575" cy="3162300"/>
          </a:xfrm>
          <a:prstGeom prst="rect">
            <a:avLst/>
          </a:prstGeom>
        </p:spPr>
        <p:txBody>
          <a:bodyPr>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485613114"/>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p:cSld name="OPTIONAL Content with Pictur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630239" y="742950"/>
            <a:ext cx="2949575" cy="80010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4114800" y="209550"/>
            <a:ext cx="4800600" cy="4724400"/>
          </a:xfrm>
          <a:noFill/>
        </p:spPr>
        <p:txBody>
          <a:bodyPr/>
          <a:lstStyle>
            <a:lvl3pPr>
              <a:defRPr/>
            </a:lvl3pPr>
          </a:lstStyle>
          <a:p>
            <a:pPr lvl="0"/>
            <a:r>
              <a:rPr lang="en-US" dirty="0"/>
              <a:t>Click to add transparent background image</a:t>
            </a:r>
          </a:p>
          <a:p>
            <a:pPr lvl="1"/>
            <a:r>
              <a:rPr lang="en-US" dirty="0"/>
              <a:t>Second level</a:t>
            </a:r>
          </a:p>
          <a:p>
            <a:pPr lvl="2"/>
            <a:r>
              <a:rPr lang="en-US" dirty="0"/>
              <a:t>Third level</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630239" y="1543050"/>
            <a:ext cx="2949575" cy="3162300"/>
          </a:xfrm>
          <a:prstGeom prst="rect">
            <a:avLst/>
          </a:prstGeom>
        </p:spPr>
        <p:txBody>
          <a:bodyPr>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84978224"/>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p:cSld name="1_OPTIONAL Content with Picture with Fil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6172200" y="0"/>
            <a:ext cx="2971800" cy="5143500"/>
          </a:xfrm>
          <a:prstGeom prst="rect">
            <a:avLst/>
          </a:prstGeom>
          <a:solidFill>
            <a:srgbClr val="D3E2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630238" y="742950"/>
            <a:ext cx="5313362" cy="80010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6400800" y="209550"/>
            <a:ext cx="2514600" cy="4724400"/>
          </a:xfrm>
          <a:noFill/>
        </p:spPr>
        <p:txBody>
          <a:bodyPr/>
          <a:lstStyle>
            <a:lvl3pPr>
              <a:defRPr/>
            </a:lvl3pPr>
          </a:lstStyle>
          <a:p>
            <a:pPr lvl="0"/>
            <a:r>
              <a:rPr lang="en-US" dirty="0"/>
              <a:t>Click to add transparent background image</a:t>
            </a:r>
          </a:p>
          <a:p>
            <a:pPr lvl="1"/>
            <a:r>
              <a:rPr lang="en-US" dirty="0"/>
              <a:t>Second level</a:t>
            </a:r>
          </a:p>
          <a:p>
            <a:pPr lvl="2"/>
            <a:r>
              <a:rPr lang="en-US" dirty="0"/>
              <a:t>Third level</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630238" y="1543050"/>
            <a:ext cx="5313362" cy="3162300"/>
          </a:xfrm>
          <a:prstGeom prst="rect">
            <a:avLst/>
          </a:prstGeom>
        </p:spPr>
        <p:txBody>
          <a:bodyPr numCol="1">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213533920"/>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p:cSld name="CTA: Contact U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438236-E9A1-5845-B207-CB91FAB12DBD}"/>
              </a:ext>
            </a:extLst>
          </p:cNvPr>
          <p:cNvPicPr>
            <a:picLocks noChangeAspect="1"/>
          </p:cNvPicPr>
          <p:nvPr/>
        </p:nvPicPr>
        <p:blipFill>
          <a:blip r:embed="rId2"/>
          <a:srcRect/>
          <a:stretch/>
        </p:blipFill>
        <p:spPr>
          <a:xfrm>
            <a:off x="0" y="0"/>
            <a:ext cx="9144000" cy="5143500"/>
          </a:xfrm>
          <a:prstGeom prst="rect">
            <a:avLst/>
          </a:prstGeom>
        </p:spPr>
      </p:pic>
      <p:sp>
        <p:nvSpPr>
          <p:cNvPr id="7" name="Content Placeholder 2">
            <a:extLst>
              <a:ext uri="{FF2B5EF4-FFF2-40B4-BE49-F238E27FC236}">
                <a16:creationId xmlns:a16="http://schemas.microsoft.com/office/drawing/2014/main" id="{FC4E7365-D38C-47DC-98CE-EFDE9B5AA7FB}"/>
              </a:ext>
            </a:extLst>
          </p:cNvPr>
          <p:cNvSpPr>
            <a:spLocks noGrp="1"/>
          </p:cNvSpPr>
          <p:nvPr>
            <p:ph idx="1" hasCustomPrompt="1"/>
          </p:nvPr>
        </p:nvSpPr>
        <p:spPr>
          <a:xfrm>
            <a:off x="304800" y="4469786"/>
            <a:ext cx="2133600" cy="923925"/>
          </a:xfrm>
          <a:prstGeom prst="rect">
            <a:avLst/>
          </a:prstGeom>
        </p:spPr>
        <p:txBody>
          <a:bodyPr>
            <a:normAutofit/>
          </a:bodyPr>
          <a:lstStyle>
            <a:lvl1pPr marL="0" indent="0">
              <a:spcBef>
                <a:spcPts val="100"/>
              </a:spcBef>
              <a:buNone/>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Add your country “</a:t>
            </a:r>
            <a:r>
              <a:rPr lang="en-US" dirty="0" err="1"/>
              <a:t>comsol.com</a:t>
            </a:r>
            <a:r>
              <a:rPr lang="en-US" dirty="0"/>
              <a:t>/contact” link here</a:t>
            </a:r>
          </a:p>
        </p:txBody>
      </p:sp>
      <p:sp>
        <p:nvSpPr>
          <p:cNvPr id="5" name="TextBox 4">
            <a:extLst>
              <a:ext uri="{FF2B5EF4-FFF2-40B4-BE49-F238E27FC236}">
                <a16:creationId xmlns:a16="http://schemas.microsoft.com/office/drawing/2014/main" id="{CC2B2EF8-F126-9449-AF26-554461030ADD}"/>
              </a:ext>
            </a:extLst>
          </p:cNvPr>
          <p:cNvSpPr txBox="1"/>
          <p:nvPr/>
        </p:nvSpPr>
        <p:spPr>
          <a:xfrm>
            <a:off x="304800" y="4019551"/>
            <a:ext cx="2514600" cy="461665"/>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a:t>
            </a:r>
          </a:p>
        </p:txBody>
      </p:sp>
    </p:spTree>
    <p:extLst>
      <p:ext uri="{BB962C8B-B14F-4D97-AF65-F5344CB8AC3E}">
        <p14:creationId xmlns:p14="http://schemas.microsoft.com/office/powerpoint/2010/main" val="4287613479"/>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p:cSld name="CTA: Live Dem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45252-8BBC-184E-9C41-612C8DD63D73}"/>
              </a:ext>
            </a:extLst>
          </p:cNvPr>
          <p:cNvPicPr>
            <a:picLocks noChangeAspect="1"/>
          </p:cNvPicPr>
          <p:nvPr/>
        </p:nvPicPr>
        <p:blipFill>
          <a:blip r:embed="rId2"/>
          <a:src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4267200" y="1428751"/>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 for a Live Demonstration</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4267200" y="2156997"/>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r>
              <a:rPr lang="en-US" sz="1600" b="0" i="0" dirty="0">
                <a:solidFill>
                  <a:schemeClr val="tx1"/>
                </a:solidFill>
                <a:latin typeface="Lato" panose="020F0502020204030203" pitchFamily="34" charset="77"/>
              </a:rPr>
              <a:t>/request-a-demo</a:t>
            </a:r>
          </a:p>
        </p:txBody>
      </p:sp>
    </p:spTree>
    <p:extLst>
      <p:ext uri="{BB962C8B-B14F-4D97-AF65-F5344CB8AC3E}">
        <p14:creationId xmlns:p14="http://schemas.microsoft.com/office/powerpoint/2010/main" val="2652733949"/>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p:cSld name="CTA: Resources to Star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5BA83A-FD71-394F-B4AF-D0F719851DD4}"/>
              </a:ext>
            </a:extLst>
          </p:cNvPr>
          <p:cNvPicPr>
            <a:picLocks noChangeAspect="1"/>
          </p:cNvPicPr>
          <p:nvPr/>
        </p:nvPicPr>
        <p:blipFill rotWithShape="1">
          <a:blip r:embed="rId2"/>
          <a:srcRect l="4202" b="7749"/>
          <a:stretch/>
        </p:blipFill>
        <p:spPr>
          <a:xfrm>
            <a:off x="457200" y="1"/>
            <a:ext cx="8686800" cy="470535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to Get Started</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 name="Rectangle 1">
            <a:hlinkClick r:id="rId4"/>
            <a:extLst>
              <a:ext uri="{FF2B5EF4-FFF2-40B4-BE49-F238E27FC236}">
                <a16:creationId xmlns:a16="http://schemas.microsoft.com/office/drawing/2014/main" id="{B166C7F8-C424-7449-A19A-6EFB37F971D8}"/>
              </a:ext>
            </a:extLst>
          </p:cNvPr>
          <p:cNvSpPr/>
          <p:nvPr/>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800"/>
          </a:p>
        </p:txBody>
      </p:sp>
      <p:sp>
        <p:nvSpPr>
          <p:cNvPr id="3" name="Rectangle 2">
            <a:hlinkClick r:id="rId5"/>
            <a:extLst>
              <a:ext uri="{FF2B5EF4-FFF2-40B4-BE49-F238E27FC236}">
                <a16:creationId xmlns:a16="http://schemas.microsoft.com/office/drawing/2014/main" id="{7542C372-51F9-7B49-95F3-2BB4DD107F2C}"/>
              </a:ext>
            </a:extLst>
          </p:cNvPr>
          <p:cNvSpPr/>
          <p:nvPr/>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ectangle 4">
            <a:hlinkClick r:id="rId6"/>
            <a:extLst>
              <a:ext uri="{FF2B5EF4-FFF2-40B4-BE49-F238E27FC236}">
                <a16:creationId xmlns:a16="http://schemas.microsoft.com/office/drawing/2014/main" id="{218B93B9-5E84-F144-B5CB-7142E73CC8BF}"/>
              </a:ext>
            </a:extLst>
          </p:cNvPr>
          <p:cNvSpPr/>
          <p:nvPr/>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ectangle 5">
            <a:hlinkClick r:id="rId7"/>
            <a:extLst>
              <a:ext uri="{FF2B5EF4-FFF2-40B4-BE49-F238E27FC236}">
                <a16:creationId xmlns:a16="http://schemas.microsoft.com/office/drawing/2014/main" id="{5AB17312-9520-7E42-A4CD-6B7EB6B7EF86}"/>
              </a:ext>
            </a:extLst>
          </p:cNvPr>
          <p:cNvSpPr/>
          <p:nvPr/>
        </p:nvSpPr>
        <p:spPr>
          <a:xfrm>
            <a:off x="3276600" y="3333751"/>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389013103"/>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p:cSld name="CTA: Resources to Inspi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5BA83A-FD71-394F-B4AF-D0F719851DD4}"/>
              </a:ext>
            </a:extLst>
          </p:cNvPr>
          <p:cNvPicPr>
            <a:picLocks noChangeAspect="1"/>
          </p:cNvPicPr>
          <p:nvPr/>
        </p:nvPicPr>
        <p:blipFill rotWithShape="1">
          <a:blip r:embed="rId2"/>
          <a:srcRect l="4775" b="5992"/>
          <a:stretch/>
        </p:blipFill>
        <p:spPr>
          <a:xfrm>
            <a:off x="533400" y="0"/>
            <a:ext cx="8610601" cy="478155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for Inspiration</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 name="Rectangle 1">
            <a:hlinkClick r:id="rId4"/>
            <a:extLst>
              <a:ext uri="{FF2B5EF4-FFF2-40B4-BE49-F238E27FC236}">
                <a16:creationId xmlns:a16="http://schemas.microsoft.com/office/drawing/2014/main" id="{B166C7F8-C424-7449-A19A-6EFB37F971D8}"/>
              </a:ext>
            </a:extLst>
          </p:cNvPr>
          <p:cNvSpPr/>
          <p:nvPr/>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800"/>
          </a:p>
        </p:txBody>
      </p:sp>
      <p:sp>
        <p:nvSpPr>
          <p:cNvPr id="3" name="Rectangle 2">
            <a:hlinkClick r:id="rId5"/>
            <a:extLst>
              <a:ext uri="{FF2B5EF4-FFF2-40B4-BE49-F238E27FC236}">
                <a16:creationId xmlns:a16="http://schemas.microsoft.com/office/drawing/2014/main" id="{7542C372-51F9-7B49-95F3-2BB4DD107F2C}"/>
              </a:ext>
            </a:extLst>
          </p:cNvPr>
          <p:cNvSpPr/>
          <p:nvPr/>
        </p:nvSpPr>
        <p:spPr>
          <a:xfrm>
            <a:off x="3276600" y="2114550"/>
            <a:ext cx="24384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ectangle 4">
            <a:hlinkClick r:id="rId6"/>
            <a:extLst>
              <a:ext uri="{FF2B5EF4-FFF2-40B4-BE49-F238E27FC236}">
                <a16:creationId xmlns:a16="http://schemas.microsoft.com/office/drawing/2014/main" id="{218B93B9-5E84-F144-B5CB-7142E73CC8BF}"/>
              </a:ext>
            </a:extLst>
          </p:cNvPr>
          <p:cNvSpPr/>
          <p:nvPr/>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ectangle 5">
            <a:hlinkClick r:id="rId7"/>
            <a:extLst>
              <a:ext uri="{FF2B5EF4-FFF2-40B4-BE49-F238E27FC236}">
                <a16:creationId xmlns:a16="http://schemas.microsoft.com/office/drawing/2014/main" id="{5AB17312-9520-7E42-A4CD-6B7EB6B7EF86}"/>
              </a:ext>
            </a:extLst>
          </p:cNvPr>
          <p:cNvSpPr/>
          <p:nvPr/>
        </p:nvSpPr>
        <p:spPr>
          <a:xfrm>
            <a:off x="3276600" y="3333751"/>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Rectangle 6">
            <a:hlinkClick r:id="rId7"/>
            <a:extLst>
              <a:ext uri="{FF2B5EF4-FFF2-40B4-BE49-F238E27FC236}">
                <a16:creationId xmlns:a16="http://schemas.microsoft.com/office/drawing/2014/main" id="{FB176131-B89E-304A-92DF-9CD3D468CD52}"/>
              </a:ext>
            </a:extLst>
          </p:cNvPr>
          <p:cNvSpPr/>
          <p:nvPr/>
        </p:nvSpPr>
        <p:spPr>
          <a:xfrm>
            <a:off x="661542" y="2114550"/>
            <a:ext cx="2514600" cy="1143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a:hlinkClick r:id="rId8"/>
            <a:extLst>
              <a:ext uri="{FF2B5EF4-FFF2-40B4-BE49-F238E27FC236}">
                <a16:creationId xmlns:a16="http://schemas.microsoft.com/office/drawing/2014/main" id="{D57913DA-4C41-E144-8C67-313CA8644FB7}"/>
              </a:ext>
            </a:extLst>
          </p:cNvPr>
          <p:cNvSpPr/>
          <p:nvPr/>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a:hlinkClick r:id="rId9"/>
            <a:extLst>
              <a:ext uri="{FF2B5EF4-FFF2-40B4-BE49-F238E27FC236}">
                <a16:creationId xmlns:a16="http://schemas.microsoft.com/office/drawing/2014/main" id="{84D23C97-34CA-EB47-8438-4CEEB5B8B203}"/>
              </a:ext>
            </a:extLst>
          </p:cNvPr>
          <p:cNvSpPr/>
          <p:nvPr/>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a:hlinkClick r:id="rId5"/>
            <a:extLst>
              <a:ext uri="{FF2B5EF4-FFF2-40B4-BE49-F238E27FC236}">
                <a16:creationId xmlns:a16="http://schemas.microsoft.com/office/drawing/2014/main" id="{E56E6BD5-8E0F-3E4D-AD7C-420C316889E3}"/>
              </a:ext>
            </a:extLst>
          </p:cNvPr>
          <p:cNvSpPr/>
          <p:nvPr/>
        </p:nvSpPr>
        <p:spPr>
          <a:xfrm>
            <a:off x="3200400" y="3333751"/>
            <a:ext cx="25146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510019186"/>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p:cSld name="Title Slid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hasCustomPrompt="1"/>
          </p:nvPr>
        </p:nvSpPr>
        <p:spPr>
          <a:xfrm>
            <a:off x="457200" y="1282701"/>
            <a:ext cx="8062912" cy="2139950"/>
          </a:xfrm>
          <a:prstGeom prst="rect">
            <a:avLst/>
          </a:prstGeom>
        </p:spPr>
        <p:txBody>
          <a:bodyPr lIns="0" anchor="b">
            <a:normAutofit/>
          </a:bodyPr>
          <a:lstStyle>
            <a:lvl1pPr>
              <a:defRPr sz="3600" b="1">
                <a:solidFill>
                  <a:schemeClr val="accent1"/>
                </a:solidFill>
                <a:latin typeface="Lato" panose="020F0502020204030203" pitchFamily="34" charset="0"/>
              </a:defRPr>
            </a:lvl1pPr>
          </a:lstStyle>
          <a:p>
            <a:r>
              <a:rPr lang="en-US" dirty="0"/>
              <a:t>Title slide, title can be move up or down or shortened from the right (don’t change left alignment)</a:t>
            </a:r>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457200" y="3441700"/>
            <a:ext cx="1837944" cy="349250"/>
          </a:xfrm>
          <a:prstGeom prst="rect">
            <a:avLst/>
          </a:prstGeom>
        </p:spPr>
        <p:txBody>
          <a:bodyPr lIns="0"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457200" y="3714750"/>
            <a:ext cx="1837944"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7" name="Text Placeholder 2">
            <a:extLst>
              <a:ext uri="{FF2B5EF4-FFF2-40B4-BE49-F238E27FC236}">
                <a16:creationId xmlns:a16="http://schemas.microsoft.com/office/drawing/2014/main" id="{3583D1A5-22CF-F34D-AF0D-75799674EC8E}"/>
              </a:ext>
            </a:extLst>
          </p:cNvPr>
          <p:cNvSpPr>
            <a:spLocks noGrp="1"/>
          </p:cNvSpPr>
          <p:nvPr>
            <p:ph type="body" idx="11" hasCustomPrompt="1"/>
          </p:nvPr>
        </p:nvSpPr>
        <p:spPr>
          <a:xfrm>
            <a:off x="2559504" y="3441700"/>
            <a:ext cx="1837944" cy="349250"/>
          </a:xfrm>
          <a:prstGeom prst="rect">
            <a:avLst/>
          </a:prstGeom>
        </p:spPr>
        <p:txBody>
          <a:bodyPr lIns="0"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8" name="Text Placeholder 2">
            <a:extLst>
              <a:ext uri="{FF2B5EF4-FFF2-40B4-BE49-F238E27FC236}">
                <a16:creationId xmlns:a16="http://schemas.microsoft.com/office/drawing/2014/main" id="{9124A687-6C32-7540-A2D4-388F8BD968F2}"/>
              </a:ext>
            </a:extLst>
          </p:cNvPr>
          <p:cNvSpPr>
            <a:spLocks noGrp="1"/>
          </p:cNvSpPr>
          <p:nvPr>
            <p:ph type="body" idx="12" hasCustomPrompt="1"/>
          </p:nvPr>
        </p:nvSpPr>
        <p:spPr>
          <a:xfrm>
            <a:off x="2559504" y="3714750"/>
            <a:ext cx="1837944" cy="453190"/>
          </a:xfrm>
          <a:prstGeom prst="rect">
            <a:avLst/>
          </a:prstGeom>
        </p:spPr>
        <p:txBody>
          <a:bodyPr lIns="0">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Tree>
    <p:extLst>
      <p:ext uri="{BB962C8B-B14F-4D97-AF65-F5344CB8AC3E}">
        <p14:creationId xmlns:p14="http://schemas.microsoft.com/office/powerpoint/2010/main" val="1901814401"/>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Title Slide (blu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AA8A8-3946-DE4F-97CB-CBC48B9F7A60}"/>
              </a:ext>
            </a:extLst>
          </p:cNvPr>
          <p:cNvSpPr/>
          <p:nvPr/>
        </p:nvSpPr>
        <p:spPr>
          <a:xfrm>
            <a:off x="1" y="0"/>
            <a:ext cx="9160329"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a:extLst>
              <a:ext uri="{FF2B5EF4-FFF2-40B4-BE49-F238E27FC236}">
                <a16:creationId xmlns:a16="http://schemas.microsoft.com/office/drawing/2014/main" id="{04FDE514-B9D5-4E6A-B99C-10D5D54F711D}"/>
              </a:ext>
            </a:extLst>
          </p:cNvPr>
          <p:cNvSpPr>
            <a:spLocks noGrp="1"/>
          </p:cNvSpPr>
          <p:nvPr>
            <p:ph type="title" hasCustomPrompt="1"/>
          </p:nvPr>
        </p:nvSpPr>
        <p:spPr>
          <a:xfrm>
            <a:off x="457200" y="3028950"/>
            <a:ext cx="8062912" cy="1231900"/>
          </a:xfrm>
          <a:prstGeom prst="rect">
            <a:avLst/>
          </a:prstGeom>
        </p:spPr>
        <p:txBody>
          <a:bodyPr lIns="0" anchor="b">
            <a:normAutofit/>
          </a:bodyPr>
          <a:lstStyle>
            <a:lvl1pPr>
              <a:defRPr sz="3600" b="1">
                <a:solidFill>
                  <a:schemeClr val="bg2"/>
                </a:solidFill>
                <a:latin typeface="Lato" panose="020F0502020204030203" pitchFamily="34" charset="0"/>
              </a:defRPr>
            </a:lvl1pPr>
          </a:lstStyle>
          <a:p>
            <a:r>
              <a:rPr lang="en-US" dirty="0"/>
              <a:t>Title slide, title can be move up or down or shortened from the right (don’t change left alignment)</a:t>
            </a:r>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457200" y="4267777"/>
            <a:ext cx="1837944" cy="349250"/>
          </a:xfrm>
          <a:prstGeom prst="rect">
            <a:avLst/>
          </a:prstGeom>
        </p:spPr>
        <p:txBody>
          <a:bodyPr lIns="0" anchor="b">
            <a:normAutofit/>
          </a:bodyPr>
          <a:lstStyle>
            <a:lvl1pPr marL="0" indent="0">
              <a:spcBef>
                <a:spcPts val="100"/>
              </a:spcBef>
              <a:buNone/>
              <a:defRPr sz="1800">
                <a:solidFill>
                  <a:schemeClr val="bg1"/>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457200" y="4540827"/>
            <a:ext cx="1837944" cy="453190"/>
          </a:xfrm>
          <a:prstGeom prst="rect">
            <a:avLst/>
          </a:prstGeom>
        </p:spPr>
        <p:txBody>
          <a:bodyPr lIns="0">
            <a:normAutofit/>
          </a:bodyPr>
          <a:lstStyle>
            <a:lvl1pPr marL="0" indent="0">
              <a:spcBef>
                <a:spcPts val="100"/>
              </a:spcBef>
              <a:buNone/>
              <a:defRPr sz="1200" b="0" i="0">
                <a:solidFill>
                  <a:schemeClr val="bg1"/>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11" name="Text Placeholder 2">
            <a:extLst>
              <a:ext uri="{FF2B5EF4-FFF2-40B4-BE49-F238E27FC236}">
                <a16:creationId xmlns:a16="http://schemas.microsoft.com/office/drawing/2014/main" id="{C6B669F9-06F9-674C-A466-9F41F054404A}"/>
              </a:ext>
            </a:extLst>
          </p:cNvPr>
          <p:cNvSpPr>
            <a:spLocks noGrp="1"/>
          </p:cNvSpPr>
          <p:nvPr>
            <p:ph type="body" idx="11" hasCustomPrompt="1"/>
          </p:nvPr>
        </p:nvSpPr>
        <p:spPr>
          <a:xfrm>
            <a:off x="2559503" y="4267777"/>
            <a:ext cx="1837944" cy="349250"/>
          </a:xfrm>
          <a:prstGeom prst="rect">
            <a:avLst/>
          </a:prstGeom>
        </p:spPr>
        <p:txBody>
          <a:bodyPr lIns="0" anchor="b">
            <a:normAutofit/>
          </a:bodyPr>
          <a:lstStyle>
            <a:lvl1pPr marL="0" indent="0">
              <a:spcBef>
                <a:spcPts val="100"/>
              </a:spcBef>
              <a:buNone/>
              <a:defRPr sz="1800">
                <a:solidFill>
                  <a:schemeClr val="bg1"/>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12" name="Text Placeholder 2">
            <a:extLst>
              <a:ext uri="{FF2B5EF4-FFF2-40B4-BE49-F238E27FC236}">
                <a16:creationId xmlns:a16="http://schemas.microsoft.com/office/drawing/2014/main" id="{F336E6D4-E374-ED4B-914F-92F896FA83BD}"/>
              </a:ext>
            </a:extLst>
          </p:cNvPr>
          <p:cNvSpPr>
            <a:spLocks noGrp="1"/>
          </p:cNvSpPr>
          <p:nvPr>
            <p:ph type="body" idx="12" hasCustomPrompt="1"/>
          </p:nvPr>
        </p:nvSpPr>
        <p:spPr>
          <a:xfrm>
            <a:off x="2559503" y="4540827"/>
            <a:ext cx="1837944" cy="453190"/>
          </a:xfrm>
          <a:prstGeom prst="rect">
            <a:avLst/>
          </a:prstGeom>
        </p:spPr>
        <p:txBody>
          <a:bodyPr lIns="0">
            <a:normAutofit/>
          </a:bodyPr>
          <a:lstStyle>
            <a:lvl1pPr marL="0" indent="0">
              <a:spcBef>
                <a:spcPts val="100"/>
              </a:spcBef>
              <a:buNone/>
              <a:defRPr sz="1200" b="0" i="0">
                <a:solidFill>
                  <a:schemeClr val="bg1"/>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8" name="Rectangle 7">
            <a:extLst>
              <a:ext uri="{FF2B5EF4-FFF2-40B4-BE49-F238E27FC236}">
                <a16:creationId xmlns:a16="http://schemas.microsoft.com/office/drawing/2014/main" id="{AA0CE551-2EB4-BDE2-D9BA-03ADBB766711}"/>
              </a:ext>
            </a:extLst>
          </p:cNvPr>
          <p:cNvSpPr/>
          <p:nvPr/>
        </p:nvSpPr>
        <p:spPr>
          <a:xfrm>
            <a:off x="1" y="0"/>
            <a:ext cx="9160329"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1800416730"/>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p:cSld name="Title Slide (with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hasCustomPrompt="1"/>
          </p:nvPr>
        </p:nvSpPr>
        <p:spPr>
          <a:xfrm>
            <a:off x="395289" y="1282701"/>
            <a:ext cx="8062912" cy="2139950"/>
          </a:xfrm>
          <a:prstGeom prst="rect">
            <a:avLst/>
          </a:prstGeom>
        </p:spPr>
        <p:txBody>
          <a:bodyPr lIns="0" anchor="b">
            <a:normAutofit/>
          </a:bodyPr>
          <a:lstStyle>
            <a:lvl1pPr>
              <a:defRPr sz="3600" b="1">
                <a:solidFill>
                  <a:schemeClr val="accent1"/>
                </a:solidFill>
                <a:latin typeface="Lato" panose="020F0502020204030203" pitchFamily="34" charset="0"/>
              </a:defRPr>
            </a:lvl1pPr>
          </a:lstStyle>
          <a:p>
            <a:r>
              <a:rPr lang="en-US" dirty="0"/>
              <a:t>Title slide, title can be move up or down or shortened from the right (don’t change left alignment)</a:t>
            </a:r>
          </a:p>
        </p:txBody>
      </p:sp>
      <p:sp>
        <p:nvSpPr>
          <p:cNvPr id="8" name="Text Placeholder 2">
            <a:extLst>
              <a:ext uri="{FF2B5EF4-FFF2-40B4-BE49-F238E27FC236}">
                <a16:creationId xmlns:a16="http://schemas.microsoft.com/office/drawing/2014/main" id="{04FF62A3-F460-4741-8342-309E52138A71}"/>
              </a:ext>
            </a:extLst>
          </p:cNvPr>
          <p:cNvSpPr>
            <a:spLocks noGrp="1"/>
          </p:cNvSpPr>
          <p:nvPr>
            <p:ph type="body" idx="1" hasCustomPrompt="1"/>
          </p:nvPr>
        </p:nvSpPr>
        <p:spPr>
          <a:xfrm>
            <a:off x="1600201" y="3436567"/>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9" name="Text Placeholder 2">
            <a:extLst>
              <a:ext uri="{FF2B5EF4-FFF2-40B4-BE49-F238E27FC236}">
                <a16:creationId xmlns:a16="http://schemas.microsoft.com/office/drawing/2014/main" id="{AF8AF9C0-51D9-4A91-8E30-9CA60298FBC0}"/>
              </a:ext>
            </a:extLst>
          </p:cNvPr>
          <p:cNvSpPr>
            <a:spLocks noGrp="1"/>
          </p:cNvSpPr>
          <p:nvPr>
            <p:ph type="body" idx="13" hasCustomPrompt="1"/>
          </p:nvPr>
        </p:nvSpPr>
        <p:spPr>
          <a:xfrm>
            <a:off x="1600201" y="3709617"/>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10" name="Text Placeholder 2">
            <a:extLst>
              <a:ext uri="{FF2B5EF4-FFF2-40B4-BE49-F238E27FC236}">
                <a16:creationId xmlns:a16="http://schemas.microsoft.com/office/drawing/2014/main" id="{C4298647-61D0-4FBB-8F52-37C8A845D3E8}"/>
              </a:ext>
            </a:extLst>
          </p:cNvPr>
          <p:cNvSpPr>
            <a:spLocks noGrp="1"/>
          </p:cNvSpPr>
          <p:nvPr>
            <p:ph type="body" idx="14" hasCustomPrompt="1"/>
          </p:nvPr>
        </p:nvSpPr>
        <p:spPr>
          <a:xfrm>
            <a:off x="4727267" y="3436567"/>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11" name="Text Placeholder 2">
            <a:extLst>
              <a:ext uri="{FF2B5EF4-FFF2-40B4-BE49-F238E27FC236}">
                <a16:creationId xmlns:a16="http://schemas.microsoft.com/office/drawing/2014/main" id="{F578A0BF-E876-40F4-A20B-1A438C7EEFAC}"/>
              </a:ext>
            </a:extLst>
          </p:cNvPr>
          <p:cNvSpPr>
            <a:spLocks noGrp="1"/>
          </p:cNvSpPr>
          <p:nvPr>
            <p:ph type="body" idx="15" hasCustomPrompt="1"/>
          </p:nvPr>
        </p:nvSpPr>
        <p:spPr>
          <a:xfrm>
            <a:off x="4727267" y="3709617"/>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4" name="Content Placeholder 3">
            <a:extLst>
              <a:ext uri="{FF2B5EF4-FFF2-40B4-BE49-F238E27FC236}">
                <a16:creationId xmlns:a16="http://schemas.microsoft.com/office/drawing/2014/main" id="{F649E506-AD96-463A-84F2-AAE1BB90340A}"/>
              </a:ext>
            </a:extLst>
          </p:cNvPr>
          <p:cNvSpPr>
            <a:spLocks noGrp="1"/>
          </p:cNvSpPr>
          <p:nvPr>
            <p:ph sz="quarter" idx="16"/>
          </p:nvPr>
        </p:nvSpPr>
        <p:spPr>
          <a:xfrm>
            <a:off x="395288" y="3432556"/>
            <a:ext cx="1115568" cy="1115568"/>
          </a:xfrm>
        </p:spPr>
        <p:txBody>
          <a:bodyPr/>
          <a:lstStyle/>
          <a:p>
            <a:pPr lvl="0"/>
            <a:r>
              <a:rPr lang="en-US"/>
              <a:t>Click to edit Master text styles</a:t>
            </a:r>
          </a:p>
        </p:txBody>
      </p:sp>
      <p:sp>
        <p:nvSpPr>
          <p:cNvPr id="12" name="Content Placeholder 3">
            <a:extLst>
              <a:ext uri="{FF2B5EF4-FFF2-40B4-BE49-F238E27FC236}">
                <a16:creationId xmlns:a16="http://schemas.microsoft.com/office/drawing/2014/main" id="{D8A7706D-1D21-49ED-888E-699D6B6BE78C}"/>
              </a:ext>
            </a:extLst>
          </p:cNvPr>
          <p:cNvSpPr>
            <a:spLocks noGrp="1"/>
          </p:cNvSpPr>
          <p:nvPr>
            <p:ph sz="quarter" idx="17"/>
          </p:nvPr>
        </p:nvSpPr>
        <p:spPr>
          <a:xfrm>
            <a:off x="3524359" y="3429000"/>
            <a:ext cx="1115568" cy="1115568"/>
          </a:xfrm>
        </p:spPr>
        <p:txBody>
          <a:bodyPr/>
          <a:lstStyle/>
          <a:p>
            <a:pPr lvl="0"/>
            <a:r>
              <a:rPr lang="en-US"/>
              <a:t>Click to edit Master text styles</a:t>
            </a:r>
          </a:p>
        </p:txBody>
      </p:sp>
    </p:spTree>
    <p:extLst>
      <p:ext uri="{BB962C8B-B14F-4D97-AF65-F5344CB8AC3E}">
        <p14:creationId xmlns:p14="http://schemas.microsoft.com/office/powerpoint/2010/main" val="3322997511"/>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title" preserve="1">
  <p:cSld name="Section Header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0E37-2066-457D-A866-CD6115300D34}"/>
              </a:ext>
            </a:extLst>
          </p:cNvPr>
          <p:cNvSpPr>
            <a:spLocks noGrp="1"/>
          </p:cNvSpPr>
          <p:nvPr>
            <p:ph type="ctrTitle" hasCustomPrompt="1"/>
          </p:nvPr>
        </p:nvSpPr>
        <p:spPr>
          <a:xfrm>
            <a:off x="1143000" y="841375"/>
            <a:ext cx="7010400" cy="1790700"/>
          </a:xfrm>
          <a:prstGeom prst="rect">
            <a:avLst/>
          </a:prstGeom>
        </p:spPr>
        <p:txBody>
          <a:bodyPr anchor="b">
            <a:normAutofit/>
          </a:bodyPr>
          <a:lstStyle>
            <a:lvl1pPr algn="ctr">
              <a:defRPr sz="3600" b="1">
                <a:solidFill>
                  <a:schemeClr val="accent1"/>
                </a:solidFill>
                <a:latin typeface="Lato" panose="020F0502020204030203" pitchFamily="34" charset="0"/>
              </a:defRPr>
            </a:lvl1pPr>
          </a:lstStyle>
          <a:p>
            <a:r>
              <a:rPr lang="en-US" dirty="0"/>
              <a:t>Section Header title</a:t>
            </a:r>
          </a:p>
        </p:txBody>
      </p:sp>
      <p:sp>
        <p:nvSpPr>
          <p:cNvPr id="3" name="Subtitle 2">
            <a:extLst>
              <a:ext uri="{FF2B5EF4-FFF2-40B4-BE49-F238E27FC236}">
                <a16:creationId xmlns:a16="http://schemas.microsoft.com/office/drawing/2014/main" id="{FBBC01D0-B230-4859-8CF6-4664E1E5F385}"/>
              </a:ext>
            </a:extLst>
          </p:cNvPr>
          <p:cNvSpPr>
            <a:spLocks noGrp="1"/>
          </p:cNvSpPr>
          <p:nvPr>
            <p:ph type="subTitle" idx="1" hasCustomPrompt="1"/>
          </p:nvPr>
        </p:nvSpPr>
        <p:spPr>
          <a:xfrm>
            <a:off x="1143000" y="2701926"/>
            <a:ext cx="7010400" cy="1241425"/>
          </a:xfrm>
          <a:prstGeom prst="rect">
            <a:avLst/>
          </a:prstGeom>
        </p:spPr>
        <p:txBody>
          <a:bodyPr>
            <a:normAutofit/>
          </a:bodyPr>
          <a:lstStyle>
            <a:lvl1pPr marL="0" indent="0" algn="ctr">
              <a:buNone/>
              <a:defRPr sz="1800">
                <a:solidFill>
                  <a:srgbClr val="393A39"/>
                </a:solidFill>
                <a:latin typeface="Lato" panose="020F0502020204030203"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dirty="0"/>
              <a:t>Section subtitle</a:t>
            </a:r>
          </a:p>
        </p:txBody>
      </p:sp>
    </p:spTree>
    <p:extLst>
      <p:ext uri="{BB962C8B-B14F-4D97-AF65-F5344CB8AC3E}">
        <p14:creationId xmlns:p14="http://schemas.microsoft.com/office/powerpoint/2010/main" val="3495975183"/>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p:cSld name="Section Header (1 imag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5C75013-BE00-9D42-B3E2-0277BC8801EC}"/>
              </a:ext>
            </a:extLst>
          </p:cNvPr>
          <p:cNvSpPr/>
          <p:nvPr/>
        </p:nvSpPr>
        <p:spPr>
          <a:xfrm>
            <a:off x="685800" y="1055688"/>
            <a:ext cx="8085668" cy="40878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685800" y="1055689"/>
            <a:ext cx="8077200" cy="4087812"/>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457200" y="3058220"/>
            <a:ext cx="2650067" cy="899764"/>
          </a:xfrm>
          <a:solidFill>
            <a:schemeClr val="tx2"/>
          </a:solidFill>
        </p:spPr>
        <p:txBody>
          <a:bodyPr lIns="137160" tIns="45720" rIns="137160" bIns="45720" anchor="b" anchorCtr="0">
            <a:noAutofit/>
          </a:bodyPr>
          <a:lstStyle>
            <a:lvl1pPr marL="0" indent="0">
              <a:buNone/>
              <a:defRPr sz="2700" b="1">
                <a:solidFill>
                  <a:schemeClr val="accent3"/>
                </a:solidFill>
              </a:defRPr>
            </a:lvl1pPr>
            <a:lvl2pPr>
              <a:defRPr>
                <a:solidFill>
                  <a:schemeClr val="bg2"/>
                </a:solidFill>
              </a:defRPr>
            </a:lvl2pPr>
            <a:lvl3pPr>
              <a:defRPr>
                <a:solidFill>
                  <a:schemeClr val="bg2"/>
                </a:solidFill>
              </a:defRPr>
            </a:lvl3pPr>
          </a:lstStyle>
          <a:p>
            <a:pPr lvl="0"/>
            <a:r>
              <a:rPr lang="en-US" dirty="0"/>
              <a:t>Section Header Title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457200" y="3957986"/>
            <a:ext cx="2650067" cy="899764"/>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SHORT Body text here</a:t>
            </a:r>
          </a:p>
        </p:txBody>
      </p:sp>
      <p:sp>
        <p:nvSpPr>
          <p:cNvPr id="12" name="Text Placeholder 2">
            <a:extLst>
              <a:ext uri="{FF2B5EF4-FFF2-40B4-BE49-F238E27FC236}">
                <a16:creationId xmlns:a16="http://schemas.microsoft.com/office/drawing/2014/main" id="{BC42EB25-D658-9942-9DB4-E2923B92DF11}"/>
              </a:ext>
            </a:extLst>
          </p:cNvPr>
          <p:cNvSpPr>
            <a:spLocks noGrp="1"/>
          </p:cNvSpPr>
          <p:nvPr>
            <p:ph type="body" sz="quarter" idx="12" hasCustomPrompt="1"/>
          </p:nvPr>
        </p:nvSpPr>
        <p:spPr>
          <a:xfrm>
            <a:off x="6553200" y="4781550"/>
            <a:ext cx="2133600" cy="304800"/>
          </a:xfrm>
        </p:spPr>
        <p:txBody>
          <a:bodyPr>
            <a:normAutofit/>
          </a:bodyPr>
          <a:lstStyle>
            <a:lvl1pPr marL="0" indent="0" algn="r">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Caption in this style only if necessary</a:t>
            </a:r>
          </a:p>
        </p:txBody>
      </p:sp>
      <p:sp>
        <p:nvSpPr>
          <p:cNvPr id="14" name="Content Placeholder 3">
            <a:extLst>
              <a:ext uri="{FF2B5EF4-FFF2-40B4-BE49-F238E27FC236}">
                <a16:creationId xmlns:a16="http://schemas.microsoft.com/office/drawing/2014/main" id="{E80C21CB-A127-4642-94A3-3D6DB9505036}"/>
              </a:ext>
            </a:extLst>
          </p:cNvPr>
          <p:cNvSpPr>
            <a:spLocks noGrp="1"/>
          </p:cNvSpPr>
          <p:nvPr>
            <p:ph sz="quarter" idx="30" hasCustomPrompt="1"/>
          </p:nvPr>
        </p:nvSpPr>
        <p:spPr>
          <a:xfrm>
            <a:off x="457200" y="2674679"/>
            <a:ext cx="2650067" cy="383540"/>
          </a:xfrm>
          <a:solidFill>
            <a:schemeClr val="tx2"/>
          </a:solidFill>
        </p:spPr>
        <p:txBody>
          <a:bodyPr lIns="137160" tIns="45720" rIns="137160" bIns="0" anchor="b" anchorCtr="0">
            <a:normAutofit/>
          </a:bodyPr>
          <a:lstStyle>
            <a:lvl1pPr marL="0" indent="0">
              <a:buNone/>
              <a:defRPr sz="1200" b="1" i="0">
                <a:solidFill>
                  <a:srgbClr val="84C2EA"/>
                </a:solidFill>
                <a:latin typeface="Lato Black" panose="020F0502020204030203" pitchFamily="34" charset="77"/>
              </a:defRPr>
            </a:lvl1pPr>
            <a:lvl2pPr>
              <a:defRPr>
                <a:solidFill>
                  <a:schemeClr val="bg2"/>
                </a:solidFill>
              </a:defRPr>
            </a:lvl2pPr>
            <a:lvl3pPr>
              <a:defRPr>
                <a:solidFill>
                  <a:schemeClr val="bg2"/>
                </a:solidFill>
              </a:defRPr>
            </a:lvl3pPr>
          </a:lstStyle>
          <a:p>
            <a:pPr lvl="0"/>
            <a:r>
              <a:rPr lang="en-US" dirty="0"/>
              <a:t>SHORT HEADER ALL CAPS!</a:t>
            </a:r>
          </a:p>
        </p:txBody>
      </p:sp>
      <p:sp>
        <p:nvSpPr>
          <p:cNvPr id="8" name="Rectangle 7">
            <a:extLst>
              <a:ext uri="{FF2B5EF4-FFF2-40B4-BE49-F238E27FC236}">
                <a16:creationId xmlns:a16="http://schemas.microsoft.com/office/drawing/2014/main" id="{8AAED6A1-246F-9E0D-4275-1AB30F348023}"/>
              </a:ext>
            </a:extLst>
          </p:cNvPr>
          <p:cNvSpPr/>
          <p:nvPr/>
        </p:nvSpPr>
        <p:spPr>
          <a:xfrm>
            <a:off x="685800" y="1055688"/>
            <a:ext cx="8085668" cy="40878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3345331354"/>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obj" preserve="1">
  <p:cSld name="Basic: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F8A22-6A5B-4550-87C4-98CDB8846F3D}"/>
              </a:ext>
            </a:extLst>
          </p:cNvPr>
          <p:cNvSpPr>
            <a:spLocks noGrp="1"/>
          </p:cNvSpPr>
          <p:nvPr>
            <p:ph type="title" hasCustomPrompt="1"/>
          </p:nvPr>
        </p:nvSpPr>
        <p:spPr>
          <a:xfrm>
            <a:off x="457200" y="590550"/>
            <a:ext cx="8305800"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dirty="0"/>
              <a:t>Title goes here, can be aligned top middle or </a:t>
            </a:r>
            <a:r>
              <a:rPr lang="en-US" dirty="0" err="1"/>
              <a:t>botton</a:t>
            </a:r>
            <a:r>
              <a:rPr lang="en-US" dirty="0"/>
              <a:t> depending on if one or two lines or if you need more space*</a:t>
            </a:r>
          </a:p>
        </p:txBody>
      </p:sp>
      <p:sp>
        <p:nvSpPr>
          <p:cNvPr id="3" name="Content Placeholder 2">
            <a:extLst>
              <a:ext uri="{FF2B5EF4-FFF2-40B4-BE49-F238E27FC236}">
                <a16:creationId xmlns:a16="http://schemas.microsoft.com/office/drawing/2014/main" id="{B67B1DA0-7E63-4CDE-961E-607D001A9B67}"/>
              </a:ext>
            </a:extLst>
          </p:cNvPr>
          <p:cNvSpPr>
            <a:spLocks noGrp="1"/>
          </p:cNvSpPr>
          <p:nvPr>
            <p:ph idx="1"/>
          </p:nvPr>
        </p:nvSpPr>
        <p:spPr>
          <a:xfrm>
            <a:off x="457200" y="1333500"/>
            <a:ext cx="8305800" cy="3752850"/>
          </a:xfrm>
          <a:prstGeom prst="rect">
            <a:avLst/>
          </a:prstGeom>
        </p:spPr>
        <p:txBody>
          <a:bodyPr lIns="0">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830241529"/>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p:cSld name="Basic: 2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183CD7-383B-48A0-8B71-F06BC83DEDB6}"/>
              </a:ext>
            </a:extLst>
          </p:cNvPr>
          <p:cNvSpPr>
            <a:spLocks noGrp="1"/>
          </p:cNvSpPr>
          <p:nvPr>
            <p:ph sz="half" idx="1"/>
          </p:nvPr>
        </p:nvSpPr>
        <p:spPr>
          <a:xfrm>
            <a:off x="457201" y="1333514"/>
            <a:ext cx="4112486" cy="3752837"/>
          </a:xfrm>
          <a:prstGeom prst="rect">
            <a:avLst/>
          </a:prstGeom>
        </p:spPr>
        <p:txBody>
          <a:bodyPr lIns="0">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03355965-8388-42DC-8FE0-FECC99CDC81E}"/>
              </a:ext>
            </a:extLst>
          </p:cNvPr>
          <p:cNvSpPr>
            <a:spLocks noGrp="1"/>
          </p:cNvSpPr>
          <p:nvPr>
            <p:ph sz="half" idx="2"/>
          </p:nvPr>
        </p:nvSpPr>
        <p:spPr>
          <a:xfrm>
            <a:off x="4726714" y="1333514"/>
            <a:ext cx="4036286" cy="3752837"/>
          </a:xfrm>
          <a:prstGeom prst="rect">
            <a:avLst/>
          </a:prstGeom>
        </p:spPr>
        <p:txBody>
          <a:bodyPr lIns="0">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itle 1">
            <a:extLst>
              <a:ext uri="{FF2B5EF4-FFF2-40B4-BE49-F238E27FC236}">
                <a16:creationId xmlns:a16="http://schemas.microsoft.com/office/drawing/2014/main" id="{F0C35649-F5E1-436D-BCBC-468BEAF27C9D}"/>
              </a:ext>
            </a:extLst>
          </p:cNvPr>
          <p:cNvSpPr>
            <a:spLocks noGrp="1"/>
          </p:cNvSpPr>
          <p:nvPr>
            <p:ph type="title" hasCustomPrompt="1"/>
          </p:nvPr>
        </p:nvSpPr>
        <p:spPr>
          <a:xfrm>
            <a:off x="457200" y="590563"/>
            <a:ext cx="8305801"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dirty="0"/>
              <a:t>Title goes here, can be aligned top middle or </a:t>
            </a:r>
            <a:r>
              <a:rPr lang="en-US" dirty="0" err="1"/>
              <a:t>botton</a:t>
            </a:r>
            <a:r>
              <a:rPr lang="en-US" dirty="0"/>
              <a:t> depending on if one or two lines or if you need more space*</a:t>
            </a:r>
          </a:p>
        </p:txBody>
      </p:sp>
    </p:spTree>
    <p:extLst>
      <p:ext uri="{BB962C8B-B14F-4D97-AF65-F5344CB8AC3E}">
        <p14:creationId xmlns:p14="http://schemas.microsoft.com/office/powerpoint/2010/main" val="1180238882"/>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p:cSld name="Basic: 2 column subtitle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855CD0-D773-472C-923C-F2A3641F6698}"/>
              </a:ext>
            </a:extLst>
          </p:cNvPr>
          <p:cNvSpPr>
            <a:spLocks noGrp="1"/>
          </p:cNvSpPr>
          <p:nvPr>
            <p:ph type="body" idx="1" hasCustomPrompt="1"/>
          </p:nvPr>
        </p:nvSpPr>
        <p:spPr>
          <a:xfrm>
            <a:off x="458789" y="1333515"/>
            <a:ext cx="4041574" cy="628631"/>
          </a:xfrm>
          <a:prstGeom prst="rect">
            <a:avLst/>
          </a:prstGeom>
        </p:spPr>
        <p:txBody>
          <a:bodyPr lIns="0" anchor="b">
            <a:normAutofit/>
          </a:bodyPr>
          <a:lstStyle>
            <a:lvl1pPr marL="0" indent="0">
              <a:buNone/>
              <a:defRPr sz="1800" b="1">
                <a:solidFill>
                  <a:srgbClr val="393A39"/>
                </a:solidFill>
                <a:latin typeface="Lato" panose="020F0502020204030203" pitchFamily="34" charset="0"/>
              </a:defRPr>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dirty="0"/>
              <a:t>Use this slide mostly to compare things</a:t>
            </a:r>
          </a:p>
        </p:txBody>
      </p:sp>
      <p:sp>
        <p:nvSpPr>
          <p:cNvPr id="4" name="Content Placeholder 3">
            <a:extLst>
              <a:ext uri="{FF2B5EF4-FFF2-40B4-BE49-F238E27FC236}">
                <a16:creationId xmlns:a16="http://schemas.microsoft.com/office/drawing/2014/main" id="{A0970D2E-452D-4D8D-8871-F92BDDC48512}"/>
              </a:ext>
            </a:extLst>
          </p:cNvPr>
          <p:cNvSpPr>
            <a:spLocks noGrp="1"/>
          </p:cNvSpPr>
          <p:nvPr>
            <p:ph sz="half" idx="2"/>
          </p:nvPr>
        </p:nvSpPr>
        <p:spPr>
          <a:xfrm>
            <a:off x="458789" y="1962146"/>
            <a:ext cx="4041574" cy="3124205"/>
          </a:xfrm>
          <a:prstGeom prst="rect">
            <a:avLst/>
          </a:prstGeom>
        </p:spPr>
        <p:txBody>
          <a:bodyPr lIns="0">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21265C34-988A-4381-BE35-3CF7874797A1}"/>
              </a:ext>
            </a:extLst>
          </p:cNvPr>
          <p:cNvSpPr>
            <a:spLocks noGrp="1"/>
          </p:cNvSpPr>
          <p:nvPr>
            <p:ph type="body" sz="quarter" idx="3"/>
          </p:nvPr>
        </p:nvSpPr>
        <p:spPr>
          <a:xfrm>
            <a:off x="4719808" y="1333515"/>
            <a:ext cx="4043192" cy="628650"/>
          </a:xfrm>
          <a:prstGeom prst="rect">
            <a:avLst/>
          </a:prstGeom>
        </p:spPr>
        <p:txBody>
          <a:bodyPr lIns="0" anchor="b">
            <a:normAutofit/>
          </a:bodyPr>
          <a:lstStyle>
            <a:lvl1pPr marL="0" indent="0">
              <a:buNone/>
              <a:defRPr sz="1800" b="1">
                <a:solidFill>
                  <a:srgbClr val="393A39"/>
                </a:solidFill>
                <a:latin typeface="Lato" panose="020F0502020204030203" pitchFamily="34" charset="0"/>
              </a:defRPr>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BAD278-0467-4156-945B-8A0C6FB1AAEA}"/>
              </a:ext>
            </a:extLst>
          </p:cNvPr>
          <p:cNvSpPr>
            <a:spLocks noGrp="1"/>
          </p:cNvSpPr>
          <p:nvPr>
            <p:ph sz="quarter" idx="4"/>
          </p:nvPr>
        </p:nvSpPr>
        <p:spPr>
          <a:xfrm>
            <a:off x="4719808" y="1962163"/>
            <a:ext cx="4043192" cy="3124187"/>
          </a:xfrm>
          <a:prstGeom prst="rect">
            <a:avLst/>
          </a:prstGeom>
        </p:spPr>
        <p:txBody>
          <a:bodyPr lIns="0">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7" name="Title 1">
            <a:extLst>
              <a:ext uri="{FF2B5EF4-FFF2-40B4-BE49-F238E27FC236}">
                <a16:creationId xmlns:a16="http://schemas.microsoft.com/office/drawing/2014/main" id="{9B9489FC-5B9D-4C9C-A962-ECD59DECD47F}"/>
              </a:ext>
            </a:extLst>
          </p:cNvPr>
          <p:cNvSpPr>
            <a:spLocks noGrp="1"/>
          </p:cNvSpPr>
          <p:nvPr>
            <p:ph type="title" hasCustomPrompt="1"/>
          </p:nvPr>
        </p:nvSpPr>
        <p:spPr>
          <a:xfrm>
            <a:off x="457200" y="590564"/>
            <a:ext cx="8305800"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dirty="0"/>
              <a:t>Title goes here, can be aligned top middle or </a:t>
            </a:r>
            <a:r>
              <a:rPr lang="en-US" dirty="0" err="1"/>
              <a:t>botton</a:t>
            </a:r>
            <a:r>
              <a:rPr lang="en-US" dirty="0"/>
              <a:t> depending on if one or two lines or if you need more space*</a:t>
            </a:r>
          </a:p>
        </p:txBody>
      </p:sp>
    </p:spTree>
    <p:extLst>
      <p:ext uri="{BB962C8B-B14F-4D97-AF65-F5344CB8AC3E}">
        <p14:creationId xmlns:p14="http://schemas.microsoft.com/office/powerpoint/2010/main" val="3195167247"/>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706960"/>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p:cSld name="Basic + 1 Small Image (transparent) ">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6172200" y="0"/>
            <a:ext cx="29718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1">
            <a:extLst>
              <a:ext uri="{FF2B5EF4-FFF2-40B4-BE49-F238E27FC236}">
                <a16:creationId xmlns:a16="http://schemas.microsoft.com/office/drawing/2014/main" id="{439FB627-FD00-4FAF-95D2-71E0F07CFB84}"/>
              </a:ext>
            </a:extLst>
          </p:cNvPr>
          <p:cNvSpPr>
            <a:spLocks noGrp="1"/>
          </p:cNvSpPr>
          <p:nvPr>
            <p:ph type="title" hasCustomPrompt="1"/>
          </p:nvPr>
        </p:nvSpPr>
        <p:spPr>
          <a:xfrm>
            <a:off x="457201" y="819150"/>
            <a:ext cx="53133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dirty="0"/>
              <a:t>Title, aligned bottom, don’t hit enter</a:t>
            </a:r>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6172200" y="0"/>
            <a:ext cx="2971800" cy="5143500"/>
          </a:xfrm>
          <a:noFill/>
        </p:spPr>
        <p:txBody>
          <a:bodyPr/>
          <a:lstStyle>
            <a:lvl1pPr marL="0" indent="0">
              <a:buNone/>
              <a:defRPr/>
            </a:lvl1pPr>
            <a:lvl2pPr marL="292093" indent="0">
              <a:buFont typeface="Arial" panose="020B0604020202020204" pitchFamily="34" charset="0"/>
              <a:buNone/>
              <a:defRPr/>
            </a:lvl2pPr>
            <a:lvl3pPr marL="576248" indent="0">
              <a:buNone/>
              <a:defRPr/>
            </a:lvl3pPr>
          </a:lstStyle>
          <a:p>
            <a:pPr lvl="0"/>
            <a:r>
              <a:rPr lang="en-US" dirty="0"/>
              <a:t>Transparent background model image or diagram ONLY (no images that already have backgrounds at all, no screenshots either). Take image to the edges and use cropping, don’t just float within it.</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457201" y="1619250"/>
            <a:ext cx="5313362" cy="3162300"/>
          </a:xfrm>
          <a:prstGeom prst="rect">
            <a:avLst/>
          </a:prstGeom>
        </p:spPr>
        <p:txBody>
          <a:bodyPr lIns="0" numCol="1">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26066BEB-7D2D-5A43-9F67-5650CF5696CF}"/>
              </a:ext>
            </a:extLst>
          </p:cNvPr>
          <p:cNvSpPr>
            <a:spLocks noGrp="1"/>
          </p:cNvSpPr>
          <p:nvPr>
            <p:ph type="body" sz="quarter" idx="12" hasCustomPrompt="1"/>
          </p:nvPr>
        </p:nvSpPr>
        <p:spPr>
          <a:xfrm>
            <a:off x="6392008" y="4629150"/>
            <a:ext cx="2523392" cy="304800"/>
          </a:xfrm>
        </p:spPr>
        <p:txBody>
          <a:bodyPr>
            <a:normAutofit/>
          </a:bodyPr>
          <a:lstStyle>
            <a:lvl1pPr marL="0" indent="0">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Caption in this style only if necessary (move to be near image)</a:t>
            </a:r>
          </a:p>
        </p:txBody>
      </p:sp>
      <p:sp>
        <p:nvSpPr>
          <p:cNvPr id="7" name="Rectangle 6">
            <a:extLst>
              <a:ext uri="{FF2B5EF4-FFF2-40B4-BE49-F238E27FC236}">
                <a16:creationId xmlns:a16="http://schemas.microsoft.com/office/drawing/2014/main" id="{B1CA0576-4472-EDB0-1F4A-A3810F466C67}"/>
              </a:ext>
            </a:extLst>
          </p:cNvPr>
          <p:cNvSpPr/>
          <p:nvPr/>
        </p:nvSpPr>
        <p:spPr>
          <a:xfrm>
            <a:off x="6172200" y="0"/>
            <a:ext cx="29718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593207370"/>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p:cSld name="Basic + 1 Image (transpar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3887788" y="0"/>
            <a:ext cx="5256212"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819150"/>
            <a:ext cx="2949575"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4114800" y="209550"/>
            <a:ext cx="4800600" cy="4724400"/>
          </a:xfrm>
          <a:noFill/>
        </p:spPr>
        <p:txBody>
          <a:bodyPr/>
          <a:lstStyle>
            <a:lvl1pPr marL="0" indent="0">
              <a:buNone/>
              <a:defRPr/>
            </a:lvl1pPr>
            <a:lvl3pPr>
              <a:defRPr/>
            </a:lvl3pPr>
          </a:lstStyle>
          <a:p>
            <a:pPr lvl="0"/>
            <a:r>
              <a:rPr lang="en-US" dirty="0"/>
              <a:t>Transparent background model image or diagram ONLY (no images that already have backgrounds at all, no screenshots either). Take image to the edges and use cropping, don’t just float within it.</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457201" y="1619250"/>
            <a:ext cx="2949575" cy="31623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EAFD1F65-F171-7645-9310-3848480AA1B7}"/>
              </a:ext>
            </a:extLst>
          </p:cNvPr>
          <p:cNvSpPr>
            <a:spLocks noGrp="1"/>
          </p:cNvSpPr>
          <p:nvPr>
            <p:ph type="body" sz="quarter" idx="12" hasCustomPrompt="1"/>
          </p:nvPr>
        </p:nvSpPr>
        <p:spPr>
          <a:xfrm>
            <a:off x="4114800" y="4629150"/>
            <a:ext cx="3103378" cy="304800"/>
          </a:xfrm>
        </p:spPr>
        <p:txBody>
          <a:bodyPr>
            <a:normAutofit/>
          </a:bodyPr>
          <a:lstStyle>
            <a:lvl1pPr marL="0" indent="0">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Caption in this style only if necessary (move to be near image)</a:t>
            </a:r>
          </a:p>
        </p:txBody>
      </p:sp>
      <p:sp>
        <p:nvSpPr>
          <p:cNvPr id="7" name="Rectangle 6">
            <a:extLst>
              <a:ext uri="{FF2B5EF4-FFF2-40B4-BE49-F238E27FC236}">
                <a16:creationId xmlns:a16="http://schemas.microsoft.com/office/drawing/2014/main" id="{DDE67892-DDAF-4923-1245-108AD865A7DF}"/>
              </a:ext>
            </a:extLst>
          </p:cNvPr>
          <p:cNvSpPr/>
          <p:nvPr/>
        </p:nvSpPr>
        <p:spPr>
          <a:xfrm>
            <a:off x="3887788" y="0"/>
            <a:ext cx="5256212"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357364863"/>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p:cSld name="Basic + 1 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819150"/>
            <a:ext cx="2949575"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4114800" y="209550"/>
            <a:ext cx="4800600" cy="4724400"/>
          </a:xfrm>
          <a:noFill/>
        </p:spPr>
        <p:txBody>
          <a:bodyPr/>
          <a:lstStyle>
            <a:lvl1pPr marL="0" indent="0">
              <a:buNone/>
              <a:defRPr/>
            </a:lvl1pPr>
            <a:lvl3pPr>
              <a:defRPr/>
            </a:lvl3pPr>
          </a:lstStyle>
          <a:p>
            <a:pPr lvl="0"/>
            <a:r>
              <a:rPr lang="en-US" dirty="0"/>
              <a:t>This space is for images or diagrams</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hasCustomPrompt="1"/>
          </p:nvPr>
        </p:nvSpPr>
        <p:spPr>
          <a:xfrm>
            <a:off x="457201" y="1619250"/>
            <a:ext cx="2949575" cy="31623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This text box can be extended to the right if needed (do NOT change the left alignment)</a:t>
            </a:r>
          </a:p>
          <a:p>
            <a:pPr lvl="1"/>
            <a:r>
              <a:rPr lang="en-US" dirty="0"/>
              <a:t>Second level</a:t>
            </a:r>
          </a:p>
          <a:p>
            <a:pPr lvl="2"/>
            <a:r>
              <a:rPr lang="en-US" dirty="0"/>
              <a:t>Third level</a:t>
            </a:r>
          </a:p>
        </p:txBody>
      </p:sp>
      <p:sp>
        <p:nvSpPr>
          <p:cNvPr id="6" name="Text Placeholder 2">
            <a:extLst>
              <a:ext uri="{FF2B5EF4-FFF2-40B4-BE49-F238E27FC236}">
                <a16:creationId xmlns:a16="http://schemas.microsoft.com/office/drawing/2014/main" id="{0530032C-BEDF-DA40-8660-8F9EF489DC38}"/>
              </a:ext>
            </a:extLst>
          </p:cNvPr>
          <p:cNvSpPr>
            <a:spLocks noGrp="1"/>
          </p:cNvSpPr>
          <p:nvPr>
            <p:ph type="body" sz="quarter" idx="12" hasCustomPrompt="1"/>
          </p:nvPr>
        </p:nvSpPr>
        <p:spPr>
          <a:xfrm>
            <a:off x="4114800" y="4629150"/>
            <a:ext cx="3103378" cy="304800"/>
          </a:xfrm>
        </p:spPr>
        <p:txBody>
          <a:bodyPr>
            <a:normAutofit/>
          </a:bodyPr>
          <a:lstStyle>
            <a:lvl1pPr marL="0" indent="0">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Caption in this style only if necessary (move to be near image)</a:t>
            </a:r>
          </a:p>
        </p:txBody>
      </p:sp>
    </p:spTree>
    <p:extLst>
      <p:ext uri="{BB962C8B-B14F-4D97-AF65-F5344CB8AC3E}">
        <p14:creationId xmlns:p14="http://schemas.microsoft.com/office/powerpoint/2010/main" val="928947323"/>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p:cSld name="Full UI (uncropp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D31936-C3F8-4543-8C3C-56E4DA99C47C}"/>
              </a:ext>
            </a:extLst>
          </p:cNvPr>
          <p:cNvSpPr/>
          <p:nvPr/>
        </p:nvSpPr>
        <p:spPr>
          <a:xfrm>
            <a:off x="0" y="-19050"/>
            <a:ext cx="9144000" cy="3619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1143001" y="971551"/>
            <a:ext cx="7699124" cy="4330757"/>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Full GUI image ONLY, cropped off at the bottom a little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hasCustomPrompt="1"/>
          </p:nvPr>
        </p:nvSpPr>
        <p:spPr>
          <a:xfrm>
            <a:off x="1066800" y="115217"/>
            <a:ext cx="5410200" cy="326781"/>
          </a:xfrm>
          <a:prstGeom prst="rect">
            <a:avLst/>
          </a:prstGeom>
        </p:spPr>
        <p:txBody>
          <a:bodyPr lIns="91440" anchor="t">
            <a:normAutofit/>
          </a:bodyPr>
          <a:lstStyle>
            <a:lvl1pPr>
              <a:defRPr sz="1000" b="1" i="0">
                <a:solidFill>
                  <a:schemeClr val="accent2"/>
                </a:solidFill>
                <a:latin typeface="Lato Black" panose="020F0502020204030203" pitchFamily="34" charset="77"/>
              </a:defRPr>
            </a:lvl1pPr>
          </a:lstStyle>
          <a:p>
            <a:r>
              <a:rPr lang="en-US" dirty="0"/>
              <a:t>ALL CAPS SMALL TITLE***</a:t>
            </a:r>
          </a:p>
        </p:txBody>
      </p:sp>
      <p:pic>
        <p:nvPicPr>
          <p:cNvPr id="8" name="Picture 7">
            <a:extLst>
              <a:ext uri="{FF2B5EF4-FFF2-40B4-BE49-F238E27FC236}">
                <a16:creationId xmlns:a16="http://schemas.microsoft.com/office/drawing/2014/main" id="{19E75701-0E22-4B4A-8AA4-6D0F867616DF}"/>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11" name="Picture 10">
            <a:extLst>
              <a:ext uri="{FF2B5EF4-FFF2-40B4-BE49-F238E27FC236}">
                <a16:creationId xmlns:a16="http://schemas.microsoft.com/office/drawing/2014/main" id="{DD5DBF44-D76D-FF41-BCD4-B3E4748860A2}"/>
              </a:ext>
            </a:extLst>
          </p:cNvPr>
          <p:cNvPicPr>
            <a:picLocks noChangeAspect="1"/>
          </p:cNvPicPr>
          <p:nvPr/>
        </p:nvPicPr>
        <p:blipFill>
          <a:blip r:embed="rId3"/>
          <a:stretch>
            <a:fillRect/>
          </a:stretch>
        </p:blipFill>
        <p:spPr>
          <a:xfrm>
            <a:off x="115779" y="223914"/>
            <a:ext cx="752320" cy="69658"/>
          </a:xfrm>
          <a:prstGeom prst="rect">
            <a:avLst/>
          </a:prstGeom>
        </p:spPr>
      </p:pic>
      <p:sp>
        <p:nvSpPr>
          <p:cNvPr id="7" name="Rectangle 6">
            <a:extLst>
              <a:ext uri="{FF2B5EF4-FFF2-40B4-BE49-F238E27FC236}">
                <a16:creationId xmlns:a16="http://schemas.microsoft.com/office/drawing/2014/main" id="{42467CAC-3DC0-BBB0-897A-D82D1EBA8E5B}"/>
              </a:ext>
            </a:extLst>
          </p:cNvPr>
          <p:cNvSpPr/>
          <p:nvPr/>
        </p:nvSpPr>
        <p:spPr>
          <a:xfrm>
            <a:off x="0" y="-19050"/>
            <a:ext cx="9144000" cy="3619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2" name="Picture 11">
            <a:extLst>
              <a:ext uri="{FF2B5EF4-FFF2-40B4-BE49-F238E27FC236}">
                <a16:creationId xmlns:a16="http://schemas.microsoft.com/office/drawing/2014/main" id="{E0CE5A53-BEDF-A038-5BCC-E310F97E59AF}"/>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13" name="Picture 12">
            <a:extLst>
              <a:ext uri="{FF2B5EF4-FFF2-40B4-BE49-F238E27FC236}">
                <a16:creationId xmlns:a16="http://schemas.microsoft.com/office/drawing/2014/main" id="{B655EE61-4923-B082-D9A2-1C79D47B24D9}"/>
              </a:ext>
            </a:extLst>
          </p:cNvPr>
          <p:cNvPicPr>
            <a:picLocks noChangeAspect="1"/>
          </p:cNvPicPr>
          <p:nvPr/>
        </p:nvPicPr>
        <p:blipFill>
          <a:blip r:embed="rId3"/>
          <a:stretch>
            <a:fillRect/>
          </a:stretch>
        </p:blipFill>
        <p:spPr>
          <a:xfrm>
            <a:off x="115779" y="223914"/>
            <a:ext cx="752320" cy="69658"/>
          </a:xfrm>
          <a:prstGeom prst="rect">
            <a:avLst/>
          </a:prstGeom>
        </p:spPr>
      </p:pic>
    </p:spTree>
    <p:extLst>
      <p:ext uri="{BB962C8B-B14F-4D97-AF65-F5344CB8AC3E}">
        <p14:creationId xmlns:p14="http://schemas.microsoft.com/office/powerpoint/2010/main" val="2158525050"/>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p:cSld name="Full UI + Bullets">
    <p:spTree>
      <p:nvGrpSpPr>
        <p:cNvPr id="1" name=""/>
        <p:cNvGrpSpPr/>
        <p:nvPr/>
      </p:nvGrpSpPr>
      <p:grpSpPr>
        <a:xfrm>
          <a:off x="0" y="0"/>
          <a:ext cx="0" cy="0"/>
          <a:chOff x="0" y="0"/>
          <a:chExt cx="0" cy="0"/>
        </a:xfrm>
      </p:grpSpPr>
      <p:sp>
        <p:nvSpPr>
          <p:cNvPr id="6" name="Content Placeholder 3">
            <a:extLst>
              <a:ext uri="{FF2B5EF4-FFF2-40B4-BE49-F238E27FC236}">
                <a16:creationId xmlns:a16="http://schemas.microsoft.com/office/drawing/2014/main" id="{605A7786-1341-C946-B039-5154A953C255}"/>
              </a:ext>
            </a:extLst>
          </p:cNvPr>
          <p:cNvSpPr>
            <a:spLocks noGrp="1"/>
          </p:cNvSpPr>
          <p:nvPr>
            <p:ph sz="half" idx="18" hasCustomPrompt="1"/>
          </p:nvPr>
        </p:nvSpPr>
        <p:spPr>
          <a:xfrm>
            <a:off x="457201" y="3034641"/>
            <a:ext cx="2417762" cy="167071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This space is meant for body text not bullets</a:t>
            </a:r>
          </a:p>
          <a:p>
            <a:pPr lvl="1"/>
            <a:r>
              <a:rPr lang="en-US" dirty="0"/>
              <a:t>Second level</a:t>
            </a:r>
          </a:p>
          <a:p>
            <a:pPr lvl="2"/>
            <a:r>
              <a:rPr lang="en-US" dirty="0"/>
              <a:t>Third level</a:t>
            </a:r>
          </a:p>
        </p:txBody>
      </p:sp>
      <p:sp>
        <p:nvSpPr>
          <p:cNvPr id="2" name="Rectangle 1">
            <a:extLst>
              <a:ext uri="{FF2B5EF4-FFF2-40B4-BE49-F238E27FC236}">
                <a16:creationId xmlns:a16="http://schemas.microsoft.com/office/drawing/2014/main" id="{24948BB7-C5F7-154F-ABB6-A26EB95A5488}"/>
              </a:ext>
            </a:extLst>
          </p:cNvPr>
          <p:cNvSpPr/>
          <p:nvPr/>
        </p:nvSpPr>
        <p:spPr>
          <a:xfrm>
            <a:off x="0" y="1047750"/>
            <a:ext cx="37338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3271058" y="436767"/>
            <a:ext cx="5872941" cy="4706734"/>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Full GUI image ONLY, cropped off the bottom and off the right side!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1200150"/>
            <a:ext cx="2417762" cy="15240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7" name="Rectangle 6">
            <a:extLst>
              <a:ext uri="{FF2B5EF4-FFF2-40B4-BE49-F238E27FC236}">
                <a16:creationId xmlns:a16="http://schemas.microsoft.com/office/drawing/2014/main" id="{006F058F-2CBA-180D-FB9F-5D8541C7E38B}"/>
              </a:ext>
            </a:extLst>
          </p:cNvPr>
          <p:cNvSpPr/>
          <p:nvPr/>
        </p:nvSpPr>
        <p:spPr>
          <a:xfrm>
            <a:off x="0" y="1047750"/>
            <a:ext cx="37338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4124077090"/>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p:cSld name="Full UI + 2 Subsections">
    <p:spTree>
      <p:nvGrpSpPr>
        <p:cNvPr id="1" name=""/>
        <p:cNvGrpSpPr/>
        <p:nvPr/>
      </p:nvGrpSpPr>
      <p:grpSpPr>
        <a:xfrm>
          <a:off x="0" y="0"/>
          <a:ext cx="0" cy="0"/>
          <a:chOff x="0" y="0"/>
          <a:chExt cx="0" cy="0"/>
        </a:xfrm>
      </p:grpSpPr>
      <p:sp>
        <p:nvSpPr>
          <p:cNvPr id="8" name="Content Placeholder 3">
            <a:extLst>
              <a:ext uri="{FF2B5EF4-FFF2-40B4-BE49-F238E27FC236}">
                <a16:creationId xmlns:a16="http://schemas.microsoft.com/office/drawing/2014/main" id="{C10A5AEE-B817-934D-8242-D5F59127342B}"/>
              </a:ext>
            </a:extLst>
          </p:cNvPr>
          <p:cNvSpPr>
            <a:spLocks noGrp="1"/>
          </p:cNvSpPr>
          <p:nvPr>
            <p:ph sz="quarter" idx="15" hasCustomPrompt="1"/>
          </p:nvPr>
        </p:nvSpPr>
        <p:spPr>
          <a:xfrm>
            <a:off x="-2" y="2724151"/>
            <a:ext cx="1634721" cy="685801"/>
          </a:xfrm>
          <a:solidFill>
            <a:schemeClr val="tx2"/>
          </a:solidFill>
        </p:spPr>
        <p:txBody>
          <a:bodyPr lIns="274320" tIns="137160" rIns="137160" bIns="45720" anchor="b" anchorCtr="0">
            <a:noAutofit/>
          </a:bodyPr>
          <a:lstStyle>
            <a:lvl1pPr marL="0" indent="0">
              <a:buNone/>
              <a:defRPr sz="12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1" name="Content Placeholder 3">
            <a:extLst>
              <a:ext uri="{FF2B5EF4-FFF2-40B4-BE49-F238E27FC236}">
                <a16:creationId xmlns:a16="http://schemas.microsoft.com/office/drawing/2014/main" id="{3AB85344-0F9C-6349-9259-7612E08CF13D}"/>
              </a:ext>
            </a:extLst>
          </p:cNvPr>
          <p:cNvSpPr>
            <a:spLocks noGrp="1"/>
          </p:cNvSpPr>
          <p:nvPr>
            <p:ph sz="quarter" idx="16" hasCustomPrompt="1"/>
          </p:nvPr>
        </p:nvSpPr>
        <p:spPr>
          <a:xfrm>
            <a:off x="-2" y="3409951"/>
            <a:ext cx="1634721" cy="1447800"/>
          </a:xfrm>
          <a:solidFill>
            <a:schemeClr val="tx2"/>
          </a:solidFill>
        </p:spPr>
        <p:txBody>
          <a:bodyPr lIns="274320" tIns="45720" rIns="137160" bIns="137160">
            <a:normAutofit/>
          </a:bodyPr>
          <a:lstStyle>
            <a:lvl1pPr>
              <a:defRPr>
                <a:solidFill>
                  <a:schemeClr val="bg2"/>
                </a:solidFill>
              </a:defRPr>
            </a:lvl1pPr>
            <a:lvl2pPr marL="6350" indent="0">
              <a:buFont typeface="Arial" panose="020B0604020202020204" pitchFamily="34" charset="0"/>
              <a:buNone/>
              <a:tabLst/>
              <a:defRPr sz="1100">
                <a:solidFill>
                  <a:schemeClr val="bg2"/>
                </a:solidFill>
              </a:defRPr>
            </a:lvl2pPr>
            <a:lvl3pPr>
              <a:defRPr>
                <a:solidFill>
                  <a:schemeClr val="bg2"/>
                </a:solidFill>
              </a:defRPr>
            </a:lvl3pPr>
          </a:lstStyle>
          <a:p>
            <a:pPr lvl="1"/>
            <a:r>
              <a:rPr lang="en-US" dirty="0"/>
              <a:t>Short body text</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14287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2" name="Content Placeholder 3">
            <a:extLst>
              <a:ext uri="{FF2B5EF4-FFF2-40B4-BE49-F238E27FC236}">
                <a16:creationId xmlns:a16="http://schemas.microsoft.com/office/drawing/2014/main" id="{CF2C3E51-2315-174E-85AB-DC5362D83E82}"/>
              </a:ext>
            </a:extLst>
          </p:cNvPr>
          <p:cNvSpPr>
            <a:spLocks noGrp="1"/>
          </p:cNvSpPr>
          <p:nvPr>
            <p:ph sz="quarter" idx="18" hasCustomPrompt="1"/>
          </p:nvPr>
        </p:nvSpPr>
        <p:spPr>
          <a:xfrm>
            <a:off x="1634717" y="2724151"/>
            <a:ext cx="1634721" cy="685801"/>
          </a:xfrm>
          <a:solidFill>
            <a:schemeClr val="tx2"/>
          </a:solidFill>
        </p:spPr>
        <p:txBody>
          <a:bodyPr lIns="137160" tIns="137160" rIns="274320" bIns="45720" anchor="b" anchorCtr="0">
            <a:noAutofit/>
          </a:bodyPr>
          <a:lstStyle>
            <a:lvl1pPr marL="0" indent="0">
              <a:buNone/>
              <a:defRPr sz="12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3" name="Content Placeholder 3">
            <a:extLst>
              <a:ext uri="{FF2B5EF4-FFF2-40B4-BE49-F238E27FC236}">
                <a16:creationId xmlns:a16="http://schemas.microsoft.com/office/drawing/2014/main" id="{D082C563-7E09-194A-B0C7-0427D9FEA226}"/>
              </a:ext>
            </a:extLst>
          </p:cNvPr>
          <p:cNvSpPr>
            <a:spLocks noGrp="1"/>
          </p:cNvSpPr>
          <p:nvPr>
            <p:ph sz="quarter" idx="19" hasCustomPrompt="1"/>
          </p:nvPr>
        </p:nvSpPr>
        <p:spPr>
          <a:xfrm>
            <a:off x="1634717" y="3409951"/>
            <a:ext cx="1634721" cy="1447800"/>
          </a:xfrm>
          <a:solidFill>
            <a:schemeClr val="tx2"/>
          </a:solidFill>
        </p:spPr>
        <p:txBody>
          <a:bodyPr lIns="137160" tIns="45720" rIns="274320" bIns="137160">
            <a:normAutofit/>
          </a:bodyPr>
          <a:lstStyle>
            <a:lvl1pPr>
              <a:defRPr>
                <a:solidFill>
                  <a:schemeClr val="bg2"/>
                </a:solidFill>
              </a:defRPr>
            </a:lvl1pPr>
            <a:lvl2pPr marL="6350" indent="0">
              <a:buFont typeface="Arial" panose="020B0604020202020204" pitchFamily="34" charset="0"/>
              <a:buNone/>
              <a:tabLst/>
              <a:defRPr sz="1100">
                <a:solidFill>
                  <a:schemeClr val="bg2"/>
                </a:solidFill>
              </a:defRPr>
            </a:lvl2pPr>
            <a:lvl3pPr>
              <a:defRPr>
                <a:solidFill>
                  <a:schemeClr val="bg2"/>
                </a:solidFill>
              </a:defRPr>
            </a:lvl3pPr>
          </a:lstStyle>
          <a:p>
            <a:pPr lvl="1"/>
            <a:r>
              <a:rPr lang="en-US" dirty="0"/>
              <a:t>Short body text</a:t>
            </a:r>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3271058" y="436767"/>
            <a:ext cx="5872941" cy="4706734"/>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Full GUI image ONLY, cropped off the bottom and off the right side!</a:t>
            </a:r>
          </a:p>
        </p:txBody>
      </p:sp>
    </p:spTree>
    <p:extLst>
      <p:ext uri="{BB962C8B-B14F-4D97-AF65-F5344CB8AC3E}">
        <p14:creationId xmlns:p14="http://schemas.microsoft.com/office/powerpoint/2010/main" val="1003588653"/>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p:cSld name="Cropped UI + Bulle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914401" y="742950"/>
            <a:ext cx="2971801" cy="44005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234180" y="1009650"/>
            <a:ext cx="422402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234180" y="2190750"/>
            <a:ext cx="422402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7" name="Rectangle 6">
            <a:extLst>
              <a:ext uri="{FF2B5EF4-FFF2-40B4-BE49-F238E27FC236}">
                <a16:creationId xmlns:a16="http://schemas.microsoft.com/office/drawing/2014/main" id="{9BBBC064-3E78-1685-DD1F-31B238FFA26A}"/>
              </a:ext>
            </a:extLst>
          </p:cNvPr>
          <p:cNvSpPr/>
          <p:nvPr/>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18635075"/>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p:cSld name="Cropped UI + 2 Subsectio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0" y="2603501"/>
            <a:ext cx="9144000" cy="2539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762000" y="742950"/>
            <a:ext cx="3124200" cy="44005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234180" y="1009650"/>
            <a:ext cx="4355321" cy="91440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25" name="Content Placeholder 3">
            <a:extLst>
              <a:ext uri="{FF2B5EF4-FFF2-40B4-BE49-F238E27FC236}">
                <a16:creationId xmlns:a16="http://schemas.microsoft.com/office/drawing/2014/main" id="{CDB8CB3B-090E-084B-9773-1D5AA8B26B3D}"/>
              </a:ext>
            </a:extLst>
          </p:cNvPr>
          <p:cNvSpPr>
            <a:spLocks noGrp="1"/>
          </p:cNvSpPr>
          <p:nvPr>
            <p:ph sz="quarter" idx="19" hasCustomPrompt="1"/>
          </p:nvPr>
        </p:nvSpPr>
        <p:spPr>
          <a:xfrm>
            <a:off x="4233401" y="2603500"/>
            <a:ext cx="210312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94DC190C-3A71-1240-860F-43C561E0C456}"/>
              </a:ext>
            </a:extLst>
          </p:cNvPr>
          <p:cNvSpPr>
            <a:spLocks noGrp="1"/>
          </p:cNvSpPr>
          <p:nvPr>
            <p:ph sz="quarter" idx="21" hasCustomPrompt="1"/>
          </p:nvPr>
        </p:nvSpPr>
        <p:spPr>
          <a:xfrm>
            <a:off x="6497207" y="2603500"/>
            <a:ext cx="2103119"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1" name="Content Placeholder 3">
            <a:extLst>
              <a:ext uri="{FF2B5EF4-FFF2-40B4-BE49-F238E27FC236}">
                <a16:creationId xmlns:a16="http://schemas.microsoft.com/office/drawing/2014/main" id="{5DF5F889-043E-614B-93E1-565AC48AF894}"/>
              </a:ext>
            </a:extLst>
          </p:cNvPr>
          <p:cNvSpPr>
            <a:spLocks noGrp="1"/>
          </p:cNvSpPr>
          <p:nvPr>
            <p:ph sz="half" idx="22" hasCustomPrompt="1"/>
          </p:nvPr>
        </p:nvSpPr>
        <p:spPr>
          <a:xfrm>
            <a:off x="4233402" y="2960014"/>
            <a:ext cx="2103121" cy="1743114"/>
          </a:xfrm>
          <a:prstGeom prst="rect">
            <a:avLst/>
          </a:prstGeom>
          <a:solidFill>
            <a:schemeClr val="bg1">
              <a:lumMod val="95000"/>
            </a:schemeClr>
          </a:solidFill>
          <a:ln w="6350">
            <a:solidFill>
              <a:schemeClr val="bg1">
                <a:lumMod val="95000"/>
              </a:schemeClr>
            </a:solidFill>
          </a:ln>
        </p:spPr>
        <p:txBody>
          <a:bodyPr lIns="137160" rIns="137160" bIns="91440">
            <a:normAutofit/>
          </a:bodyPr>
          <a:lstStyle>
            <a:lvl1pPr>
              <a:lnSpc>
                <a:spcPct val="100000"/>
              </a:lnSpc>
              <a:defRPr sz="12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Bullets all on the same level or body text (no sub bullets)</a:t>
            </a:r>
          </a:p>
          <a:p>
            <a:pPr lvl="1"/>
            <a:r>
              <a:rPr lang="en-US" dirty="0"/>
              <a:t>Second level</a:t>
            </a:r>
          </a:p>
          <a:p>
            <a:pPr lvl="1"/>
            <a:r>
              <a:rPr lang="en-US" dirty="0"/>
              <a:t>NEVER IMAGES</a:t>
            </a:r>
          </a:p>
        </p:txBody>
      </p:sp>
      <p:sp>
        <p:nvSpPr>
          <p:cNvPr id="12" name="Content Placeholder 3">
            <a:extLst>
              <a:ext uri="{FF2B5EF4-FFF2-40B4-BE49-F238E27FC236}">
                <a16:creationId xmlns:a16="http://schemas.microsoft.com/office/drawing/2014/main" id="{A44797D5-5F10-264E-8C89-F35D0593B862}"/>
              </a:ext>
            </a:extLst>
          </p:cNvPr>
          <p:cNvSpPr>
            <a:spLocks noGrp="1"/>
          </p:cNvSpPr>
          <p:nvPr>
            <p:ph sz="half" idx="23" hasCustomPrompt="1"/>
          </p:nvPr>
        </p:nvSpPr>
        <p:spPr>
          <a:xfrm>
            <a:off x="6497208" y="2960014"/>
            <a:ext cx="2103121" cy="1743114"/>
          </a:xfrm>
          <a:prstGeom prst="rect">
            <a:avLst/>
          </a:prstGeom>
          <a:solidFill>
            <a:schemeClr val="bg1">
              <a:lumMod val="95000"/>
            </a:schemeClr>
          </a:solidFill>
          <a:ln w="6350">
            <a:solidFill>
              <a:schemeClr val="bg1">
                <a:lumMod val="95000"/>
              </a:schemeClr>
            </a:solidFill>
          </a:ln>
        </p:spPr>
        <p:txBody>
          <a:bodyPr lIns="137160" rIns="137160" bIns="91440">
            <a:normAutofit/>
          </a:bodyPr>
          <a:lstStyle>
            <a:lvl1pPr>
              <a:lnSpc>
                <a:spcPct val="100000"/>
              </a:lnSpc>
              <a:defRPr sz="12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Bullets all on the same level or body text (no sub bullets)</a:t>
            </a:r>
          </a:p>
          <a:p>
            <a:pPr lvl="1"/>
            <a:r>
              <a:rPr lang="en-US" dirty="0"/>
              <a:t>Second level</a:t>
            </a:r>
          </a:p>
          <a:p>
            <a:pPr lvl="1"/>
            <a:r>
              <a:rPr lang="en-US" dirty="0"/>
              <a:t>NEVER IMAGES</a:t>
            </a:r>
          </a:p>
        </p:txBody>
      </p:sp>
      <p:sp>
        <p:nvSpPr>
          <p:cNvPr id="13" name="Rectangle 12">
            <a:extLst>
              <a:ext uri="{FF2B5EF4-FFF2-40B4-BE49-F238E27FC236}">
                <a16:creationId xmlns:a16="http://schemas.microsoft.com/office/drawing/2014/main" id="{9D09AA0E-1B40-D883-315C-FA92E494F181}"/>
              </a:ext>
            </a:extLst>
          </p:cNvPr>
          <p:cNvSpPr/>
          <p:nvPr/>
        </p:nvSpPr>
        <p:spPr>
          <a:xfrm>
            <a:off x="0" y="2603501"/>
            <a:ext cx="9144000" cy="2539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559062409"/>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p:cSld name="Cropped UI + Body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34A35F9-142E-5446-8160-BFE436274684}"/>
              </a:ext>
            </a:extLst>
          </p:cNvPr>
          <p:cNvSpPr/>
          <p:nvPr/>
        </p:nvSpPr>
        <p:spPr>
          <a:xfrm>
            <a:off x="0" y="869462"/>
            <a:ext cx="9144000" cy="23880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914401" y="590550"/>
            <a:ext cx="2590800" cy="45529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234180" y="742950"/>
            <a:ext cx="4224020" cy="914400"/>
          </a:xfrm>
          <a:prstGeom prst="rect">
            <a:avLst/>
          </a:prstGeom>
        </p:spPr>
        <p:txBody>
          <a:bodyPr lIns="0" anchor="b">
            <a:normAutofit/>
          </a:bodyPr>
          <a:lstStyle>
            <a:lvl1pPr>
              <a:defRPr sz="2400" b="1">
                <a:solidFill>
                  <a:srgbClr val="FFD999"/>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hasCustomPrompt="1"/>
          </p:nvPr>
        </p:nvSpPr>
        <p:spPr>
          <a:xfrm>
            <a:off x="4234180" y="1771650"/>
            <a:ext cx="4224020" cy="1257300"/>
          </a:xfrm>
          <a:prstGeom prst="rect">
            <a:avLst/>
          </a:prstGeom>
        </p:spPr>
        <p:txBody>
          <a:bodyPr lIns="0" tIns="0">
            <a:normAutofit/>
          </a:bodyPr>
          <a:lstStyle>
            <a:lvl1pPr marL="0" indent="0">
              <a:lnSpc>
                <a:spcPct val="100000"/>
              </a:lnSpc>
              <a:buNone/>
              <a:defRPr sz="1400">
                <a:solidFill>
                  <a:schemeClr val="bg2"/>
                </a:solidFill>
                <a:latin typeface="Lato" panose="020F0502020204030203" pitchFamily="34" charset="0"/>
              </a:defRPr>
            </a:lvl1pPr>
            <a:lvl2pPr marL="514337" indent="-222245">
              <a:lnSpc>
                <a:spcPct val="100000"/>
              </a:lnSpc>
              <a:buFont typeface="Arial" panose="020B0604020202020204" pitchFamily="34" charset="0"/>
              <a:buChar char="•"/>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a:t>
            </a:r>
          </a:p>
          <a:p>
            <a:pPr lvl="0"/>
            <a:r>
              <a:rPr lang="en-US" dirty="0"/>
              <a:t>This makes a good section header</a:t>
            </a:r>
          </a:p>
        </p:txBody>
      </p:sp>
      <p:sp>
        <p:nvSpPr>
          <p:cNvPr id="7" name="Rectangle 6">
            <a:extLst>
              <a:ext uri="{FF2B5EF4-FFF2-40B4-BE49-F238E27FC236}">
                <a16:creationId xmlns:a16="http://schemas.microsoft.com/office/drawing/2014/main" id="{36C2756E-26EC-555A-2A49-78BDF36E663D}"/>
              </a:ext>
            </a:extLst>
          </p:cNvPr>
          <p:cNvSpPr/>
          <p:nvPr/>
        </p:nvSpPr>
        <p:spPr>
          <a:xfrm>
            <a:off x="0" y="869462"/>
            <a:ext cx="9144000" cy="23880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3358277873"/>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p:cSld name="Cropped UI, Image, + Body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0F7F6CE-7B09-A540-BDAD-6FB40343D55D}"/>
              </a:ext>
            </a:extLst>
          </p:cNvPr>
          <p:cNvSpPr/>
          <p:nvPr/>
        </p:nvSpPr>
        <p:spPr>
          <a:xfrm>
            <a:off x="0" y="2799101"/>
            <a:ext cx="9144000" cy="2344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Rectangle 10">
            <a:extLst>
              <a:ext uri="{FF2B5EF4-FFF2-40B4-BE49-F238E27FC236}">
                <a16:creationId xmlns:a16="http://schemas.microsoft.com/office/drawing/2014/main" id="{CD8A0CAE-EB69-8B4A-8FD3-105C3132143E}"/>
              </a:ext>
            </a:extLst>
          </p:cNvPr>
          <p:cNvSpPr/>
          <p:nvPr/>
        </p:nvSpPr>
        <p:spPr>
          <a:xfrm>
            <a:off x="0" y="869462"/>
            <a:ext cx="9144000" cy="23880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914401" y="590550"/>
            <a:ext cx="2590800" cy="45529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234180" y="742950"/>
            <a:ext cx="4224020" cy="914400"/>
          </a:xfrm>
          <a:prstGeom prst="rect">
            <a:avLst/>
          </a:prstGeom>
        </p:spPr>
        <p:txBody>
          <a:bodyPr lIns="0" anchor="b">
            <a:normAutofit/>
          </a:bodyPr>
          <a:lstStyle>
            <a:lvl1pPr>
              <a:defRPr sz="2400" b="1">
                <a:solidFill>
                  <a:srgbClr val="FFD999"/>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hasCustomPrompt="1"/>
          </p:nvPr>
        </p:nvSpPr>
        <p:spPr>
          <a:xfrm>
            <a:off x="4234180" y="1771650"/>
            <a:ext cx="4224020" cy="1257300"/>
          </a:xfrm>
          <a:prstGeom prst="rect">
            <a:avLst/>
          </a:prstGeom>
        </p:spPr>
        <p:txBody>
          <a:bodyPr lIns="0" tIns="0">
            <a:normAutofit/>
          </a:bodyPr>
          <a:lstStyle>
            <a:lvl1pPr marL="0" indent="0">
              <a:lnSpc>
                <a:spcPct val="100000"/>
              </a:lnSpc>
              <a:buNone/>
              <a:defRPr sz="1400">
                <a:solidFill>
                  <a:schemeClr val="bg2"/>
                </a:solidFill>
                <a:latin typeface="Lato" panose="020F0502020204030203" pitchFamily="34" charset="0"/>
              </a:defRPr>
            </a:lvl1pPr>
            <a:lvl2pPr marL="514337" indent="-222245">
              <a:lnSpc>
                <a:spcPct val="100000"/>
              </a:lnSpc>
              <a:buFont typeface="Arial" panose="020B0604020202020204" pitchFamily="34" charset="0"/>
              <a:buChar char="•"/>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a:t>
            </a:r>
          </a:p>
          <a:p>
            <a:pPr lvl="0"/>
            <a:r>
              <a:rPr lang="en-US" dirty="0"/>
              <a:t>This makes a good section header</a:t>
            </a:r>
          </a:p>
        </p:txBody>
      </p:sp>
      <p:sp>
        <p:nvSpPr>
          <p:cNvPr id="8" name="Content Placeholder 3">
            <a:extLst>
              <a:ext uri="{FF2B5EF4-FFF2-40B4-BE49-F238E27FC236}">
                <a16:creationId xmlns:a16="http://schemas.microsoft.com/office/drawing/2014/main" id="{08B3BB30-8502-5A4E-842E-5E3B54FFB994}"/>
              </a:ext>
            </a:extLst>
          </p:cNvPr>
          <p:cNvSpPr>
            <a:spLocks noGrp="1"/>
          </p:cNvSpPr>
          <p:nvPr>
            <p:ph sz="quarter" idx="18" hasCustomPrompt="1"/>
          </p:nvPr>
        </p:nvSpPr>
        <p:spPr>
          <a:xfrm>
            <a:off x="3505201" y="3257551"/>
            <a:ext cx="5617563" cy="1885949"/>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SEND TO BACK, crop to dark blue box edge</a:t>
            </a:r>
          </a:p>
          <a:p>
            <a:pPr lvl="0"/>
            <a:r>
              <a:rPr lang="en-US" dirty="0"/>
              <a:t>THIS LAYOUT MUST USE AN IMAGE HERE OR SWITCH TO THE PREVIOUS LAYOUT!!!!!!!</a:t>
            </a:r>
          </a:p>
        </p:txBody>
      </p:sp>
      <p:sp>
        <p:nvSpPr>
          <p:cNvPr id="12" name="Rectangle 11">
            <a:extLst>
              <a:ext uri="{FF2B5EF4-FFF2-40B4-BE49-F238E27FC236}">
                <a16:creationId xmlns:a16="http://schemas.microsoft.com/office/drawing/2014/main" id="{727B3DC1-FE9E-875B-53E8-0BBA5CF9E3FB}"/>
              </a:ext>
            </a:extLst>
          </p:cNvPr>
          <p:cNvSpPr/>
          <p:nvPr/>
        </p:nvSpPr>
        <p:spPr>
          <a:xfrm>
            <a:off x="0" y="2799101"/>
            <a:ext cx="9144000" cy="2344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3" name="Rectangle 12">
            <a:extLst>
              <a:ext uri="{FF2B5EF4-FFF2-40B4-BE49-F238E27FC236}">
                <a16:creationId xmlns:a16="http://schemas.microsoft.com/office/drawing/2014/main" id="{4B49C3C6-E78C-9C90-8717-3AB6E8A85A24}"/>
              </a:ext>
            </a:extLst>
          </p:cNvPr>
          <p:cNvSpPr/>
          <p:nvPr/>
        </p:nvSpPr>
        <p:spPr>
          <a:xfrm>
            <a:off x="0" y="869462"/>
            <a:ext cx="9144000" cy="23880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2507999407"/>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p:cSld name="Cropped UI Model Tre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9CE639-D2BB-D64F-B40A-36C5C81E3015}"/>
              </a:ext>
            </a:extLst>
          </p:cNvPr>
          <p:cNvSpPr/>
          <p:nvPr/>
        </p:nvSpPr>
        <p:spPr>
          <a:xfrm>
            <a:off x="5715000" y="0"/>
            <a:ext cx="3429000" cy="51435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4648200" y="590550"/>
            <a:ext cx="2590800" cy="45529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must cross over the dark blue)</a:t>
            </a:r>
          </a:p>
          <a:p>
            <a:pPr lvl="1"/>
            <a:r>
              <a:rPr lang="en-US" dirty="0"/>
              <a:t>Intended for use with model tree screenshots, you can label the screenshot in this layout as well.</a:t>
            </a:r>
          </a:p>
        </p:txBody>
      </p:sp>
      <p:sp>
        <p:nvSpPr>
          <p:cNvPr id="8" name="Title 1">
            <a:extLst>
              <a:ext uri="{FF2B5EF4-FFF2-40B4-BE49-F238E27FC236}">
                <a16:creationId xmlns:a16="http://schemas.microsoft.com/office/drawing/2014/main" id="{D8CA5CE1-E6AC-6745-95B3-14D122367006}"/>
              </a:ext>
            </a:extLst>
          </p:cNvPr>
          <p:cNvSpPr>
            <a:spLocks noGrp="1"/>
          </p:cNvSpPr>
          <p:nvPr>
            <p:ph type="title"/>
          </p:nvPr>
        </p:nvSpPr>
        <p:spPr>
          <a:xfrm>
            <a:off x="457200" y="1276350"/>
            <a:ext cx="3200399"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2" name="Content Placeholder 3">
            <a:extLst>
              <a:ext uri="{FF2B5EF4-FFF2-40B4-BE49-F238E27FC236}">
                <a16:creationId xmlns:a16="http://schemas.microsoft.com/office/drawing/2014/main" id="{5278F0E1-55A7-DA47-80E1-84BC99CCCF41}"/>
              </a:ext>
            </a:extLst>
          </p:cNvPr>
          <p:cNvSpPr>
            <a:spLocks noGrp="1"/>
          </p:cNvSpPr>
          <p:nvPr>
            <p:ph sz="half" idx="10" hasCustomPrompt="1"/>
          </p:nvPr>
        </p:nvSpPr>
        <p:spPr>
          <a:xfrm>
            <a:off x="457201" y="2076450"/>
            <a:ext cx="3200399" cy="27051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6" name="Rectangle 5">
            <a:extLst>
              <a:ext uri="{FF2B5EF4-FFF2-40B4-BE49-F238E27FC236}">
                <a16:creationId xmlns:a16="http://schemas.microsoft.com/office/drawing/2014/main" id="{6156521A-5EC8-DE99-5909-AA2D7632E82A}"/>
              </a:ext>
            </a:extLst>
          </p:cNvPr>
          <p:cNvSpPr/>
          <p:nvPr/>
        </p:nvSpPr>
        <p:spPr>
          <a:xfrm>
            <a:off x="5715000" y="0"/>
            <a:ext cx="3429000" cy="51435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Tree>
    <p:extLst>
      <p:ext uri="{BB962C8B-B14F-4D97-AF65-F5344CB8AC3E}">
        <p14:creationId xmlns:p14="http://schemas.microsoft.com/office/powerpoint/2010/main" val="1233679948"/>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p:cSld name="2 Cropped UI with subsectio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0" y="3561776"/>
            <a:ext cx="9144000" cy="158172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3271811" y="309905"/>
            <a:ext cx="2742991" cy="3251872"/>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25" name="Content Placeholder 3">
            <a:extLst>
              <a:ext uri="{FF2B5EF4-FFF2-40B4-BE49-F238E27FC236}">
                <a16:creationId xmlns:a16="http://schemas.microsoft.com/office/drawing/2014/main" id="{CDB8CB3B-090E-084B-9773-1D5AA8B26B3D}"/>
              </a:ext>
            </a:extLst>
          </p:cNvPr>
          <p:cNvSpPr>
            <a:spLocks noGrp="1"/>
          </p:cNvSpPr>
          <p:nvPr>
            <p:ph sz="quarter" idx="19" hasCustomPrompt="1"/>
          </p:nvPr>
        </p:nvSpPr>
        <p:spPr>
          <a:xfrm>
            <a:off x="3271811" y="3561777"/>
            <a:ext cx="2742991"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1" name="Content Placeholder 3">
            <a:extLst>
              <a:ext uri="{FF2B5EF4-FFF2-40B4-BE49-F238E27FC236}">
                <a16:creationId xmlns:a16="http://schemas.microsoft.com/office/drawing/2014/main" id="{5DF5F889-043E-614B-93E1-565AC48AF894}"/>
              </a:ext>
            </a:extLst>
          </p:cNvPr>
          <p:cNvSpPr>
            <a:spLocks noGrp="1"/>
          </p:cNvSpPr>
          <p:nvPr>
            <p:ph sz="half" idx="22" hasCustomPrompt="1"/>
          </p:nvPr>
        </p:nvSpPr>
        <p:spPr>
          <a:xfrm>
            <a:off x="3271812" y="3918292"/>
            <a:ext cx="2742992" cy="915305"/>
          </a:xfrm>
          <a:prstGeom prst="rect">
            <a:avLst/>
          </a:prstGeom>
          <a:solidFill>
            <a:schemeClr val="bg1">
              <a:lumMod val="95000"/>
            </a:schemeClr>
          </a:solidFill>
          <a:ln w="6350">
            <a:solidFill>
              <a:schemeClr val="bg1">
                <a:lumMod val="95000"/>
              </a:schemeClr>
            </a:solidFill>
          </a:ln>
        </p:spPr>
        <p:txBody>
          <a:bodyPr lIns="137160" rIns="137160" bIns="91440">
            <a:normAutofit/>
          </a:bodyPr>
          <a:lstStyle>
            <a:lvl1pPr marL="0" indent="0">
              <a:lnSpc>
                <a:spcPct val="100000"/>
              </a:lnSpc>
              <a:buNone/>
              <a:defRPr sz="1200">
                <a:solidFill>
                  <a:srgbClr val="393A39"/>
                </a:solidFill>
                <a:latin typeface="Lato" panose="020F0502020204030203" pitchFamily="34" charset="0"/>
              </a:defRPr>
            </a:lvl1pPr>
            <a:lvl2pPr marL="292093" indent="0">
              <a:lnSpc>
                <a:spcPct val="100000"/>
              </a:lnSpc>
              <a:buFont typeface="Arial" panose="020B0604020202020204" pitchFamily="34" charset="0"/>
              <a:buNone/>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 &amp; SHORT!!!</a:t>
            </a:r>
          </a:p>
        </p:txBody>
      </p:sp>
      <p:sp>
        <p:nvSpPr>
          <p:cNvPr id="15" name="Content Placeholder 3">
            <a:extLst>
              <a:ext uri="{FF2B5EF4-FFF2-40B4-BE49-F238E27FC236}">
                <a16:creationId xmlns:a16="http://schemas.microsoft.com/office/drawing/2014/main" id="{6C8EFA91-AE2A-1C41-B6BE-2DBD7249E9CD}"/>
              </a:ext>
            </a:extLst>
          </p:cNvPr>
          <p:cNvSpPr>
            <a:spLocks noGrp="1"/>
          </p:cNvSpPr>
          <p:nvPr>
            <p:ph sz="quarter" idx="23" hasCustomPrompt="1"/>
          </p:nvPr>
        </p:nvSpPr>
        <p:spPr>
          <a:xfrm>
            <a:off x="6172408" y="309905"/>
            <a:ext cx="2742991" cy="3251872"/>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6" name="Content Placeholder 3">
            <a:extLst>
              <a:ext uri="{FF2B5EF4-FFF2-40B4-BE49-F238E27FC236}">
                <a16:creationId xmlns:a16="http://schemas.microsoft.com/office/drawing/2014/main" id="{597BA6C8-98C5-F141-AF2A-D08A2BE5E090}"/>
              </a:ext>
            </a:extLst>
          </p:cNvPr>
          <p:cNvSpPr>
            <a:spLocks noGrp="1"/>
          </p:cNvSpPr>
          <p:nvPr>
            <p:ph sz="quarter" idx="24" hasCustomPrompt="1"/>
          </p:nvPr>
        </p:nvSpPr>
        <p:spPr>
          <a:xfrm>
            <a:off x="6172408" y="3561777"/>
            <a:ext cx="2742991"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97106E21-E3D5-7347-8002-ADA87DE2541B}"/>
              </a:ext>
            </a:extLst>
          </p:cNvPr>
          <p:cNvSpPr>
            <a:spLocks noGrp="1"/>
          </p:cNvSpPr>
          <p:nvPr>
            <p:ph sz="half" idx="25" hasCustomPrompt="1"/>
          </p:nvPr>
        </p:nvSpPr>
        <p:spPr>
          <a:xfrm>
            <a:off x="6172408" y="3918292"/>
            <a:ext cx="2742992" cy="915305"/>
          </a:xfrm>
          <a:prstGeom prst="rect">
            <a:avLst/>
          </a:prstGeom>
          <a:solidFill>
            <a:schemeClr val="bg1">
              <a:lumMod val="95000"/>
            </a:schemeClr>
          </a:solidFill>
          <a:ln w="6350">
            <a:solidFill>
              <a:schemeClr val="bg1">
                <a:lumMod val="95000"/>
              </a:schemeClr>
            </a:solidFill>
          </a:ln>
        </p:spPr>
        <p:txBody>
          <a:bodyPr lIns="137160" rIns="137160" bIns="91440">
            <a:normAutofit/>
          </a:bodyPr>
          <a:lstStyle>
            <a:lvl1pPr marL="0" indent="0">
              <a:lnSpc>
                <a:spcPct val="100000"/>
              </a:lnSpc>
              <a:buNone/>
              <a:defRPr sz="1200">
                <a:solidFill>
                  <a:srgbClr val="393A39"/>
                </a:solidFill>
                <a:latin typeface="Lato" panose="020F0502020204030203" pitchFamily="34" charset="0"/>
              </a:defRPr>
            </a:lvl1pPr>
            <a:lvl2pPr marL="292093" indent="0">
              <a:lnSpc>
                <a:spcPct val="100000"/>
              </a:lnSpc>
              <a:buFont typeface="Arial" panose="020B0604020202020204" pitchFamily="34" charset="0"/>
              <a:buNone/>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 &amp; SHORT!!!</a:t>
            </a:r>
          </a:p>
        </p:txBody>
      </p:sp>
      <p:sp>
        <p:nvSpPr>
          <p:cNvPr id="18" name="Title 1">
            <a:extLst>
              <a:ext uri="{FF2B5EF4-FFF2-40B4-BE49-F238E27FC236}">
                <a16:creationId xmlns:a16="http://schemas.microsoft.com/office/drawing/2014/main" id="{B3A8D490-41BA-5142-8877-3A797812A270}"/>
              </a:ext>
            </a:extLst>
          </p:cNvPr>
          <p:cNvSpPr>
            <a:spLocks noGrp="1"/>
          </p:cNvSpPr>
          <p:nvPr>
            <p:ph type="title" hasCustomPrompt="1"/>
          </p:nvPr>
        </p:nvSpPr>
        <p:spPr>
          <a:xfrm>
            <a:off x="457201" y="12763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dirty="0"/>
              <a:t>Content slide for product </a:t>
            </a:r>
          </a:p>
        </p:txBody>
      </p:sp>
      <p:sp>
        <p:nvSpPr>
          <p:cNvPr id="19" name="Content Placeholder 3">
            <a:extLst>
              <a:ext uri="{FF2B5EF4-FFF2-40B4-BE49-F238E27FC236}">
                <a16:creationId xmlns:a16="http://schemas.microsoft.com/office/drawing/2014/main" id="{2BF24910-E5CD-024B-A38B-D054FDAB2270}"/>
              </a:ext>
            </a:extLst>
          </p:cNvPr>
          <p:cNvSpPr>
            <a:spLocks noGrp="1"/>
          </p:cNvSpPr>
          <p:nvPr>
            <p:ph sz="half" idx="10" hasCustomPrompt="1"/>
          </p:nvPr>
        </p:nvSpPr>
        <p:spPr>
          <a:xfrm>
            <a:off x="457201" y="2076450"/>
            <a:ext cx="2417762" cy="1104900"/>
          </a:xfrm>
          <a:prstGeom prst="rect">
            <a:avLst/>
          </a:prstGeom>
        </p:spPr>
        <p:txBody>
          <a:bodyPr lIns="0">
            <a:normAutofit/>
          </a:bodyPr>
          <a:lstStyle>
            <a:lvl1pPr marL="0" indent="0">
              <a:lnSpc>
                <a:spcPct val="100000"/>
              </a:lnSpc>
              <a:buNone/>
              <a:defRPr sz="1400">
                <a:solidFill>
                  <a:srgbClr val="393A39"/>
                </a:solidFill>
                <a:latin typeface="Lato" panose="020F0502020204030203" pitchFamily="34" charset="0"/>
              </a:defRPr>
            </a:lvl1pPr>
            <a:lvl2pPr marL="292093" indent="0">
              <a:lnSpc>
                <a:spcPct val="100000"/>
              </a:lnSpc>
              <a:buFont typeface="Arial" panose="020B0604020202020204" pitchFamily="34" charset="0"/>
              <a:buNone/>
              <a:defRPr sz="1200">
                <a:solidFill>
                  <a:srgbClr val="393A39"/>
                </a:solidFill>
                <a:latin typeface="Lato" panose="020F0502020204030203" pitchFamily="34" charset="0"/>
              </a:defRPr>
            </a:lvl2pPr>
            <a:lvl3pPr marL="576248" indent="0">
              <a:lnSpc>
                <a:spcPct val="100000"/>
              </a:lnSpc>
              <a:buNone/>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Title ONLY preferred, if there is body copy it should be very short! (NO BULLETS)</a:t>
            </a:r>
          </a:p>
        </p:txBody>
      </p:sp>
      <p:sp>
        <p:nvSpPr>
          <p:cNvPr id="12" name="Rectangle 11">
            <a:extLst>
              <a:ext uri="{FF2B5EF4-FFF2-40B4-BE49-F238E27FC236}">
                <a16:creationId xmlns:a16="http://schemas.microsoft.com/office/drawing/2014/main" id="{DF4469EF-B6E4-901C-7730-290FE6365328}"/>
              </a:ext>
            </a:extLst>
          </p:cNvPr>
          <p:cNvSpPr/>
          <p:nvPr/>
        </p:nvSpPr>
        <p:spPr>
          <a:xfrm>
            <a:off x="0" y="3561776"/>
            <a:ext cx="9144000" cy="158172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87330120"/>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p:cSld name="Small Cropped UI, Image, + Bullets">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0" y="0"/>
            <a:ext cx="9144000" cy="25536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9" name="Picture 18">
            <a:extLst>
              <a:ext uri="{FF2B5EF4-FFF2-40B4-BE49-F238E27FC236}">
                <a16:creationId xmlns:a16="http://schemas.microsoft.com/office/drawing/2014/main" id="{12314A6A-139E-B045-A7B0-62EE8C195F54}"/>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20" name="Picture 19">
            <a:extLst>
              <a:ext uri="{FF2B5EF4-FFF2-40B4-BE49-F238E27FC236}">
                <a16:creationId xmlns:a16="http://schemas.microsoft.com/office/drawing/2014/main" id="{C764D7F7-BB88-854E-82C8-FA0A21E4A86E}"/>
              </a:ext>
            </a:extLst>
          </p:cNvPr>
          <p:cNvPicPr>
            <a:picLocks noChangeAspect="1"/>
          </p:cNvPicPr>
          <p:nvPr/>
        </p:nvPicPr>
        <p:blipFill>
          <a:blip r:embed="rId3"/>
          <a:stretch>
            <a:fillRect/>
          </a:stretch>
        </p:blipFill>
        <p:spPr>
          <a:xfrm>
            <a:off x="115779" y="223914"/>
            <a:ext cx="752320" cy="69658"/>
          </a:xfrm>
          <a:prstGeom prst="rect">
            <a:avLst/>
          </a:prstGeom>
        </p:spPr>
      </p:pic>
      <p:sp>
        <p:nvSpPr>
          <p:cNvPr id="32" name="Content Placeholder 3">
            <a:extLst>
              <a:ext uri="{FF2B5EF4-FFF2-40B4-BE49-F238E27FC236}">
                <a16:creationId xmlns:a16="http://schemas.microsoft.com/office/drawing/2014/main" id="{08F8115A-52B0-214C-9121-EF7CCB7F0CB0}"/>
              </a:ext>
            </a:extLst>
          </p:cNvPr>
          <p:cNvSpPr>
            <a:spLocks noGrp="1"/>
          </p:cNvSpPr>
          <p:nvPr>
            <p:ph sz="quarter" idx="17" hasCustomPrompt="1"/>
          </p:nvPr>
        </p:nvSpPr>
        <p:spPr>
          <a:xfrm>
            <a:off x="0" y="-1270"/>
            <a:ext cx="9144000" cy="2553616"/>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 </a:t>
            </a:r>
          </a:p>
          <a:p>
            <a:pPr lvl="0"/>
            <a:r>
              <a:rPr lang="en-US" dirty="0"/>
              <a:t>Can be broken into multiple images but there should be space in between each</a:t>
            </a:r>
          </a:p>
        </p:txBody>
      </p:sp>
      <p:sp>
        <p:nvSpPr>
          <p:cNvPr id="18" name="Title 1">
            <a:extLst>
              <a:ext uri="{FF2B5EF4-FFF2-40B4-BE49-F238E27FC236}">
                <a16:creationId xmlns:a16="http://schemas.microsoft.com/office/drawing/2014/main" id="{FC98038E-301F-8A4C-BE5E-97E84379DBA2}"/>
              </a:ext>
            </a:extLst>
          </p:cNvPr>
          <p:cNvSpPr>
            <a:spLocks noGrp="1"/>
          </p:cNvSpPr>
          <p:nvPr>
            <p:ph type="title"/>
          </p:nvPr>
        </p:nvSpPr>
        <p:spPr>
          <a:xfrm>
            <a:off x="0" y="2072542"/>
            <a:ext cx="8382000" cy="879516"/>
          </a:xfrm>
          <a:prstGeom prst="rect">
            <a:avLst/>
          </a:prstGeom>
          <a:solidFill>
            <a:schemeClr val="tx2"/>
          </a:solidFill>
        </p:spPr>
        <p:txBody>
          <a:bodyPr lIns="2834640" rIns="137160" bIns="13716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21" name="Content Placeholder 3">
            <a:extLst>
              <a:ext uri="{FF2B5EF4-FFF2-40B4-BE49-F238E27FC236}">
                <a16:creationId xmlns:a16="http://schemas.microsoft.com/office/drawing/2014/main" id="{5030816A-EC52-EF4E-9057-6C419FC49F4D}"/>
              </a:ext>
            </a:extLst>
          </p:cNvPr>
          <p:cNvSpPr>
            <a:spLocks noGrp="1"/>
          </p:cNvSpPr>
          <p:nvPr>
            <p:ph sz="quarter" idx="18" hasCustomPrompt="1"/>
          </p:nvPr>
        </p:nvSpPr>
        <p:spPr>
          <a:xfrm>
            <a:off x="368349" y="2266951"/>
            <a:ext cx="2180990" cy="2742283"/>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(must cross over the dark blue but not above it or off the page)</a:t>
            </a:r>
          </a:p>
          <a:p>
            <a:pPr lvl="1"/>
            <a:r>
              <a:rPr lang="en-US" dirty="0"/>
              <a:t>Best used with small GUI screenshots (width can change but not height, adjust left margin to title text so it is left aligned but legible)</a:t>
            </a:r>
          </a:p>
        </p:txBody>
      </p:sp>
      <p:sp>
        <p:nvSpPr>
          <p:cNvPr id="23" name="Content Placeholder 3">
            <a:extLst>
              <a:ext uri="{FF2B5EF4-FFF2-40B4-BE49-F238E27FC236}">
                <a16:creationId xmlns:a16="http://schemas.microsoft.com/office/drawing/2014/main" id="{FC958CDA-7917-0F43-A775-6AEE32A675F6}"/>
              </a:ext>
            </a:extLst>
          </p:cNvPr>
          <p:cNvSpPr>
            <a:spLocks noGrp="1"/>
          </p:cNvSpPr>
          <p:nvPr>
            <p:ph sz="half" idx="10" hasCustomPrompt="1"/>
          </p:nvPr>
        </p:nvSpPr>
        <p:spPr>
          <a:xfrm>
            <a:off x="2819401" y="3182268"/>
            <a:ext cx="5373585" cy="1827882"/>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 keep it short!</a:t>
            </a:r>
          </a:p>
          <a:p>
            <a:pPr lvl="1"/>
            <a:r>
              <a:rPr lang="en-US" dirty="0"/>
              <a:t>Keep left aligned to the title (if you adjust the title adjust this box as well)</a:t>
            </a:r>
          </a:p>
          <a:p>
            <a:pPr lvl="2"/>
            <a:r>
              <a:rPr lang="en-US" dirty="0"/>
              <a:t>Third level</a:t>
            </a:r>
          </a:p>
        </p:txBody>
      </p:sp>
      <p:sp>
        <p:nvSpPr>
          <p:cNvPr id="9" name="Rectangle 8">
            <a:extLst>
              <a:ext uri="{FF2B5EF4-FFF2-40B4-BE49-F238E27FC236}">
                <a16:creationId xmlns:a16="http://schemas.microsoft.com/office/drawing/2014/main" id="{4B3C5814-87C4-7C59-0D57-1F42BAE7ED92}"/>
              </a:ext>
            </a:extLst>
          </p:cNvPr>
          <p:cNvSpPr/>
          <p:nvPr/>
        </p:nvSpPr>
        <p:spPr>
          <a:xfrm>
            <a:off x="0" y="0"/>
            <a:ext cx="9144000" cy="25536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0" name="Picture 9">
            <a:extLst>
              <a:ext uri="{FF2B5EF4-FFF2-40B4-BE49-F238E27FC236}">
                <a16:creationId xmlns:a16="http://schemas.microsoft.com/office/drawing/2014/main" id="{511418BA-0FD1-9318-C901-7843403280A7}"/>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11" name="Picture 10">
            <a:extLst>
              <a:ext uri="{FF2B5EF4-FFF2-40B4-BE49-F238E27FC236}">
                <a16:creationId xmlns:a16="http://schemas.microsoft.com/office/drawing/2014/main" id="{0A334B10-26A4-DE0D-B9F5-18F5ADEDC15E}"/>
              </a:ext>
            </a:extLst>
          </p:cNvPr>
          <p:cNvPicPr>
            <a:picLocks noChangeAspect="1"/>
          </p:cNvPicPr>
          <p:nvPr/>
        </p:nvPicPr>
        <p:blipFill>
          <a:blip r:embed="rId3"/>
          <a:stretch>
            <a:fillRect/>
          </a:stretch>
        </p:blipFill>
        <p:spPr>
          <a:xfrm>
            <a:off x="115779" y="223914"/>
            <a:ext cx="752320" cy="69658"/>
          </a:xfrm>
          <a:prstGeom prst="rect">
            <a:avLst/>
          </a:prstGeom>
        </p:spPr>
      </p:pic>
    </p:spTree>
    <p:extLst>
      <p:ext uri="{BB962C8B-B14F-4D97-AF65-F5344CB8AC3E}">
        <p14:creationId xmlns:p14="http://schemas.microsoft.com/office/powerpoint/2010/main" val="1193066356"/>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p:cSld name="1 Img: Body &amp; 2 Subsections (horizont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3276600" y="438150"/>
            <a:ext cx="5867400" cy="4267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9" name="Content Placeholder 3">
            <a:extLst>
              <a:ext uri="{FF2B5EF4-FFF2-40B4-BE49-F238E27FC236}">
                <a16:creationId xmlns:a16="http://schemas.microsoft.com/office/drawing/2014/main" id="{47CEDFB9-61FB-664C-B8CB-B9845B0708A7}"/>
              </a:ext>
            </a:extLst>
          </p:cNvPr>
          <p:cNvSpPr>
            <a:spLocks noGrp="1"/>
          </p:cNvSpPr>
          <p:nvPr>
            <p:ph sz="quarter" idx="21" hasCustomPrompt="1"/>
          </p:nvPr>
        </p:nvSpPr>
        <p:spPr>
          <a:xfrm>
            <a:off x="3275214" y="433532"/>
            <a:ext cx="5944986" cy="4267201"/>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12763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9" name="Content Placeholder 3">
            <a:extLst>
              <a:ext uri="{FF2B5EF4-FFF2-40B4-BE49-F238E27FC236}">
                <a16:creationId xmlns:a16="http://schemas.microsoft.com/office/drawing/2014/main" id="{3E06FF7B-3429-C644-8CBA-4E520851CCC1}"/>
              </a:ext>
            </a:extLst>
          </p:cNvPr>
          <p:cNvSpPr>
            <a:spLocks noGrp="1"/>
          </p:cNvSpPr>
          <p:nvPr>
            <p:ph sz="quarter" idx="17" hasCustomPrompt="1"/>
          </p:nvPr>
        </p:nvSpPr>
        <p:spPr>
          <a:xfrm>
            <a:off x="6766560" y="2878463"/>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1" name="Content Placeholder 3">
            <a:extLst>
              <a:ext uri="{FF2B5EF4-FFF2-40B4-BE49-F238E27FC236}">
                <a16:creationId xmlns:a16="http://schemas.microsoft.com/office/drawing/2014/main" id="{529BFA4C-0FA9-8A4B-A56D-5092DC42B69F}"/>
              </a:ext>
            </a:extLst>
          </p:cNvPr>
          <p:cNvSpPr>
            <a:spLocks noGrp="1"/>
          </p:cNvSpPr>
          <p:nvPr>
            <p:ph sz="quarter" idx="18" hasCustomPrompt="1"/>
          </p:nvPr>
        </p:nvSpPr>
        <p:spPr>
          <a:xfrm>
            <a:off x="6766560"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never images)</a:t>
            </a:r>
          </a:p>
        </p:txBody>
      </p:sp>
      <p:sp>
        <p:nvSpPr>
          <p:cNvPr id="17" name="Content Placeholder 3">
            <a:extLst>
              <a:ext uri="{FF2B5EF4-FFF2-40B4-BE49-F238E27FC236}">
                <a16:creationId xmlns:a16="http://schemas.microsoft.com/office/drawing/2014/main" id="{6F0A16B3-E5A2-F142-A60B-3ABD6B4C506E}"/>
              </a:ext>
            </a:extLst>
          </p:cNvPr>
          <p:cNvSpPr>
            <a:spLocks noGrp="1"/>
          </p:cNvSpPr>
          <p:nvPr>
            <p:ph sz="quarter" idx="19" hasCustomPrompt="1"/>
          </p:nvPr>
        </p:nvSpPr>
        <p:spPr>
          <a:xfrm>
            <a:off x="4746172" y="2878463"/>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8" name="Content Placeholder 3">
            <a:extLst>
              <a:ext uri="{FF2B5EF4-FFF2-40B4-BE49-F238E27FC236}">
                <a16:creationId xmlns:a16="http://schemas.microsoft.com/office/drawing/2014/main" id="{261E8B46-9EEF-7442-99EE-163C31DA533A}"/>
              </a:ext>
            </a:extLst>
          </p:cNvPr>
          <p:cNvSpPr>
            <a:spLocks noGrp="1"/>
          </p:cNvSpPr>
          <p:nvPr>
            <p:ph sz="quarter" idx="20" hasCustomPrompt="1"/>
          </p:nvPr>
        </p:nvSpPr>
        <p:spPr>
          <a:xfrm>
            <a:off x="4746172"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never images)</a:t>
            </a:r>
          </a:p>
        </p:txBody>
      </p:sp>
      <p:sp>
        <p:nvSpPr>
          <p:cNvPr id="13" name="Content Placeholder 3">
            <a:extLst>
              <a:ext uri="{FF2B5EF4-FFF2-40B4-BE49-F238E27FC236}">
                <a16:creationId xmlns:a16="http://schemas.microsoft.com/office/drawing/2014/main" id="{EBEB5B93-0024-7142-918B-08276C405FC0}"/>
              </a:ext>
            </a:extLst>
          </p:cNvPr>
          <p:cNvSpPr>
            <a:spLocks noGrp="1"/>
          </p:cNvSpPr>
          <p:nvPr>
            <p:ph sz="half" idx="10" hasCustomPrompt="1"/>
          </p:nvPr>
        </p:nvSpPr>
        <p:spPr>
          <a:xfrm>
            <a:off x="457201" y="2076450"/>
            <a:ext cx="2417762" cy="27051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14" name="Rectangle 13">
            <a:extLst>
              <a:ext uri="{FF2B5EF4-FFF2-40B4-BE49-F238E27FC236}">
                <a16:creationId xmlns:a16="http://schemas.microsoft.com/office/drawing/2014/main" id="{3A2333E2-30B5-CE99-E8AA-AE88A4A7B627}"/>
              </a:ext>
            </a:extLst>
          </p:cNvPr>
          <p:cNvSpPr/>
          <p:nvPr/>
        </p:nvSpPr>
        <p:spPr>
          <a:xfrm>
            <a:off x="3276600" y="438150"/>
            <a:ext cx="5867400" cy="4267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574282896"/>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p:cSld name="1 Img: Body &amp; 2 Subsections (vertic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3276600" y="438150"/>
            <a:ext cx="5867400" cy="4267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Content Placeholder 3">
            <a:extLst>
              <a:ext uri="{FF2B5EF4-FFF2-40B4-BE49-F238E27FC236}">
                <a16:creationId xmlns:a16="http://schemas.microsoft.com/office/drawing/2014/main" id="{3E121484-A153-5748-BC2B-E272C94905DD}"/>
              </a:ext>
            </a:extLst>
          </p:cNvPr>
          <p:cNvSpPr>
            <a:spLocks noGrp="1"/>
          </p:cNvSpPr>
          <p:nvPr>
            <p:ph sz="quarter" idx="17" hasCustomPrompt="1"/>
          </p:nvPr>
        </p:nvSpPr>
        <p:spPr>
          <a:xfrm>
            <a:off x="3275214" y="433532"/>
            <a:ext cx="5944986" cy="4267201"/>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vertical image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hasCustomPrompt="1"/>
          </p:nvPr>
        </p:nvSpPr>
        <p:spPr>
          <a:xfrm>
            <a:off x="457201" y="12763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dirty="0"/>
              <a:t>Content slide for product </a:t>
            </a:r>
          </a:p>
        </p:txBody>
      </p:sp>
      <p:sp>
        <p:nvSpPr>
          <p:cNvPr id="19" name="Content Placeholder 3">
            <a:extLst>
              <a:ext uri="{FF2B5EF4-FFF2-40B4-BE49-F238E27FC236}">
                <a16:creationId xmlns:a16="http://schemas.microsoft.com/office/drawing/2014/main" id="{0039C83E-2396-3041-88D2-08BED1B90FB3}"/>
              </a:ext>
            </a:extLst>
          </p:cNvPr>
          <p:cNvSpPr>
            <a:spLocks noGrp="1"/>
          </p:cNvSpPr>
          <p:nvPr>
            <p:ph sz="half" idx="10" hasCustomPrompt="1"/>
          </p:nvPr>
        </p:nvSpPr>
        <p:spPr>
          <a:xfrm>
            <a:off x="457201" y="2076450"/>
            <a:ext cx="2417762" cy="27051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8C71EA4F-0AEB-704F-B2AF-EC325862EE69}"/>
              </a:ext>
            </a:extLst>
          </p:cNvPr>
          <p:cNvSpPr>
            <a:spLocks noGrp="1"/>
          </p:cNvSpPr>
          <p:nvPr>
            <p:ph sz="quarter" idx="12" hasCustomPrompt="1"/>
          </p:nvPr>
        </p:nvSpPr>
        <p:spPr>
          <a:xfrm>
            <a:off x="6766560" y="285750"/>
            <a:ext cx="1920240" cy="1295400"/>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Content Placeholder 3">
            <a:extLst>
              <a:ext uri="{FF2B5EF4-FFF2-40B4-BE49-F238E27FC236}">
                <a16:creationId xmlns:a16="http://schemas.microsoft.com/office/drawing/2014/main" id="{C06C8869-223C-D542-9653-176927B288AF}"/>
              </a:ext>
            </a:extLst>
          </p:cNvPr>
          <p:cNvSpPr>
            <a:spLocks noGrp="1"/>
          </p:cNvSpPr>
          <p:nvPr>
            <p:ph sz="quarter" idx="13" hasCustomPrompt="1"/>
          </p:nvPr>
        </p:nvSpPr>
        <p:spPr>
          <a:xfrm>
            <a:off x="6766560" y="2647951"/>
            <a:ext cx="1920240" cy="9144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3" name="Content Placeholder 3">
            <a:extLst>
              <a:ext uri="{FF2B5EF4-FFF2-40B4-BE49-F238E27FC236}">
                <a16:creationId xmlns:a16="http://schemas.microsoft.com/office/drawing/2014/main" id="{AE788E41-A610-5040-A8C2-BD70D9EF3D9B}"/>
              </a:ext>
            </a:extLst>
          </p:cNvPr>
          <p:cNvSpPr>
            <a:spLocks noGrp="1"/>
          </p:cNvSpPr>
          <p:nvPr>
            <p:ph sz="quarter" idx="15" hasCustomPrompt="1"/>
          </p:nvPr>
        </p:nvSpPr>
        <p:spPr>
          <a:xfrm>
            <a:off x="6766560" y="1583328"/>
            <a:ext cx="1920240" cy="1064623"/>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(never images)</a:t>
            </a:r>
          </a:p>
        </p:txBody>
      </p:sp>
      <p:sp>
        <p:nvSpPr>
          <p:cNvPr id="24" name="Content Placeholder 3">
            <a:extLst>
              <a:ext uri="{FF2B5EF4-FFF2-40B4-BE49-F238E27FC236}">
                <a16:creationId xmlns:a16="http://schemas.microsoft.com/office/drawing/2014/main" id="{29BFBEF6-E451-974A-8990-AD98550A94D1}"/>
              </a:ext>
            </a:extLst>
          </p:cNvPr>
          <p:cNvSpPr>
            <a:spLocks noGrp="1"/>
          </p:cNvSpPr>
          <p:nvPr>
            <p:ph sz="quarter" idx="16" hasCustomPrompt="1"/>
          </p:nvPr>
        </p:nvSpPr>
        <p:spPr>
          <a:xfrm>
            <a:off x="6766560" y="3562352"/>
            <a:ext cx="1920240" cy="129539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(never images)</a:t>
            </a:r>
          </a:p>
        </p:txBody>
      </p:sp>
      <p:sp>
        <p:nvSpPr>
          <p:cNvPr id="11" name="Rectangle 10">
            <a:extLst>
              <a:ext uri="{FF2B5EF4-FFF2-40B4-BE49-F238E27FC236}">
                <a16:creationId xmlns:a16="http://schemas.microsoft.com/office/drawing/2014/main" id="{592FE0F5-A4D1-1A56-51D6-475D5E643A98}"/>
              </a:ext>
            </a:extLst>
          </p:cNvPr>
          <p:cNvSpPr/>
          <p:nvPr/>
        </p:nvSpPr>
        <p:spPr>
          <a:xfrm>
            <a:off x="3276600" y="438150"/>
            <a:ext cx="5867400" cy="4267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3826735427"/>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p:cSld name="1 Img: 2 Subsections (horizontal)">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1A19ABD-8F20-9948-B84A-E38FAEDBE435}"/>
              </a:ext>
            </a:extLst>
          </p:cNvPr>
          <p:cNvSpPr/>
          <p:nvPr/>
        </p:nvSpPr>
        <p:spPr>
          <a:xfrm>
            <a:off x="685800" y="1574620"/>
            <a:ext cx="8077200" cy="35688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685800" y="1574620"/>
            <a:ext cx="8077200" cy="356888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457200" y="288308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457200"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4" name="Content Placeholder 3">
            <a:extLst>
              <a:ext uri="{FF2B5EF4-FFF2-40B4-BE49-F238E27FC236}">
                <a16:creationId xmlns:a16="http://schemas.microsoft.com/office/drawing/2014/main" id="{4EFE6318-65F6-574E-A6AF-2B00B6294C16}"/>
              </a:ext>
            </a:extLst>
          </p:cNvPr>
          <p:cNvSpPr>
            <a:spLocks noGrp="1"/>
          </p:cNvSpPr>
          <p:nvPr>
            <p:ph sz="quarter" idx="31" hasCustomPrompt="1"/>
          </p:nvPr>
        </p:nvSpPr>
        <p:spPr>
          <a:xfrm>
            <a:off x="2570363" y="288308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5" name="Content Placeholder 3">
            <a:extLst>
              <a:ext uri="{FF2B5EF4-FFF2-40B4-BE49-F238E27FC236}">
                <a16:creationId xmlns:a16="http://schemas.microsoft.com/office/drawing/2014/main" id="{01D9D084-191F-4748-95AA-C449BC462044}"/>
              </a:ext>
            </a:extLst>
          </p:cNvPr>
          <p:cNvSpPr>
            <a:spLocks noGrp="1"/>
          </p:cNvSpPr>
          <p:nvPr>
            <p:ph sz="quarter" idx="32" hasCustomPrompt="1"/>
          </p:nvPr>
        </p:nvSpPr>
        <p:spPr>
          <a:xfrm>
            <a:off x="2570363"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1" name="Title 1">
            <a:extLst>
              <a:ext uri="{FF2B5EF4-FFF2-40B4-BE49-F238E27FC236}">
                <a16:creationId xmlns:a16="http://schemas.microsoft.com/office/drawing/2014/main" id="{320F225D-F840-704E-90D0-82590E475F02}"/>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2" name="Text Placeholder 2">
            <a:extLst>
              <a:ext uri="{FF2B5EF4-FFF2-40B4-BE49-F238E27FC236}">
                <a16:creationId xmlns:a16="http://schemas.microsoft.com/office/drawing/2014/main" id="{BC42EB25-D658-9942-9DB4-E2923B92DF11}"/>
              </a:ext>
            </a:extLst>
          </p:cNvPr>
          <p:cNvSpPr>
            <a:spLocks noGrp="1"/>
          </p:cNvSpPr>
          <p:nvPr>
            <p:ph type="body" sz="quarter" idx="12" hasCustomPrompt="1"/>
          </p:nvPr>
        </p:nvSpPr>
        <p:spPr>
          <a:xfrm>
            <a:off x="6553200" y="4705350"/>
            <a:ext cx="2133600" cy="304800"/>
          </a:xfrm>
        </p:spPr>
        <p:txBody>
          <a:bodyPr>
            <a:normAutofit/>
          </a:bodyPr>
          <a:lstStyle>
            <a:lvl1pPr marL="0" indent="0" algn="r">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Caption in this style only if necessary (move to be near image but stay on the right side)</a:t>
            </a:r>
          </a:p>
        </p:txBody>
      </p:sp>
      <p:sp>
        <p:nvSpPr>
          <p:cNvPr id="10" name="Rectangle 9">
            <a:extLst>
              <a:ext uri="{FF2B5EF4-FFF2-40B4-BE49-F238E27FC236}">
                <a16:creationId xmlns:a16="http://schemas.microsoft.com/office/drawing/2014/main" id="{613C1493-A4C9-5B0B-3A0E-213BC4F85709}"/>
              </a:ext>
            </a:extLst>
          </p:cNvPr>
          <p:cNvSpPr/>
          <p:nvPr/>
        </p:nvSpPr>
        <p:spPr>
          <a:xfrm>
            <a:off x="685800" y="1574620"/>
            <a:ext cx="8077200" cy="35688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1972127590"/>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p:cSld name="1 Img: 2 Subsections (vertic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0" y="1828800"/>
            <a:ext cx="9144000" cy="33147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4" name="Content Placeholder 3">
            <a:extLst>
              <a:ext uri="{FF2B5EF4-FFF2-40B4-BE49-F238E27FC236}">
                <a16:creationId xmlns:a16="http://schemas.microsoft.com/office/drawing/2014/main" id="{C1410587-1BDD-7048-AF53-8DFCD2C586EC}"/>
              </a:ext>
            </a:extLst>
          </p:cNvPr>
          <p:cNvSpPr>
            <a:spLocks noGrp="1"/>
          </p:cNvSpPr>
          <p:nvPr>
            <p:ph sz="quarter" idx="17" hasCustomPrompt="1"/>
          </p:nvPr>
        </p:nvSpPr>
        <p:spPr>
          <a:xfrm>
            <a:off x="0" y="1828800"/>
            <a:ext cx="9144000" cy="331470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imagery </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0" y="781050"/>
            <a:ext cx="4572000"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9" name="Content Placeholder 3">
            <a:extLst>
              <a:ext uri="{FF2B5EF4-FFF2-40B4-BE49-F238E27FC236}">
                <a16:creationId xmlns:a16="http://schemas.microsoft.com/office/drawing/2014/main" id="{9D9E0323-2132-924E-B4B6-B65DEFACA051}"/>
              </a:ext>
            </a:extLst>
          </p:cNvPr>
          <p:cNvSpPr>
            <a:spLocks noGrp="1"/>
          </p:cNvSpPr>
          <p:nvPr>
            <p:ph sz="quarter" idx="12" hasCustomPrompt="1"/>
          </p:nvPr>
        </p:nvSpPr>
        <p:spPr>
          <a:xfrm>
            <a:off x="6400800" y="516526"/>
            <a:ext cx="2196352" cy="1064624"/>
          </a:xfrm>
          <a:solidFill>
            <a:schemeClr val="tx2"/>
          </a:solidFill>
        </p:spPr>
        <p:txBody>
          <a:bodyPr lIns="137160" tIns="137160" rIns="9144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0" name="Content Placeholder 3">
            <a:extLst>
              <a:ext uri="{FF2B5EF4-FFF2-40B4-BE49-F238E27FC236}">
                <a16:creationId xmlns:a16="http://schemas.microsoft.com/office/drawing/2014/main" id="{73CF75C6-D2B9-2B40-86C2-61E17A7E58DA}"/>
              </a:ext>
            </a:extLst>
          </p:cNvPr>
          <p:cNvSpPr>
            <a:spLocks noGrp="1"/>
          </p:cNvSpPr>
          <p:nvPr>
            <p:ph sz="quarter" idx="13" hasCustomPrompt="1"/>
          </p:nvPr>
        </p:nvSpPr>
        <p:spPr>
          <a:xfrm>
            <a:off x="6400800" y="2647951"/>
            <a:ext cx="2196352" cy="9144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1" name="Content Placeholder 3">
            <a:extLst>
              <a:ext uri="{FF2B5EF4-FFF2-40B4-BE49-F238E27FC236}">
                <a16:creationId xmlns:a16="http://schemas.microsoft.com/office/drawing/2014/main" id="{EAF63C98-5ADC-4744-8C2C-754CFCA2A7C7}"/>
              </a:ext>
            </a:extLst>
          </p:cNvPr>
          <p:cNvSpPr>
            <a:spLocks noGrp="1"/>
          </p:cNvSpPr>
          <p:nvPr>
            <p:ph sz="quarter" idx="15" hasCustomPrompt="1"/>
          </p:nvPr>
        </p:nvSpPr>
        <p:spPr>
          <a:xfrm>
            <a:off x="6400800" y="1583328"/>
            <a:ext cx="2196352" cy="1064623"/>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(never images)</a:t>
            </a:r>
          </a:p>
        </p:txBody>
      </p:sp>
      <p:sp>
        <p:nvSpPr>
          <p:cNvPr id="22" name="Content Placeholder 3">
            <a:extLst>
              <a:ext uri="{FF2B5EF4-FFF2-40B4-BE49-F238E27FC236}">
                <a16:creationId xmlns:a16="http://schemas.microsoft.com/office/drawing/2014/main" id="{60F589EC-28F7-6547-A1E0-FD934D9C4717}"/>
              </a:ext>
            </a:extLst>
          </p:cNvPr>
          <p:cNvSpPr>
            <a:spLocks noGrp="1"/>
          </p:cNvSpPr>
          <p:nvPr>
            <p:ph sz="quarter" idx="16" hasCustomPrompt="1"/>
          </p:nvPr>
        </p:nvSpPr>
        <p:spPr>
          <a:xfrm>
            <a:off x="6400800" y="3562350"/>
            <a:ext cx="2196352" cy="1574620"/>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(never images)</a:t>
            </a:r>
          </a:p>
        </p:txBody>
      </p:sp>
      <p:sp>
        <p:nvSpPr>
          <p:cNvPr id="9" name="Rectangle 8">
            <a:extLst>
              <a:ext uri="{FF2B5EF4-FFF2-40B4-BE49-F238E27FC236}">
                <a16:creationId xmlns:a16="http://schemas.microsoft.com/office/drawing/2014/main" id="{9D1CCD43-252C-E778-E670-757B0BA94A8B}"/>
              </a:ext>
            </a:extLst>
          </p:cNvPr>
          <p:cNvSpPr/>
          <p:nvPr/>
        </p:nvSpPr>
        <p:spPr>
          <a:xfrm>
            <a:off x="0" y="1828800"/>
            <a:ext cx="9144000" cy="33147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710980836"/>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p:cSld name="1 Img: Body (horizont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0" y="1828801"/>
            <a:ext cx="9144000" cy="333015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Content Placeholder 3">
            <a:extLst>
              <a:ext uri="{FF2B5EF4-FFF2-40B4-BE49-F238E27FC236}">
                <a16:creationId xmlns:a16="http://schemas.microsoft.com/office/drawing/2014/main" id="{EB54720A-1134-1149-8C4F-29DF61A6D4F5}"/>
              </a:ext>
            </a:extLst>
          </p:cNvPr>
          <p:cNvSpPr>
            <a:spLocks noGrp="1"/>
          </p:cNvSpPr>
          <p:nvPr>
            <p:ph sz="quarter" idx="17" hasCustomPrompt="1"/>
          </p:nvPr>
        </p:nvSpPr>
        <p:spPr>
          <a:xfrm>
            <a:off x="0" y="1828800"/>
            <a:ext cx="9144000" cy="331470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imagery </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800101"/>
            <a:ext cx="3429001"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A4AE68C5-CD5D-4844-949B-A40D77CF7FF9}"/>
              </a:ext>
            </a:extLst>
          </p:cNvPr>
          <p:cNvSpPr>
            <a:spLocks noGrp="1"/>
          </p:cNvSpPr>
          <p:nvPr>
            <p:ph sz="half" idx="10" hasCustomPrompt="1"/>
          </p:nvPr>
        </p:nvSpPr>
        <p:spPr>
          <a:xfrm>
            <a:off x="4336774" y="666751"/>
            <a:ext cx="4343400" cy="933451"/>
          </a:xfrm>
          <a:prstGeom prst="rect">
            <a:avLst/>
          </a:prstGeom>
        </p:spPr>
        <p:txBody>
          <a:bodyPr anchor="b">
            <a:normAutofit/>
          </a:bodyPr>
          <a:lstStyle>
            <a:lvl1pPr marL="0" indent="0">
              <a:lnSpc>
                <a:spcPct val="100000"/>
              </a:lnSpc>
              <a:buNone/>
              <a:defRPr sz="1400">
                <a:solidFill>
                  <a:srgbClr val="393A39"/>
                </a:solidFill>
                <a:latin typeface="Lato" panose="020F0502020204030203" pitchFamily="34" charset="0"/>
              </a:defRPr>
            </a:lvl1pPr>
            <a:lvl2pPr marL="292093" indent="0">
              <a:lnSpc>
                <a:spcPct val="100000"/>
              </a:lnSpc>
              <a:buFont typeface="Arial" panose="020B0604020202020204" pitchFamily="34" charset="0"/>
              <a:buNone/>
              <a:defRPr sz="1200">
                <a:solidFill>
                  <a:srgbClr val="393A39"/>
                </a:solidFill>
                <a:latin typeface="Lato" panose="020F0502020204030203" pitchFamily="34" charset="0"/>
              </a:defRPr>
            </a:lvl2pPr>
            <a:lvl3pPr marL="576248" indent="0">
              <a:lnSpc>
                <a:spcPct val="100000"/>
              </a:lnSpc>
              <a:buNone/>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 2-3 lines max</a:t>
            </a:r>
          </a:p>
        </p:txBody>
      </p:sp>
      <p:sp>
        <p:nvSpPr>
          <p:cNvPr id="6" name="Text Placeholder 2">
            <a:extLst>
              <a:ext uri="{FF2B5EF4-FFF2-40B4-BE49-F238E27FC236}">
                <a16:creationId xmlns:a16="http://schemas.microsoft.com/office/drawing/2014/main" id="{9C9FBA76-EC57-5B44-B1FE-EAEF7BA59C51}"/>
              </a:ext>
            </a:extLst>
          </p:cNvPr>
          <p:cNvSpPr>
            <a:spLocks noGrp="1"/>
          </p:cNvSpPr>
          <p:nvPr>
            <p:ph type="body" sz="quarter" idx="18" hasCustomPrompt="1"/>
          </p:nvPr>
        </p:nvSpPr>
        <p:spPr>
          <a:xfrm>
            <a:off x="97023" y="4854151"/>
            <a:ext cx="3103378" cy="304800"/>
          </a:xfrm>
        </p:spPr>
        <p:txBody>
          <a:bodyPr>
            <a:normAutofit/>
          </a:bodyPr>
          <a:lstStyle>
            <a:lvl1pPr marL="0" indent="0">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Short  caption in this style only if necessary</a:t>
            </a:r>
          </a:p>
        </p:txBody>
      </p:sp>
      <p:sp>
        <p:nvSpPr>
          <p:cNvPr id="9" name="Rectangle 8">
            <a:extLst>
              <a:ext uri="{FF2B5EF4-FFF2-40B4-BE49-F238E27FC236}">
                <a16:creationId xmlns:a16="http://schemas.microsoft.com/office/drawing/2014/main" id="{54C0E466-4ABD-8D3B-0E5C-AD3FD7296C25}"/>
              </a:ext>
            </a:extLst>
          </p:cNvPr>
          <p:cNvSpPr/>
          <p:nvPr/>
        </p:nvSpPr>
        <p:spPr>
          <a:xfrm>
            <a:off x="0" y="1828801"/>
            <a:ext cx="9144000" cy="333015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041772194"/>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p:cSld name="1 Img: 4 Subsections (horizont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0" y="0"/>
            <a:ext cx="9144000" cy="29146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Content Placeholder 3">
            <a:extLst>
              <a:ext uri="{FF2B5EF4-FFF2-40B4-BE49-F238E27FC236}">
                <a16:creationId xmlns:a16="http://schemas.microsoft.com/office/drawing/2014/main" id="{C55A5EC6-0073-7947-BBE4-21D6DE8230A6}"/>
              </a:ext>
            </a:extLst>
          </p:cNvPr>
          <p:cNvSpPr>
            <a:spLocks noGrp="1"/>
          </p:cNvSpPr>
          <p:nvPr>
            <p:ph sz="quarter" idx="19" hasCustomPrompt="1"/>
          </p:nvPr>
        </p:nvSpPr>
        <p:spPr>
          <a:xfrm>
            <a:off x="4572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5" name="Content Placeholder 3">
            <a:extLst>
              <a:ext uri="{FF2B5EF4-FFF2-40B4-BE49-F238E27FC236}">
                <a16:creationId xmlns:a16="http://schemas.microsoft.com/office/drawing/2014/main" id="{3ECEF5C8-D625-7D48-953E-B6AF1C1C6455}"/>
              </a:ext>
            </a:extLst>
          </p:cNvPr>
          <p:cNvSpPr>
            <a:spLocks noGrp="1"/>
          </p:cNvSpPr>
          <p:nvPr>
            <p:ph sz="quarter" idx="20" hasCustomPrompt="1"/>
          </p:nvPr>
        </p:nvSpPr>
        <p:spPr>
          <a:xfrm>
            <a:off x="4572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16" name="Content Placeholder 3">
            <a:extLst>
              <a:ext uri="{FF2B5EF4-FFF2-40B4-BE49-F238E27FC236}">
                <a16:creationId xmlns:a16="http://schemas.microsoft.com/office/drawing/2014/main" id="{2EB91B49-F488-C145-AFFE-02764827CF01}"/>
              </a:ext>
            </a:extLst>
          </p:cNvPr>
          <p:cNvSpPr>
            <a:spLocks noGrp="1"/>
          </p:cNvSpPr>
          <p:nvPr>
            <p:ph sz="quarter" idx="21" hasCustomPrompt="1"/>
          </p:nvPr>
        </p:nvSpPr>
        <p:spPr>
          <a:xfrm>
            <a:off x="25908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AF43D2FE-FD2D-9A46-AA7F-01AA07355C0E}"/>
              </a:ext>
            </a:extLst>
          </p:cNvPr>
          <p:cNvSpPr>
            <a:spLocks noGrp="1"/>
          </p:cNvSpPr>
          <p:nvPr>
            <p:ph sz="quarter" idx="22" hasCustomPrompt="1"/>
          </p:nvPr>
        </p:nvSpPr>
        <p:spPr>
          <a:xfrm>
            <a:off x="25908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26" name="Content Placeholder 3">
            <a:extLst>
              <a:ext uri="{FF2B5EF4-FFF2-40B4-BE49-F238E27FC236}">
                <a16:creationId xmlns:a16="http://schemas.microsoft.com/office/drawing/2014/main" id="{812EEC76-2279-374F-8B62-D1B9694094F0}"/>
              </a:ext>
            </a:extLst>
          </p:cNvPr>
          <p:cNvSpPr>
            <a:spLocks noGrp="1"/>
          </p:cNvSpPr>
          <p:nvPr>
            <p:ph sz="quarter" idx="23" hasCustomPrompt="1"/>
          </p:nvPr>
        </p:nvSpPr>
        <p:spPr>
          <a:xfrm>
            <a:off x="4724400" y="347155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87BCBA6B-67C3-6043-925B-200179A70E1E}"/>
              </a:ext>
            </a:extLst>
          </p:cNvPr>
          <p:cNvSpPr>
            <a:spLocks noGrp="1"/>
          </p:cNvSpPr>
          <p:nvPr>
            <p:ph sz="quarter" idx="24" hasCustomPrompt="1"/>
          </p:nvPr>
        </p:nvSpPr>
        <p:spPr>
          <a:xfrm>
            <a:off x="4724400" y="383459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28" name="Content Placeholder 3">
            <a:extLst>
              <a:ext uri="{FF2B5EF4-FFF2-40B4-BE49-F238E27FC236}">
                <a16:creationId xmlns:a16="http://schemas.microsoft.com/office/drawing/2014/main" id="{2FAE9328-9470-0848-AC2C-8C50A5877CD5}"/>
              </a:ext>
            </a:extLst>
          </p:cNvPr>
          <p:cNvSpPr>
            <a:spLocks noGrp="1"/>
          </p:cNvSpPr>
          <p:nvPr>
            <p:ph sz="quarter" idx="25" hasCustomPrompt="1"/>
          </p:nvPr>
        </p:nvSpPr>
        <p:spPr>
          <a:xfrm>
            <a:off x="68580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9" name="Content Placeholder 3">
            <a:extLst>
              <a:ext uri="{FF2B5EF4-FFF2-40B4-BE49-F238E27FC236}">
                <a16:creationId xmlns:a16="http://schemas.microsoft.com/office/drawing/2014/main" id="{0B1D0407-5C33-864A-BF68-513C16B32567}"/>
              </a:ext>
            </a:extLst>
          </p:cNvPr>
          <p:cNvSpPr>
            <a:spLocks noGrp="1"/>
          </p:cNvSpPr>
          <p:nvPr>
            <p:ph sz="quarter" idx="26" hasCustomPrompt="1"/>
          </p:nvPr>
        </p:nvSpPr>
        <p:spPr>
          <a:xfrm>
            <a:off x="68580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pic>
        <p:nvPicPr>
          <p:cNvPr id="19" name="Picture 18">
            <a:extLst>
              <a:ext uri="{FF2B5EF4-FFF2-40B4-BE49-F238E27FC236}">
                <a16:creationId xmlns:a16="http://schemas.microsoft.com/office/drawing/2014/main" id="{12314A6A-139E-B045-A7B0-62EE8C195F54}"/>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20" name="Picture 19">
            <a:extLst>
              <a:ext uri="{FF2B5EF4-FFF2-40B4-BE49-F238E27FC236}">
                <a16:creationId xmlns:a16="http://schemas.microsoft.com/office/drawing/2014/main" id="{C764D7F7-BB88-854E-82C8-FA0A21E4A86E}"/>
              </a:ext>
            </a:extLst>
          </p:cNvPr>
          <p:cNvPicPr>
            <a:picLocks noChangeAspect="1"/>
          </p:cNvPicPr>
          <p:nvPr/>
        </p:nvPicPr>
        <p:blipFill>
          <a:blip r:embed="rId3"/>
          <a:stretch>
            <a:fillRect/>
          </a:stretch>
        </p:blipFill>
        <p:spPr>
          <a:xfrm>
            <a:off x="115779" y="223914"/>
            <a:ext cx="752320" cy="69658"/>
          </a:xfrm>
          <a:prstGeom prst="rect">
            <a:avLst/>
          </a:prstGeom>
        </p:spPr>
      </p:pic>
      <p:sp>
        <p:nvSpPr>
          <p:cNvPr id="32" name="Content Placeholder 3">
            <a:extLst>
              <a:ext uri="{FF2B5EF4-FFF2-40B4-BE49-F238E27FC236}">
                <a16:creationId xmlns:a16="http://schemas.microsoft.com/office/drawing/2014/main" id="{08F8115A-52B0-214C-9121-EF7CCB7F0CB0}"/>
              </a:ext>
            </a:extLst>
          </p:cNvPr>
          <p:cNvSpPr>
            <a:spLocks noGrp="1"/>
          </p:cNvSpPr>
          <p:nvPr>
            <p:ph sz="quarter" idx="17" hasCustomPrompt="1"/>
          </p:nvPr>
        </p:nvSpPr>
        <p:spPr>
          <a:xfrm>
            <a:off x="0" y="-1270"/>
            <a:ext cx="9144000" cy="291592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a:t>
            </a:r>
          </a:p>
        </p:txBody>
      </p:sp>
      <p:sp>
        <p:nvSpPr>
          <p:cNvPr id="18" name="Title 1">
            <a:extLst>
              <a:ext uri="{FF2B5EF4-FFF2-40B4-BE49-F238E27FC236}">
                <a16:creationId xmlns:a16="http://schemas.microsoft.com/office/drawing/2014/main" id="{FC98038E-301F-8A4C-BE5E-97E84379DBA2}"/>
              </a:ext>
            </a:extLst>
          </p:cNvPr>
          <p:cNvSpPr>
            <a:spLocks noGrp="1"/>
          </p:cNvSpPr>
          <p:nvPr>
            <p:ph type="title"/>
          </p:nvPr>
        </p:nvSpPr>
        <p:spPr>
          <a:xfrm>
            <a:off x="0" y="2373810"/>
            <a:ext cx="7467600" cy="879516"/>
          </a:xfrm>
          <a:prstGeom prst="rect">
            <a:avLst/>
          </a:prstGeom>
          <a:solidFill>
            <a:schemeClr val="tx2"/>
          </a:solidFill>
        </p:spPr>
        <p:txBody>
          <a:bodyPr lIns="548640" rIns="137160" bIns="13716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21" name="Rectangle 20">
            <a:extLst>
              <a:ext uri="{FF2B5EF4-FFF2-40B4-BE49-F238E27FC236}">
                <a16:creationId xmlns:a16="http://schemas.microsoft.com/office/drawing/2014/main" id="{261C065C-9EA7-FAA8-C448-2B83EA3D58E4}"/>
              </a:ext>
            </a:extLst>
          </p:cNvPr>
          <p:cNvSpPr/>
          <p:nvPr/>
        </p:nvSpPr>
        <p:spPr>
          <a:xfrm>
            <a:off x="0" y="0"/>
            <a:ext cx="9144000" cy="29146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2" name="Picture 21">
            <a:extLst>
              <a:ext uri="{FF2B5EF4-FFF2-40B4-BE49-F238E27FC236}">
                <a16:creationId xmlns:a16="http://schemas.microsoft.com/office/drawing/2014/main" id="{33D52252-5F9C-01E8-7355-B888FDBF40D3}"/>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23" name="Picture 22">
            <a:extLst>
              <a:ext uri="{FF2B5EF4-FFF2-40B4-BE49-F238E27FC236}">
                <a16:creationId xmlns:a16="http://schemas.microsoft.com/office/drawing/2014/main" id="{82956997-EAE1-A53F-8206-73DE36A1AF0B}"/>
              </a:ext>
            </a:extLst>
          </p:cNvPr>
          <p:cNvPicPr>
            <a:picLocks noChangeAspect="1"/>
          </p:cNvPicPr>
          <p:nvPr/>
        </p:nvPicPr>
        <p:blipFill>
          <a:blip r:embed="rId3"/>
          <a:stretch>
            <a:fillRect/>
          </a:stretch>
        </p:blipFill>
        <p:spPr>
          <a:xfrm>
            <a:off x="115779" y="223914"/>
            <a:ext cx="752320" cy="69658"/>
          </a:xfrm>
          <a:prstGeom prst="rect">
            <a:avLst/>
          </a:prstGeom>
        </p:spPr>
      </p:pic>
    </p:spTree>
    <p:extLst>
      <p:ext uri="{BB962C8B-B14F-4D97-AF65-F5344CB8AC3E}">
        <p14:creationId xmlns:p14="http://schemas.microsoft.com/office/powerpoint/2010/main" val="3307081791"/>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p:cSld name="1 Img: 4 Subsections (large titl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0" y="0"/>
            <a:ext cx="9144000" cy="29146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Content Placeholder 3">
            <a:extLst>
              <a:ext uri="{FF2B5EF4-FFF2-40B4-BE49-F238E27FC236}">
                <a16:creationId xmlns:a16="http://schemas.microsoft.com/office/drawing/2014/main" id="{C55A5EC6-0073-7947-BBE4-21D6DE8230A6}"/>
              </a:ext>
            </a:extLst>
          </p:cNvPr>
          <p:cNvSpPr>
            <a:spLocks noGrp="1"/>
          </p:cNvSpPr>
          <p:nvPr>
            <p:ph sz="quarter" idx="19" hasCustomPrompt="1"/>
          </p:nvPr>
        </p:nvSpPr>
        <p:spPr>
          <a:xfrm>
            <a:off x="4572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5" name="Content Placeholder 3">
            <a:extLst>
              <a:ext uri="{FF2B5EF4-FFF2-40B4-BE49-F238E27FC236}">
                <a16:creationId xmlns:a16="http://schemas.microsoft.com/office/drawing/2014/main" id="{3ECEF5C8-D625-7D48-953E-B6AF1C1C6455}"/>
              </a:ext>
            </a:extLst>
          </p:cNvPr>
          <p:cNvSpPr>
            <a:spLocks noGrp="1"/>
          </p:cNvSpPr>
          <p:nvPr>
            <p:ph sz="quarter" idx="20" hasCustomPrompt="1"/>
          </p:nvPr>
        </p:nvSpPr>
        <p:spPr>
          <a:xfrm>
            <a:off x="4572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16" name="Content Placeholder 3">
            <a:extLst>
              <a:ext uri="{FF2B5EF4-FFF2-40B4-BE49-F238E27FC236}">
                <a16:creationId xmlns:a16="http://schemas.microsoft.com/office/drawing/2014/main" id="{2EB91B49-F488-C145-AFFE-02764827CF01}"/>
              </a:ext>
            </a:extLst>
          </p:cNvPr>
          <p:cNvSpPr>
            <a:spLocks noGrp="1"/>
          </p:cNvSpPr>
          <p:nvPr>
            <p:ph sz="quarter" idx="21" hasCustomPrompt="1"/>
          </p:nvPr>
        </p:nvSpPr>
        <p:spPr>
          <a:xfrm>
            <a:off x="25908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AF43D2FE-FD2D-9A46-AA7F-01AA07355C0E}"/>
              </a:ext>
            </a:extLst>
          </p:cNvPr>
          <p:cNvSpPr>
            <a:spLocks noGrp="1"/>
          </p:cNvSpPr>
          <p:nvPr>
            <p:ph sz="quarter" idx="22" hasCustomPrompt="1"/>
          </p:nvPr>
        </p:nvSpPr>
        <p:spPr>
          <a:xfrm>
            <a:off x="25908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26" name="Content Placeholder 3">
            <a:extLst>
              <a:ext uri="{FF2B5EF4-FFF2-40B4-BE49-F238E27FC236}">
                <a16:creationId xmlns:a16="http://schemas.microsoft.com/office/drawing/2014/main" id="{812EEC76-2279-374F-8B62-D1B9694094F0}"/>
              </a:ext>
            </a:extLst>
          </p:cNvPr>
          <p:cNvSpPr>
            <a:spLocks noGrp="1"/>
          </p:cNvSpPr>
          <p:nvPr>
            <p:ph sz="quarter" idx="23" hasCustomPrompt="1"/>
          </p:nvPr>
        </p:nvSpPr>
        <p:spPr>
          <a:xfrm>
            <a:off x="4724400" y="347155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87BCBA6B-67C3-6043-925B-200179A70E1E}"/>
              </a:ext>
            </a:extLst>
          </p:cNvPr>
          <p:cNvSpPr>
            <a:spLocks noGrp="1"/>
          </p:cNvSpPr>
          <p:nvPr>
            <p:ph sz="quarter" idx="24" hasCustomPrompt="1"/>
          </p:nvPr>
        </p:nvSpPr>
        <p:spPr>
          <a:xfrm>
            <a:off x="4724400" y="383459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28" name="Content Placeholder 3">
            <a:extLst>
              <a:ext uri="{FF2B5EF4-FFF2-40B4-BE49-F238E27FC236}">
                <a16:creationId xmlns:a16="http://schemas.microsoft.com/office/drawing/2014/main" id="{2FAE9328-9470-0848-AC2C-8C50A5877CD5}"/>
              </a:ext>
            </a:extLst>
          </p:cNvPr>
          <p:cNvSpPr>
            <a:spLocks noGrp="1"/>
          </p:cNvSpPr>
          <p:nvPr>
            <p:ph sz="quarter" idx="25" hasCustomPrompt="1"/>
          </p:nvPr>
        </p:nvSpPr>
        <p:spPr>
          <a:xfrm>
            <a:off x="68580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9" name="Content Placeholder 3">
            <a:extLst>
              <a:ext uri="{FF2B5EF4-FFF2-40B4-BE49-F238E27FC236}">
                <a16:creationId xmlns:a16="http://schemas.microsoft.com/office/drawing/2014/main" id="{0B1D0407-5C33-864A-BF68-513C16B32567}"/>
              </a:ext>
            </a:extLst>
          </p:cNvPr>
          <p:cNvSpPr>
            <a:spLocks noGrp="1"/>
          </p:cNvSpPr>
          <p:nvPr>
            <p:ph sz="quarter" idx="26" hasCustomPrompt="1"/>
          </p:nvPr>
        </p:nvSpPr>
        <p:spPr>
          <a:xfrm>
            <a:off x="68580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2" name="Rectangle 1">
            <a:extLst>
              <a:ext uri="{FF2B5EF4-FFF2-40B4-BE49-F238E27FC236}">
                <a16:creationId xmlns:a16="http://schemas.microsoft.com/office/drawing/2014/main" id="{F6AE7833-1F13-1049-9DAF-FBC22A380B2E}"/>
              </a:ext>
            </a:extLst>
          </p:cNvPr>
          <p:cNvSpPr/>
          <p:nvPr/>
        </p:nvSpPr>
        <p:spPr>
          <a:xfrm>
            <a:off x="0" y="293572"/>
            <a:ext cx="4038600" cy="29639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9" name="Picture 18">
            <a:extLst>
              <a:ext uri="{FF2B5EF4-FFF2-40B4-BE49-F238E27FC236}">
                <a16:creationId xmlns:a16="http://schemas.microsoft.com/office/drawing/2014/main" id="{12314A6A-139E-B045-A7B0-62EE8C195F54}"/>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20" name="Picture 19">
            <a:extLst>
              <a:ext uri="{FF2B5EF4-FFF2-40B4-BE49-F238E27FC236}">
                <a16:creationId xmlns:a16="http://schemas.microsoft.com/office/drawing/2014/main" id="{C764D7F7-BB88-854E-82C8-FA0A21E4A86E}"/>
              </a:ext>
            </a:extLst>
          </p:cNvPr>
          <p:cNvPicPr>
            <a:picLocks noChangeAspect="1"/>
          </p:cNvPicPr>
          <p:nvPr/>
        </p:nvPicPr>
        <p:blipFill>
          <a:blip r:embed="rId3"/>
          <a:stretch>
            <a:fillRect/>
          </a:stretch>
        </p:blipFill>
        <p:spPr>
          <a:xfrm>
            <a:off x="115779" y="223914"/>
            <a:ext cx="752320" cy="69658"/>
          </a:xfrm>
          <a:prstGeom prst="rect">
            <a:avLst/>
          </a:prstGeom>
        </p:spPr>
      </p:pic>
      <p:sp>
        <p:nvSpPr>
          <p:cNvPr id="32" name="Content Placeholder 3">
            <a:extLst>
              <a:ext uri="{FF2B5EF4-FFF2-40B4-BE49-F238E27FC236}">
                <a16:creationId xmlns:a16="http://schemas.microsoft.com/office/drawing/2014/main" id="{08F8115A-52B0-214C-9121-EF7CCB7F0CB0}"/>
              </a:ext>
            </a:extLst>
          </p:cNvPr>
          <p:cNvSpPr>
            <a:spLocks noGrp="1"/>
          </p:cNvSpPr>
          <p:nvPr>
            <p:ph sz="quarter" idx="17" hasCustomPrompt="1"/>
          </p:nvPr>
        </p:nvSpPr>
        <p:spPr>
          <a:xfrm>
            <a:off x="4038600" y="-1270"/>
            <a:ext cx="5105400" cy="291592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more square / vertical image</a:t>
            </a:r>
          </a:p>
        </p:txBody>
      </p:sp>
      <p:sp>
        <p:nvSpPr>
          <p:cNvPr id="18" name="Title 1">
            <a:extLst>
              <a:ext uri="{FF2B5EF4-FFF2-40B4-BE49-F238E27FC236}">
                <a16:creationId xmlns:a16="http://schemas.microsoft.com/office/drawing/2014/main" id="{FC98038E-301F-8A4C-BE5E-97E84379DBA2}"/>
              </a:ext>
            </a:extLst>
          </p:cNvPr>
          <p:cNvSpPr>
            <a:spLocks noGrp="1"/>
          </p:cNvSpPr>
          <p:nvPr>
            <p:ph type="title"/>
          </p:nvPr>
        </p:nvSpPr>
        <p:spPr>
          <a:xfrm>
            <a:off x="0" y="287042"/>
            <a:ext cx="4038600" cy="2056109"/>
          </a:xfrm>
          <a:prstGeom prst="rect">
            <a:avLst/>
          </a:prstGeom>
          <a:noFill/>
        </p:spPr>
        <p:txBody>
          <a:bodyPr lIns="548640" rIns="365760" bIns="4572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21" name="Content Placeholder 3">
            <a:extLst>
              <a:ext uri="{FF2B5EF4-FFF2-40B4-BE49-F238E27FC236}">
                <a16:creationId xmlns:a16="http://schemas.microsoft.com/office/drawing/2014/main" id="{CBC1F31E-85D9-5E4B-9BA9-85B4AD8EDEEE}"/>
              </a:ext>
            </a:extLst>
          </p:cNvPr>
          <p:cNvSpPr>
            <a:spLocks noGrp="1"/>
          </p:cNvSpPr>
          <p:nvPr>
            <p:ph sz="quarter" idx="27" hasCustomPrompt="1"/>
          </p:nvPr>
        </p:nvSpPr>
        <p:spPr>
          <a:xfrm>
            <a:off x="0" y="2349680"/>
            <a:ext cx="4038600" cy="907869"/>
          </a:xfrm>
          <a:noFill/>
        </p:spPr>
        <p:txBody>
          <a:bodyPr lIns="548640" tIns="45720" rIns="182880" bIns="137160" anchor="t" anchorCtr="0">
            <a:normAutofit/>
          </a:bodyPr>
          <a:lstStyle>
            <a:lvl1pPr marL="0" indent="0">
              <a:buNone/>
              <a:defRPr sz="1200" b="0">
                <a:solidFill>
                  <a:schemeClr val="accent3"/>
                </a:solidFill>
              </a:defRPr>
            </a:lvl1pPr>
            <a:lvl2pPr>
              <a:defRPr>
                <a:solidFill>
                  <a:schemeClr val="bg2"/>
                </a:solidFill>
              </a:defRPr>
            </a:lvl2pPr>
            <a:lvl3pPr>
              <a:defRPr>
                <a:solidFill>
                  <a:schemeClr val="bg2"/>
                </a:solidFill>
              </a:defRPr>
            </a:lvl3pPr>
          </a:lstStyle>
          <a:p>
            <a:pPr lvl="0"/>
            <a:r>
              <a:rPr lang="en-US" dirty="0"/>
              <a:t>Short body copy here</a:t>
            </a:r>
          </a:p>
        </p:txBody>
      </p:sp>
      <p:sp>
        <p:nvSpPr>
          <p:cNvPr id="22" name="Rectangle 21">
            <a:extLst>
              <a:ext uri="{FF2B5EF4-FFF2-40B4-BE49-F238E27FC236}">
                <a16:creationId xmlns:a16="http://schemas.microsoft.com/office/drawing/2014/main" id="{7473F27D-121F-E9B3-DB55-F871ACC56ED3}"/>
              </a:ext>
            </a:extLst>
          </p:cNvPr>
          <p:cNvSpPr/>
          <p:nvPr/>
        </p:nvSpPr>
        <p:spPr>
          <a:xfrm>
            <a:off x="0" y="0"/>
            <a:ext cx="9144000" cy="29146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3" name="Rectangle 22">
            <a:extLst>
              <a:ext uri="{FF2B5EF4-FFF2-40B4-BE49-F238E27FC236}">
                <a16:creationId xmlns:a16="http://schemas.microsoft.com/office/drawing/2014/main" id="{62B023B2-8E33-1B14-243A-91309E4F7DE1}"/>
              </a:ext>
            </a:extLst>
          </p:cNvPr>
          <p:cNvSpPr/>
          <p:nvPr/>
        </p:nvSpPr>
        <p:spPr>
          <a:xfrm>
            <a:off x="0" y="293572"/>
            <a:ext cx="4038600" cy="29639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4" name="Picture 23">
            <a:extLst>
              <a:ext uri="{FF2B5EF4-FFF2-40B4-BE49-F238E27FC236}">
                <a16:creationId xmlns:a16="http://schemas.microsoft.com/office/drawing/2014/main" id="{4CA9C3B6-1D51-878B-95E2-D19DF00E194C}"/>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25" name="Picture 24">
            <a:extLst>
              <a:ext uri="{FF2B5EF4-FFF2-40B4-BE49-F238E27FC236}">
                <a16:creationId xmlns:a16="http://schemas.microsoft.com/office/drawing/2014/main" id="{C444DE48-792C-9D5B-BD29-D60DC80A8FEE}"/>
              </a:ext>
            </a:extLst>
          </p:cNvPr>
          <p:cNvPicPr>
            <a:picLocks noChangeAspect="1"/>
          </p:cNvPicPr>
          <p:nvPr/>
        </p:nvPicPr>
        <p:blipFill>
          <a:blip r:embed="rId3"/>
          <a:stretch>
            <a:fillRect/>
          </a:stretch>
        </p:blipFill>
        <p:spPr>
          <a:xfrm>
            <a:off x="115779" y="223914"/>
            <a:ext cx="752320" cy="69658"/>
          </a:xfrm>
          <a:prstGeom prst="rect">
            <a:avLst/>
          </a:prstGeom>
        </p:spPr>
      </p:pic>
    </p:spTree>
    <p:extLst>
      <p:ext uri="{BB962C8B-B14F-4D97-AF65-F5344CB8AC3E}">
        <p14:creationId xmlns:p14="http://schemas.microsoft.com/office/powerpoint/2010/main" val="1102546761"/>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p:cSld name="1 Img: 6 Subsections (vertic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0" y="0"/>
            <a:ext cx="43434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Rectangle 10">
            <a:extLst>
              <a:ext uri="{FF2B5EF4-FFF2-40B4-BE49-F238E27FC236}">
                <a16:creationId xmlns:a16="http://schemas.microsoft.com/office/drawing/2014/main" id="{DC1C3825-2765-004B-AADE-07B48076C16B}"/>
              </a:ext>
            </a:extLst>
          </p:cNvPr>
          <p:cNvSpPr/>
          <p:nvPr/>
        </p:nvSpPr>
        <p:spPr>
          <a:xfrm>
            <a:off x="0" y="742950"/>
            <a:ext cx="4577080" cy="111711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6" name="Content Placeholder 3">
            <a:extLst>
              <a:ext uri="{FF2B5EF4-FFF2-40B4-BE49-F238E27FC236}">
                <a16:creationId xmlns:a16="http://schemas.microsoft.com/office/drawing/2014/main" id="{812EEC76-2279-374F-8B62-D1B9694094F0}"/>
              </a:ext>
            </a:extLst>
          </p:cNvPr>
          <p:cNvSpPr>
            <a:spLocks noGrp="1"/>
          </p:cNvSpPr>
          <p:nvPr>
            <p:ph sz="quarter" idx="23" hasCustomPrompt="1"/>
          </p:nvPr>
        </p:nvSpPr>
        <p:spPr>
          <a:xfrm>
            <a:off x="4724400" y="373270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87BCBA6B-67C3-6043-925B-200179A70E1E}"/>
              </a:ext>
            </a:extLst>
          </p:cNvPr>
          <p:cNvSpPr>
            <a:spLocks noGrp="1"/>
          </p:cNvSpPr>
          <p:nvPr>
            <p:ph sz="quarter" idx="24" hasCustomPrompt="1"/>
          </p:nvPr>
        </p:nvSpPr>
        <p:spPr>
          <a:xfrm>
            <a:off x="4724400" y="409575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Remove from the bottom first if you need less than 6 items</a:t>
            </a:r>
          </a:p>
        </p:txBody>
      </p:sp>
      <p:sp>
        <p:nvSpPr>
          <p:cNvPr id="28" name="Content Placeholder 3">
            <a:extLst>
              <a:ext uri="{FF2B5EF4-FFF2-40B4-BE49-F238E27FC236}">
                <a16:creationId xmlns:a16="http://schemas.microsoft.com/office/drawing/2014/main" id="{2FAE9328-9470-0848-AC2C-8C50A5877CD5}"/>
              </a:ext>
            </a:extLst>
          </p:cNvPr>
          <p:cNvSpPr>
            <a:spLocks noGrp="1"/>
          </p:cNvSpPr>
          <p:nvPr>
            <p:ph sz="quarter" idx="25" hasCustomPrompt="1"/>
          </p:nvPr>
        </p:nvSpPr>
        <p:spPr>
          <a:xfrm>
            <a:off x="6858000" y="372617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9" name="Content Placeholder 3">
            <a:extLst>
              <a:ext uri="{FF2B5EF4-FFF2-40B4-BE49-F238E27FC236}">
                <a16:creationId xmlns:a16="http://schemas.microsoft.com/office/drawing/2014/main" id="{0B1D0407-5C33-864A-BF68-513C16B32567}"/>
              </a:ext>
            </a:extLst>
          </p:cNvPr>
          <p:cNvSpPr>
            <a:spLocks noGrp="1"/>
          </p:cNvSpPr>
          <p:nvPr>
            <p:ph sz="quarter" idx="26" hasCustomPrompt="1"/>
          </p:nvPr>
        </p:nvSpPr>
        <p:spPr>
          <a:xfrm>
            <a:off x="6858000" y="408922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You can adjust the heigh of these to fit your content, keep top and left alignments</a:t>
            </a:r>
          </a:p>
        </p:txBody>
      </p:sp>
      <p:sp>
        <p:nvSpPr>
          <p:cNvPr id="30" name="Content Placeholder 3">
            <a:extLst>
              <a:ext uri="{FF2B5EF4-FFF2-40B4-BE49-F238E27FC236}">
                <a16:creationId xmlns:a16="http://schemas.microsoft.com/office/drawing/2014/main" id="{C9D8B313-D243-E846-8D3B-ABB4B93E922C}"/>
              </a:ext>
            </a:extLst>
          </p:cNvPr>
          <p:cNvSpPr>
            <a:spLocks noGrp="1"/>
          </p:cNvSpPr>
          <p:nvPr>
            <p:ph sz="quarter" idx="27" hasCustomPrompt="1"/>
          </p:nvPr>
        </p:nvSpPr>
        <p:spPr>
          <a:xfrm>
            <a:off x="4724400" y="231030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1" name="Content Placeholder 3">
            <a:extLst>
              <a:ext uri="{FF2B5EF4-FFF2-40B4-BE49-F238E27FC236}">
                <a16:creationId xmlns:a16="http://schemas.microsoft.com/office/drawing/2014/main" id="{2BAA0604-F53F-2848-B4BD-6B32B71B85BB}"/>
              </a:ext>
            </a:extLst>
          </p:cNvPr>
          <p:cNvSpPr>
            <a:spLocks noGrp="1"/>
          </p:cNvSpPr>
          <p:nvPr>
            <p:ph sz="quarter" idx="28" hasCustomPrompt="1"/>
          </p:nvPr>
        </p:nvSpPr>
        <p:spPr>
          <a:xfrm>
            <a:off x="4724400" y="267335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32" name="Content Placeholder 3">
            <a:extLst>
              <a:ext uri="{FF2B5EF4-FFF2-40B4-BE49-F238E27FC236}">
                <a16:creationId xmlns:a16="http://schemas.microsoft.com/office/drawing/2014/main" id="{D6963282-55FC-0444-8CF4-27F51B5CEDE1}"/>
              </a:ext>
            </a:extLst>
          </p:cNvPr>
          <p:cNvSpPr>
            <a:spLocks noGrp="1"/>
          </p:cNvSpPr>
          <p:nvPr>
            <p:ph sz="quarter" idx="29" hasCustomPrompt="1"/>
          </p:nvPr>
        </p:nvSpPr>
        <p:spPr>
          <a:xfrm>
            <a:off x="6858000" y="230377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3" name="Content Placeholder 3">
            <a:extLst>
              <a:ext uri="{FF2B5EF4-FFF2-40B4-BE49-F238E27FC236}">
                <a16:creationId xmlns:a16="http://schemas.microsoft.com/office/drawing/2014/main" id="{5DF59E8E-AEA7-9947-AD18-8DD63C3ADFE2}"/>
              </a:ext>
            </a:extLst>
          </p:cNvPr>
          <p:cNvSpPr>
            <a:spLocks noGrp="1"/>
          </p:cNvSpPr>
          <p:nvPr>
            <p:ph sz="quarter" idx="30" hasCustomPrompt="1"/>
          </p:nvPr>
        </p:nvSpPr>
        <p:spPr>
          <a:xfrm>
            <a:off x="6858000" y="266682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34" name="Content Placeholder 3">
            <a:extLst>
              <a:ext uri="{FF2B5EF4-FFF2-40B4-BE49-F238E27FC236}">
                <a16:creationId xmlns:a16="http://schemas.microsoft.com/office/drawing/2014/main" id="{38F9CC85-41CC-604C-8E95-3F83B6D2082D}"/>
              </a:ext>
            </a:extLst>
          </p:cNvPr>
          <p:cNvSpPr>
            <a:spLocks noGrp="1"/>
          </p:cNvSpPr>
          <p:nvPr>
            <p:ph sz="quarter" idx="31" hasCustomPrompt="1"/>
          </p:nvPr>
        </p:nvSpPr>
        <p:spPr>
          <a:xfrm>
            <a:off x="4724400" y="91838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5" name="Content Placeholder 3">
            <a:extLst>
              <a:ext uri="{FF2B5EF4-FFF2-40B4-BE49-F238E27FC236}">
                <a16:creationId xmlns:a16="http://schemas.microsoft.com/office/drawing/2014/main" id="{DCDBF9F9-6A22-B64E-88EE-FC546CD5EFC4}"/>
              </a:ext>
            </a:extLst>
          </p:cNvPr>
          <p:cNvSpPr>
            <a:spLocks noGrp="1"/>
          </p:cNvSpPr>
          <p:nvPr>
            <p:ph sz="quarter" idx="32" hasCustomPrompt="1"/>
          </p:nvPr>
        </p:nvSpPr>
        <p:spPr>
          <a:xfrm>
            <a:off x="4724400" y="128143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36" name="Content Placeholder 3">
            <a:extLst>
              <a:ext uri="{FF2B5EF4-FFF2-40B4-BE49-F238E27FC236}">
                <a16:creationId xmlns:a16="http://schemas.microsoft.com/office/drawing/2014/main" id="{1369CBDB-563E-D345-A30B-640FC4806B94}"/>
              </a:ext>
            </a:extLst>
          </p:cNvPr>
          <p:cNvSpPr>
            <a:spLocks noGrp="1"/>
          </p:cNvSpPr>
          <p:nvPr>
            <p:ph sz="quarter" idx="33" hasCustomPrompt="1"/>
          </p:nvPr>
        </p:nvSpPr>
        <p:spPr>
          <a:xfrm>
            <a:off x="6858000" y="91185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7" name="Content Placeholder 3">
            <a:extLst>
              <a:ext uri="{FF2B5EF4-FFF2-40B4-BE49-F238E27FC236}">
                <a16:creationId xmlns:a16="http://schemas.microsoft.com/office/drawing/2014/main" id="{5B8FF45D-E7F1-2543-B070-E8BF938119C9}"/>
              </a:ext>
            </a:extLst>
          </p:cNvPr>
          <p:cNvSpPr>
            <a:spLocks noGrp="1"/>
          </p:cNvSpPr>
          <p:nvPr>
            <p:ph sz="quarter" idx="34" hasCustomPrompt="1"/>
          </p:nvPr>
        </p:nvSpPr>
        <p:spPr>
          <a:xfrm>
            <a:off x="6858000" y="127490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pic>
        <p:nvPicPr>
          <p:cNvPr id="20" name="Picture 19">
            <a:extLst>
              <a:ext uri="{FF2B5EF4-FFF2-40B4-BE49-F238E27FC236}">
                <a16:creationId xmlns:a16="http://schemas.microsoft.com/office/drawing/2014/main" id="{F5CD9F75-76C2-2A47-880F-C0095979670D}"/>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21" name="Picture 20">
            <a:extLst>
              <a:ext uri="{FF2B5EF4-FFF2-40B4-BE49-F238E27FC236}">
                <a16:creationId xmlns:a16="http://schemas.microsoft.com/office/drawing/2014/main" id="{B10DE0E9-8C99-4D46-8B07-92DD1F616ED8}"/>
              </a:ext>
            </a:extLst>
          </p:cNvPr>
          <p:cNvPicPr>
            <a:picLocks noChangeAspect="1"/>
          </p:cNvPicPr>
          <p:nvPr/>
        </p:nvPicPr>
        <p:blipFill>
          <a:blip r:embed="rId3"/>
          <a:stretch>
            <a:fillRect/>
          </a:stretch>
        </p:blipFill>
        <p:spPr>
          <a:xfrm>
            <a:off x="115779" y="223914"/>
            <a:ext cx="752320" cy="69658"/>
          </a:xfrm>
          <a:prstGeom prst="rect">
            <a:avLst/>
          </a:prstGeom>
        </p:spPr>
      </p:pic>
      <p:sp>
        <p:nvSpPr>
          <p:cNvPr id="40" name="Content Placeholder 3">
            <a:extLst>
              <a:ext uri="{FF2B5EF4-FFF2-40B4-BE49-F238E27FC236}">
                <a16:creationId xmlns:a16="http://schemas.microsoft.com/office/drawing/2014/main" id="{C3B0F173-C8FD-6E46-AC7E-AD6F9B58D364}"/>
              </a:ext>
            </a:extLst>
          </p:cNvPr>
          <p:cNvSpPr>
            <a:spLocks noGrp="1"/>
          </p:cNvSpPr>
          <p:nvPr>
            <p:ph sz="quarter" idx="17" hasCustomPrompt="1"/>
          </p:nvPr>
        </p:nvSpPr>
        <p:spPr>
          <a:xfrm>
            <a:off x="-5080" y="0"/>
            <a:ext cx="4343400" cy="5144770"/>
          </a:xfrm>
          <a:noFill/>
        </p:spPr>
        <p:txBody>
          <a:bodyPr lIns="137160" tIns="457200" rIns="91440" bIns="91440" anchor="b"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more square / vertical image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0" y="742950"/>
            <a:ext cx="4572000" cy="1117110"/>
          </a:xfrm>
          <a:prstGeom prst="rect">
            <a:avLst/>
          </a:prstGeom>
          <a:solidFill>
            <a:schemeClr val="tx2"/>
          </a:solidFill>
        </p:spPr>
        <p:txBody>
          <a:bodyPr lIns="457200" tIns="182880" rIns="182880" bIns="182880" anchor="b">
            <a:normAutofit/>
          </a:bodyPr>
          <a:lstStyle>
            <a:lvl1pPr algn="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22" name="Rectangle 21">
            <a:extLst>
              <a:ext uri="{FF2B5EF4-FFF2-40B4-BE49-F238E27FC236}">
                <a16:creationId xmlns:a16="http://schemas.microsoft.com/office/drawing/2014/main" id="{BBD0A896-B9EB-E110-2D6E-DEF7315DA535}"/>
              </a:ext>
            </a:extLst>
          </p:cNvPr>
          <p:cNvSpPr/>
          <p:nvPr/>
        </p:nvSpPr>
        <p:spPr>
          <a:xfrm>
            <a:off x="0" y="0"/>
            <a:ext cx="43434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3" name="Rectangle 22">
            <a:extLst>
              <a:ext uri="{FF2B5EF4-FFF2-40B4-BE49-F238E27FC236}">
                <a16:creationId xmlns:a16="http://schemas.microsoft.com/office/drawing/2014/main" id="{C61C7B82-6710-58E2-D763-E1939DF3F824}"/>
              </a:ext>
            </a:extLst>
          </p:cNvPr>
          <p:cNvSpPr/>
          <p:nvPr/>
        </p:nvSpPr>
        <p:spPr>
          <a:xfrm>
            <a:off x="0" y="742950"/>
            <a:ext cx="4577080" cy="111711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pic>
        <p:nvPicPr>
          <p:cNvPr id="24" name="Picture 23">
            <a:extLst>
              <a:ext uri="{FF2B5EF4-FFF2-40B4-BE49-F238E27FC236}">
                <a16:creationId xmlns:a16="http://schemas.microsoft.com/office/drawing/2014/main" id="{3BAC6903-CF2B-8B0A-1D07-F5BE199E19BD}"/>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25" name="Picture 24">
            <a:extLst>
              <a:ext uri="{FF2B5EF4-FFF2-40B4-BE49-F238E27FC236}">
                <a16:creationId xmlns:a16="http://schemas.microsoft.com/office/drawing/2014/main" id="{F7C8964A-6C9E-D262-2FFA-3E6FE05CAD50}"/>
              </a:ext>
            </a:extLst>
          </p:cNvPr>
          <p:cNvPicPr>
            <a:picLocks noChangeAspect="1"/>
          </p:cNvPicPr>
          <p:nvPr/>
        </p:nvPicPr>
        <p:blipFill>
          <a:blip r:embed="rId3"/>
          <a:stretch>
            <a:fillRect/>
          </a:stretch>
        </p:blipFill>
        <p:spPr>
          <a:xfrm>
            <a:off x="115779" y="223914"/>
            <a:ext cx="752320" cy="69658"/>
          </a:xfrm>
          <a:prstGeom prst="rect">
            <a:avLst/>
          </a:prstGeom>
        </p:spPr>
      </p:pic>
    </p:spTree>
    <p:extLst>
      <p:ext uri="{BB962C8B-B14F-4D97-AF65-F5344CB8AC3E}">
        <p14:creationId xmlns:p14="http://schemas.microsoft.com/office/powerpoint/2010/main" val="2798529330"/>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p:cSld name="2 Img: Body (2 colum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01008-E090-374B-937A-7AF9D65FE376}"/>
              </a:ext>
            </a:extLst>
          </p:cNvPr>
          <p:cNvSpPr/>
          <p:nvPr/>
        </p:nvSpPr>
        <p:spPr>
          <a:xfrm>
            <a:off x="5984632" y="1"/>
            <a:ext cx="3159369" cy="264795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Rectangle 1">
            <a:extLst>
              <a:ext uri="{FF2B5EF4-FFF2-40B4-BE49-F238E27FC236}">
                <a16:creationId xmlns:a16="http://schemas.microsoft.com/office/drawing/2014/main" id="{01A19ABD-8F20-9948-B84A-E38FAEDBE435}"/>
              </a:ext>
            </a:extLst>
          </p:cNvPr>
          <p:cNvSpPr/>
          <p:nvPr/>
        </p:nvSpPr>
        <p:spPr>
          <a:xfrm>
            <a:off x="0" y="1"/>
            <a:ext cx="5867400" cy="264795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0" y="-1"/>
            <a:ext cx="5867400" cy="264795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5984632" y="1"/>
            <a:ext cx="3159368" cy="264795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1" name="Title 1">
            <a:extLst>
              <a:ext uri="{FF2B5EF4-FFF2-40B4-BE49-F238E27FC236}">
                <a16:creationId xmlns:a16="http://schemas.microsoft.com/office/drawing/2014/main" id="{320F225D-F840-704E-90D0-82590E475F02}"/>
              </a:ext>
            </a:extLst>
          </p:cNvPr>
          <p:cNvSpPr>
            <a:spLocks noGrp="1"/>
          </p:cNvSpPr>
          <p:nvPr>
            <p:ph type="title"/>
          </p:nvPr>
        </p:nvSpPr>
        <p:spPr>
          <a:xfrm>
            <a:off x="457200" y="274320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6" name="Content Placeholder 3">
            <a:extLst>
              <a:ext uri="{FF2B5EF4-FFF2-40B4-BE49-F238E27FC236}">
                <a16:creationId xmlns:a16="http://schemas.microsoft.com/office/drawing/2014/main" id="{BEB2B3C0-BE3D-C642-9655-D583015F60A2}"/>
              </a:ext>
            </a:extLst>
          </p:cNvPr>
          <p:cNvSpPr>
            <a:spLocks noGrp="1"/>
          </p:cNvSpPr>
          <p:nvPr>
            <p:ph sz="half" idx="10" hasCustomPrompt="1"/>
          </p:nvPr>
        </p:nvSpPr>
        <p:spPr>
          <a:xfrm>
            <a:off x="457201" y="3505199"/>
            <a:ext cx="7924799" cy="1276351"/>
          </a:xfrm>
          <a:prstGeom prst="rect">
            <a:avLst/>
          </a:prstGeom>
        </p:spPr>
        <p:txBody>
          <a:bodyPr lIns="0" numCol="2" spcCol="27432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A simple list all in second level bullets in two columns or a short statement no bullets is what this space is meant for</a:t>
            </a:r>
          </a:p>
          <a:p>
            <a:pPr lvl="1"/>
            <a:r>
              <a:rPr lang="en-US" dirty="0"/>
              <a:t>Second level</a:t>
            </a:r>
          </a:p>
          <a:p>
            <a:pPr lvl="2"/>
            <a:r>
              <a:rPr lang="en-US" dirty="0"/>
              <a:t>Third level</a:t>
            </a:r>
          </a:p>
        </p:txBody>
      </p:sp>
      <p:pic>
        <p:nvPicPr>
          <p:cNvPr id="8" name="Picture 7">
            <a:extLst>
              <a:ext uri="{FF2B5EF4-FFF2-40B4-BE49-F238E27FC236}">
                <a16:creationId xmlns:a16="http://schemas.microsoft.com/office/drawing/2014/main" id="{DBB37FCC-D24D-994D-A24E-BB2E71C19291}"/>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9" name="Picture 8">
            <a:extLst>
              <a:ext uri="{FF2B5EF4-FFF2-40B4-BE49-F238E27FC236}">
                <a16:creationId xmlns:a16="http://schemas.microsoft.com/office/drawing/2014/main" id="{0855F3B6-F7B6-284E-BFFE-48E02FCC8082}"/>
              </a:ext>
            </a:extLst>
          </p:cNvPr>
          <p:cNvPicPr>
            <a:picLocks noChangeAspect="1"/>
          </p:cNvPicPr>
          <p:nvPr/>
        </p:nvPicPr>
        <p:blipFill>
          <a:blip r:embed="rId3"/>
          <a:stretch>
            <a:fillRect/>
          </a:stretch>
        </p:blipFill>
        <p:spPr>
          <a:xfrm>
            <a:off x="115779" y="223914"/>
            <a:ext cx="752320" cy="69658"/>
          </a:xfrm>
          <a:prstGeom prst="rect">
            <a:avLst/>
          </a:prstGeom>
        </p:spPr>
      </p:pic>
      <p:sp>
        <p:nvSpPr>
          <p:cNvPr id="10" name="Rectangle 9">
            <a:extLst>
              <a:ext uri="{FF2B5EF4-FFF2-40B4-BE49-F238E27FC236}">
                <a16:creationId xmlns:a16="http://schemas.microsoft.com/office/drawing/2014/main" id="{BAACF121-2E86-7C25-D6AF-539502CC1F63}"/>
              </a:ext>
            </a:extLst>
          </p:cNvPr>
          <p:cNvSpPr/>
          <p:nvPr/>
        </p:nvSpPr>
        <p:spPr>
          <a:xfrm>
            <a:off x="5984632" y="1"/>
            <a:ext cx="3159369" cy="264795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Rectangle 11">
            <a:extLst>
              <a:ext uri="{FF2B5EF4-FFF2-40B4-BE49-F238E27FC236}">
                <a16:creationId xmlns:a16="http://schemas.microsoft.com/office/drawing/2014/main" id="{EB6B6C96-26FD-2C2E-5C4C-B03CF7920F83}"/>
              </a:ext>
            </a:extLst>
          </p:cNvPr>
          <p:cNvSpPr/>
          <p:nvPr/>
        </p:nvSpPr>
        <p:spPr>
          <a:xfrm>
            <a:off x="0" y="1"/>
            <a:ext cx="5867400" cy="264795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3" name="Picture 12">
            <a:extLst>
              <a:ext uri="{FF2B5EF4-FFF2-40B4-BE49-F238E27FC236}">
                <a16:creationId xmlns:a16="http://schemas.microsoft.com/office/drawing/2014/main" id="{4D7A88CD-189F-5FEA-142E-3B0C9E20549C}"/>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14" name="Picture 13">
            <a:extLst>
              <a:ext uri="{FF2B5EF4-FFF2-40B4-BE49-F238E27FC236}">
                <a16:creationId xmlns:a16="http://schemas.microsoft.com/office/drawing/2014/main" id="{6DA8057F-79AB-6EDD-D775-77004A2485CD}"/>
              </a:ext>
            </a:extLst>
          </p:cNvPr>
          <p:cNvPicPr>
            <a:picLocks noChangeAspect="1"/>
          </p:cNvPicPr>
          <p:nvPr/>
        </p:nvPicPr>
        <p:blipFill>
          <a:blip r:embed="rId3"/>
          <a:stretch>
            <a:fillRect/>
          </a:stretch>
        </p:blipFill>
        <p:spPr>
          <a:xfrm>
            <a:off x="115779" y="223914"/>
            <a:ext cx="752320" cy="69658"/>
          </a:xfrm>
          <a:prstGeom prst="rect">
            <a:avLst/>
          </a:prstGeom>
        </p:spPr>
      </p:pic>
    </p:spTree>
    <p:extLst>
      <p:ext uri="{BB962C8B-B14F-4D97-AF65-F5344CB8AC3E}">
        <p14:creationId xmlns:p14="http://schemas.microsoft.com/office/powerpoint/2010/main" val="4167726320"/>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p:cSld name="2 Img: 2 Subsections (equa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DE880E-D4F2-E340-948C-FA17EE464C92}"/>
              </a:ext>
            </a:extLst>
          </p:cNvPr>
          <p:cNvSpPr/>
          <p:nvPr/>
        </p:nvSpPr>
        <p:spPr>
          <a:xfrm>
            <a:off x="4709162" y="1428751"/>
            <a:ext cx="3657600" cy="37147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Rectangle 1">
            <a:extLst>
              <a:ext uri="{FF2B5EF4-FFF2-40B4-BE49-F238E27FC236}">
                <a16:creationId xmlns:a16="http://schemas.microsoft.com/office/drawing/2014/main" id="{E90536AE-01BB-8045-A38A-303A59E98089}"/>
              </a:ext>
            </a:extLst>
          </p:cNvPr>
          <p:cNvSpPr/>
          <p:nvPr/>
        </p:nvSpPr>
        <p:spPr>
          <a:xfrm>
            <a:off x="467497" y="1428751"/>
            <a:ext cx="3657600" cy="37147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noChangeAspect="1"/>
          </p:cNvSpPr>
          <p:nvPr>
            <p:ph sz="quarter" idx="29" hasCustomPrompt="1"/>
          </p:nvPr>
        </p:nvSpPr>
        <p:spPr>
          <a:xfrm>
            <a:off x="467497" y="1428751"/>
            <a:ext cx="3657600" cy="371475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53" name="Content Placeholder 3">
            <a:extLst>
              <a:ext uri="{FF2B5EF4-FFF2-40B4-BE49-F238E27FC236}">
                <a16:creationId xmlns:a16="http://schemas.microsoft.com/office/drawing/2014/main" id="{62E5E021-2EE8-AE4F-B572-C897E954C923}"/>
              </a:ext>
            </a:extLst>
          </p:cNvPr>
          <p:cNvSpPr>
            <a:spLocks noGrp="1" noChangeAspect="1"/>
          </p:cNvSpPr>
          <p:nvPr>
            <p:ph sz="quarter" idx="30" hasCustomPrompt="1"/>
          </p:nvPr>
        </p:nvSpPr>
        <p:spPr>
          <a:xfrm>
            <a:off x="4709162" y="1428751"/>
            <a:ext cx="3657600" cy="371475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2514600" y="280035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2514600" y="3486151"/>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54" name="Content Placeholder 3">
            <a:extLst>
              <a:ext uri="{FF2B5EF4-FFF2-40B4-BE49-F238E27FC236}">
                <a16:creationId xmlns:a16="http://schemas.microsoft.com/office/drawing/2014/main" id="{4EFE6318-65F6-574E-A6AF-2B00B6294C16}"/>
              </a:ext>
            </a:extLst>
          </p:cNvPr>
          <p:cNvSpPr>
            <a:spLocks noGrp="1"/>
          </p:cNvSpPr>
          <p:nvPr>
            <p:ph sz="quarter" idx="31" hasCustomPrompt="1"/>
          </p:nvPr>
        </p:nvSpPr>
        <p:spPr>
          <a:xfrm>
            <a:off x="6756265" y="280035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5" name="Content Placeholder 3">
            <a:extLst>
              <a:ext uri="{FF2B5EF4-FFF2-40B4-BE49-F238E27FC236}">
                <a16:creationId xmlns:a16="http://schemas.microsoft.com/office/drawing/2014/main" id="{01D9D084-191F-4748-95AA-C449BC462044}"/>
              </a:ext>
            </a:extLst>
          </p:cNvPr>
          <p:cNvSpPr>
            <a:spLocks noGrp="1"/>
          </p:cNvSpPr>
          <p:nvPr>
            <p:ph sz="quarter" idx="32" hasCustomPrompt="1"/>
          </p:nvPr>
        </p:nvSpPr>
        <p:spPr>
          <a:xfrm>
            <a:off x="6756265" y="3486151"/>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56" name="Title 1">
            <a:extLst>
              <a:ext uri="{FF2B5EF4-FFF2-40B4-BE49-F238E27FC236}">
                <a16:creationId xmlns:a16="http://schemas.microsoft.com/office/drawing/2014/main" id="{779D5A6B-338A-F24D-A1D4-D3D1F6AE648C}"/>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1" name="Rectangle 10">
            <a:extLst>
              <a:ext uri="{FF2B5EF4-FFF2-40B4-BE49-F238E27FC236}">
                <a16:creationId xmlns:a16="http://schemas.microsoft.com/office/drawing/2014/main" id="{E4BAD92B-6E0A-2DDB-0FBD-8D0BF5F820D4}"/>
              </a:ext>
            </a:extLst>
          </p:cNvPr>
          <p:cNvSpPr/>
          <p:nvPr/>
        </p:nvSpPr>
        <p:spPr>
          <a:xfrm>
            <a:off x="4709162" y="1428751"/>
            <a:ext cx="3657600" cy="37147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Rectangle 11">
            <a:extLst>
              <a:ext uri="{FF2B5EF4-FFF2-40B4-BE49-F238E27FC236}">
                <a16:creationId xmlns:a16="http://schemas.microsoft.com/office/drawing/2014/main" id="{2044324F-C78B-246C-3374-C4206D8A1544}"/>
              </a:ext>
            </a:extLst>
          </p:cNvPr>
          <p:cNvSpPr/>
          <p:nvPr/>
        </p:nvSpPr>
        <p:spPr>
          <a:xfrm>
            <a:off x="467497" y="1428751"/>
            <a:ext cx="3657600" cy="37147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683991894"/>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p:cSld name="2 Img: 2 Subsections (1 larg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01008-E090-374B-937A-7AF9D65FE376}"/>
              </a:ext>
            </a:extLst>
          </p:cNvPr>
          <p:cNvSpPr/>
          <p:nvPr/>
        </p:nvSpPr>
        <p:spPr>
          <a:xfrm>
            <a:off x="6248400" y="1574620"/>
            <a:ext cx="2895600" cy="35688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Rectangle 1">
            <a:extLst>
              <a:ext uri="{FF2B5EF4-FFF2-40B4-BE49-F238E27FC236}">
                <a16:creationId xmlns:a16="http://schemas.microsoft.com/office/drawing/2014/main" id="{01A19ABD-8F20-9948-B84A-E38FAEDBE435}"/>
              </a:ext>
            </a:extLst>
          </p:cNvPr>
          <p:cNvSpPr/>
          <p:nvPr/>
        </p:nvSpPr>
        <p:spPr>
          <a:xfrm>
            <a:off x="1" y="1574620"/>
            <a:ext cx="5527431" cy="35688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1" y="1574620"/>
            <a:ext cx="5527431" cy="3568881"/>
          </a:xfrm>
          <a:no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3901694" y="288308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3901694"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6248400" y="1574620"/>
            <a:ext cx="2895600" cy="3568881"/>
          </a:xfrm>
          <a:no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54" name="Content Placeholder 3">
            <a:extLst>
              <a:ext uri="{FF2B5EF4-FFF2-40B4-BE49-F238E27FC236}">
                <a16:creationId xmlns:a16="http://schemas.microsoft.com/office/drawing/2014/main" id="{4EFE6318-65F6-574E-A6AF-2B00B6294C16}"/>
              </a:ext>
            </a:extLst>
          </p:cNvPr>
          <p:cNvSpPr>
            <a:spLocks noGrp="1"/>
          </p:cNvSpPr>
          <p:nvPr>
            <p:ph sz="quarter" idx="31" hasCustomPrompt="1"/>
          </p:nvPr>
        </p:nvSpPr>
        <p:spPr>
          <a:xfrm>
            <a:off x="6014857" y="288308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5" name="Content Placeholder 3">
            <a:extLst>
              <a:ext uri="{FF2B5EF4-FFF2-40B4-BE49-F238E27FC236}">
                <a16:creationId xmlns:a16="http://schemas.microsoft.com/office/drawing/2014/main" id="{01D9D084-191F-4748-95AA-C449BC462044}"/>
              </a:ext>
            </a:extLst>
          </p:cNvPr>
          <p:cNvSpPr>
            <a:spLocks noGrp="1"/>
          </p:cNvSpPr>
          <p:nvPr>
            <p:ph sz="quarter" idx="32" hasCustomPrompt="1"/>
          </p:nvPr>
        </p:nvSpPr>
        <p:spPr>
          <a:xfrm>
            <a:off x="6014857"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11" name="Title 1">
            <a:extLst>
              <a:ext uri="{FF2B5EF4-FFF2-40B4-BE49-F238E27FC236}">
                <a16:creationId xmlns:a16="http://schemas.microsoft.com/office/drawing/2014/main" id="{320F225D-F840-704E-90D0-82590E475F02}"/>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2" name="Rectangle 11">
            <a:extLst>
              <a:ext uri="{FF2B5EF4-FFF2-40B4-BE49-F238E27FC236}">
                <a16:creationId xmlns:a16="http://schemas.microsoft.com/office/drawing/2014/main" id="{3BE5D7BB-686B-19E0-1BE0-4D92373DC661}"/>
              </a:ext>
            </a:extLst>
          </p:cNvPr>
          <p:cNvSpPr/>
          <p:nvPr/>
        </p:nvSpPr>
        <p:spPr>
          <a:xfrm>
            <a:off x="6248400" y="1574620"/>
            <a:ext cx="2895600" cy="35688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3" name="Rectangle 12">
            <a:extLst>
              <a:ext uri="{FF2B5EF4-FFF2-40B4-BE49-F238E27FC236}">
                <a16:creationId xmlns:a16="http://schemas.microsoft.com/office/drawing/2014/main" id="{8E7F850B-01F2-2135-BB6E-9609C93B0C0E}"/>
              </a:ext>
            </a:extLst>
          </p:cNvPr>
          <p:cNvSpPr/>
          <p:nvPr/>
        </p:nvSpPr>
        <p:spPr>
          <a:xfrm>
            <a:off x="1" y="1574620"/>
            <a:ext cx="5527431" cy="35688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3710088991"/>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p:cSld name="2 Img: paired, 2 Subsection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6B05F-53E1-8945-B16F-0DF3CF82F24C}"/>
              </a:ext>
            </a:extLst>
          </p:cNvPr>
          <p:cNvSpPr/>
          <p:nvPr/>
        </p:nvSpPr>
        <p:spPr>
          <a:xfrm>
            <a:off x="0" y="3347728"/>
            <a:ext cx="9144000" cy="1795772"/>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467497" y="3697857"/>
            <a:ext cx="4023360" cy="1083694"/>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467497" y="1428750"/>
            <a:ext cx="4023360" cy="1909396"/>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7497" y="3341341"/>
            <a:ext cx="40233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8" name="Content Placeholder 3">
            <a:extLst>
              <a:ext uri="{FF2B5EF4-FFF2-40B4-BE49-F238E27FC236}">
                <a16:creationId xmlns:a16="http://schemas.microsoft.com/office/drawing/2014/main" id="{9F462960-F6E0-1F47-9992-B0808AB8B3DB}"/>
              </a:ext>
            </a:extLst>
          </p:cNvPr>
          <p:cNvSpPr>
            <a:spLocks noGrp="1"/>
          </p:cNvSpPr>
          <p:nvPr>
            <p:ph sz="half" idx="30" hasCustomPrompt="1"/>
          </p:nvPr>
        </p:nvSpPr>
        <p:spPr>
          <a:xfrm>
            <a:off x="4722974" y="3697857"/>
            <a:ext cx="4023360" cy="1083694"/>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19" name="Content Placeholder 3">
            <a:extLst>
              <a:ext uri="{FF2B5EF4-FFF2-40B4-BE49-F238E27FC236}">
                <a16:creationId xmlns:a16="http://schemas.microsoft.com/office/drawing/2014/main" id="{AD116F9F-6368-7345-A08A-884ECE8BF88F}"/>
              </a:ext>
            </a:extLst>
          </p:cNvPr>
          <p:cNvSpPr>
            <a:spLocks noGrp="1"/>
          </p:cNvSpPr>
          <p:nvPr>
            <p:ph sz="quarter" idx="31" hasCustomPrompt="1"/>
          </p:nvPr>
        </p:nvSpPr>
        <p:spPr>
          <a:xfrm>
            <a:off x="4722974" y="1428750"/>
            <a:ext cx="4023360" cy="1909396"/>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20" name="Content Placeholder 3">
            <a:extLst>
              <a:ext uri="{FF2B5EF4-FFF2-40B4-BE49-F238E27FC236}">
                <a16:creationId xmlns:a16="http://schemas.microsoft.com/office/drawing/2014/main" id="{16A9DCB3-1BC9-EA4E-B87A-4380F9F9DF2F}"/>
              </a:ext>
            </a:extLst>
          </p:cNvPr>
          <p:cNvSpPr>
            <a:spLocks noGrp="1"/>
          </p:cNvSpPr>
          <p:nvPr>
            <p:ph sz="quarter" idx="32" hasCustomPrompt="1"/>
          </p:nvPr>
        </p:nvSpPr>
        <p:spPr>
          <a:xfrm>
            <a:off x="4722974" y="3341341"/>
            <a:ext cx="40233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Title 1">
            <a:extLst>
              <a:ext uri="{FF2B5EF4-FFF2-40B4-BE49-F238E27FC236}">
                <a16:creationId xmlns:a16="http://schemas.microsoft.com/office/drawing/2014/main" id="{3DE7F42C-D2D9-4642-9E56-0728CC9098A7}"/>
              </a:ext>
            </a:extLst>
          </p:cNvPr>
          <p:cNvSpPr>
            <a:spLocks noGrp="1"/>
          </p:cNvSpPr>
          <p:nvPr>
            <p:ph type="title"/>
          </p:nvPr>
        </p:nvSpPr>
        <p:spPr>
          <a:xfrm>
            <a:off x="457200" y="590550"/>
            <a:ext cx="8305800" cy="74295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1" name="Rectangle 10">
            <a:extLst>
              <a:ext uri="{FF2B5EF4-FFF2-40B4-BE49-F238E27FC236}">
                <a16:creationId xmlns:a16="http://schemas.microsoft.com/office/drawing/2014/main" id="{A6AE7F1F-A55E-5347-048C-841430826A7C}"/>
              </a:ext>
            </a:extLst>
          </p:cNvPr>
          <p:cNvSpPr/>
          <p:nvPr/>
        </p:nvSpPr>
        <p:spPr>
          <a:xfrm>
            <a:off x="0" y="3347728"/>
            <a:ext cx="9144000" cy="1795772"/>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Tree>
    <p:extLst>
      <p:ext uri="{BB962C8B-B14F-4D97-AF65-F5344CB8AC3E}">
        <p14:creationId xmlns:p14="http://schemas.microsoft.com/office/powerpoint/2010/main" val="707372346"/>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p:cSld name="3 Img: Body ">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A8F918A-EF77-FD4D-BE1F-C758B655E4B1}"/>
              </a:ext>
            </a:extLst>
          </p:cNvPr>
          <p:cNvSpPr/>
          <p:nvPr/>
        </p:nvSpPr>
        <p:spPr>
          <a:xfrm>
            <a:off x="3671416" y="302684"/>
            <a:ext cx="2566988" cy="15367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Rectangle 11">
            <a:extLst>
              <a:ext uri="{FF2B5EF4-FFF2-40B4-BE49-F238E27FC236}">
                <a16:creationId xmlns:a16="http://schemas.microsoft.com/office/drawing/2014/main" id="{C5198B12-F0DC-FC40-A343-A79509F228C4}"/>
              </a:ext>
            </a:extLst>
          </p:cNvPr>
          <p:cNvSpPr/>
          <p:nvPr/>
        </p:nvSpPr>
        <p:spPr>
          <a:xfrm>
            <a:off x="3671416" y="1929468"/>
            <a:ext cx="2566988" cy="32140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3" name="Rectangle 12">
            <a:extLst>
              <a:ext uri="{FF2B5EF4-FFF2-40B4-BE49-F238E27FC236}">
                <a16:creationId xmlns:a16="http://schemas.microsoft.com/office/drawing/2014/main" id="{15BC1452-772F-BB4B-94B4-41012A92321B}"/>
              </a:ext>
            </a:extLst>
          </p:cNvPr>
          <p:cNvSpPr/>
          <p:nvPr/>
        </p:nvSpPr>
        <p:spPr>
          <a:xfrm>
            <a:off x="6339591" y="0"/>
            <a:ext cx="2566988" cy="32140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3671416" y="302685"/>
            <a:ext cx="2566988" cy="153670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6339591" y="0"/>
            <a:ext cx="2566988" cy="3214032"/>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pic>
        <p:nvPicPr>
          <p:cNvPr id="8" name="Picture 7">
            <a:extLst>
              <a:ext uri="{FF2B5EF4-FFF2-40B4-BE49-F238E27FC236}">
                <a16:creationId xmlns:a16="http://schemas.microsoft.com/office/drawing/2014/main" id="{DBB37FCC-D24D-994D-A24E-BB2E71C19291}"/>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9" name="Picture 8">
            <a:extLst>
              <a:ext uri="{FF2B5EF4-FFF2-40B4-BE49-F238E27FC236}">
                <a16:creationId xmlns:a16="http://schemas.microsoft.com/office/drawing/2014/main" id="{0855F3B6-F7B6-284E-BFFE-48E02FCC8082}"/>
              </a:ext>
            </a:extLst>
          </p:cNvPr>
          <p:cNvPicPr>
            <a:picLocks noChangeAspect="1"/>
          </p:cNvPicPr>
          <p:nvPr/>
        </p:nvPicPr>
        <p:blipFill>
          <a:blip r:embed="rId3"/>
          <a:stretch>
            <a:fillRect/>
          </a:stretch>
        </p:blipFill>
        <p:spPr>
          <a:xfrm>
            <a:off x="115779" y="223914"/>
            <a:ext cx="752320" cy="69658"/>
          </a:xfrm>
          <a:prstGeom prst="rect">
            <a:avLst/>
          </a:prstGeom>
        </p:spPr>
      </p:pic>
      <p:sp>
        <p:nvSpPr>
          <p:cNvPr id="14" name="Content Placeholder 3">
            <a:extLst>
              <a:ext uri="{FF2B5EF4-FFF2-40B4-BE49-F238E27FC236}">
                <a16:creationId xmlns:a16="http://schemas.microsoft.com/office/drawing/2014/main" id="{92912BC2-1EE2-D842-A2B7-DE5424A867EB}"/>
              </a:ext>
            </a:extLst>
          </p:cNvPr>
          <p:cNvSpPr>
            <a:spLocks noGrp="1"/>
          </p:cNvSpPr>
          <p:nvPr>
            <p:ph sz="quarter" idx="31" hasCustomPrompt="1"/>
          </p:nvPr>
        </p:nvSpPr>
        <p:spPr>
          <a:xfrm>
            <a:off x="3671416" y="1929117"/>
            <a:ext cx="2566988" cy="321403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7" name="Content Placeholder 3">
            <a:extLst>
              <a:ext uri="{FF2B5EF4-FFF2-40B4-BE49-F238E27FC236}">
                <a16:creationId xmlns:a16="http://schemas.microsoft.com/office/drawing/2014/main" id="{DB54329B-39FA-9948-8527-46859415990F}"/>
              </a:ext>
            </a:extLst>
          </p:cNvPr>
          <p:cNvSpPr>
            <a:spLocks noGrp="1"/>
          </p:cNvSpPr>
          <p:nvPr>
            <p:ph sz="half" idx="10" hasCustomPrompt="1"/>
          </p:nvPr>
        </p:nvSpPr>
        <p:spPr>
          <a:xfrm>
            <a:off x="457201" y="2076450"/>
            <a:ext cx="2417762" cy="27051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 keep it short!</a:t>
            </a:r>
          </a:p>
          <a:p>
            <a:pPr lvl="1"/>
            <a:r>
              <a:rPr lang="en-US" dirty="0"/>
              <a:t>This slide makes a good section header as well</a:t>
            </a:r>
          </a:p>
          <a:p>
            <a:pPr lvl="2"/>
            <a:r>
              <a:rPr lang="en-US" dirty="0"/>
              <a:t>Third level</a:t>
            </a:r>
          </a:p>
        </p:txBody>
      </p:sp>
      <p:sp>
        <p:nvSpPr>
          <p:cNvPr id="18" name="Content Placeholder 3">
            <a:extLst>
              <a:ext uri="{FF2B5EF4-FFF2-40B4-BE49-F238E27FC236}">
                <a16:creationId xmlns:a16="http://schemas.microsoft.com/office/drawing/2014/main" id="{9E3929EB-8C6F-D945-92EC-B79572580E77}"/>
              </a:ext>
            </a:extLst>
          </p:cNvPr>
          <p:cNvSpPr>
            <a:spLocks noGrp="1"/>
          </p:cNvSpPr>
          <p:nvPr>
            <p:ph sz="quarter" idx="19" hasCustomPrompt="1"/>
          </p:nvPr>
        </p:nvSpPr>
        <p:spPr>
          <a:xfrm>
            <a:off x="6339591" y="3333751"/>
            <a:ext cx="2271010" cy="457200"/>
          </a:xfrm>
          <a:noFill/>
        </p:spPr>
        <p:txBody>
          <a:bodyPr lIns="137160" tIns="137160" rIns="137160" bIns="45720" anchor="b" anchorCtr="0">
            <a:normAutofit/>
          </a:bodyPr>
          <a:lstStyle>
            <a:lvl1pPr marL="0" indent="0">
              <a:buNone/>
              <a:defRPr sz="12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9" name="Content Placeholder 3">
            <a:extLst>
              <a:ext uri="{FF2B5EF4-FFF2-40B4-BE49-F238E27FC236}">
                <a16:creationId xmlns:a16="http://schemas.microsoft.com/office/drawing/2014/main" id="{075A62B3-5B8F-BA41-B788-72BE2AD41F88}"/>
              </a:ext>
            </a:extLst>
          </p:cNvPr>
          <p:cNvSpPr>
            <a:spLocks noGrp="1"/>
          </p:cNvSpPr>
          <p:nvPr>
            <p:ph sz="quarter" idx="20" hasCustomPrompt="1"/>
          </p:nvPr>
        </p:nvSpPr>
        <p:spPr>
          <a:xfrm>
            <a:off x="6339591" y="3790952"/>
            <a:ext cx="2271010" cy="1066799"/>
          </a:xfrm>
          <a:noFill/>
        </p:spPr>
        <p:txBody>
          <a:bodyPr lIns="137160" tIns="45720" rIns="137160" bIns="13716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Body text here or switch to caption style and caption text for all images here</a:t>
            </a:r>
          </a:p>
        </p:txBody>
      </p:sp>
      <p:sp>
        <p:nvSpPr>
          <p:cNvPr id="20" name="Title 1">
            <a:extLst>
              <a:ext uri="{FF2B5EF4-FFF2-40B4-BE49-F238E27FC236}">
                <a16:creationId xmlns:a16="http://schemas.microsoft.com/office/drawing/2014/main" id="{9A9DABC8-BCD1-5C4D-B4BF-6B162B734EDF}"/>
              </a:ext>
            </a:extLst>
          </p:cNvPr>
          <p:cNvSpPr>
            <a:spLocks noGrp="1"/>
          </p:cNvSpPr>
          <p:nvPr>
            <p:ph type="title"/>
          </p:nvPr>
        </p:nvSpPr>
        <p:spPr>
          <a:xfrm>
            <a:off x="457201" y="12763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5" name="Rectangle 14">
            <a:extLst>
              <a:ext uri="{FF2B5EF4-FFF2-40B4-BE49-F238E27FC236}">
                <a16:creationId xmlns:a16="http://schemas.microsoft.com/office/drawing/2014/main" id="{AFD1962B-77E3-7EFB-B5C6-48B3E6922111}"/>
              </a:ext>
            </a:extLst>
          </p:cNvPr>
          <p:cNvSpPr/>
          <p:nvPr/>
        </p:nvSpPr>
        <p:spPr>
          <a:xfrm>
            <a:off x="3671416" y="302684"/>
            <a:ext cx="2566988" cy="15367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6" name="Rectangle 15">
            <a:extLst>
              <a:ext uri="{FF2B5EF4-FFF2-40B4-BE49-F238E27FC236}">
                <a16:creationId xmlns:a16="http://schemas.microsoft.com/office/drawing/2014/main" id="{87ED436B-642E-9069-B59D-B12F805EEA11}"/>
              </a:ext>
            </a:extLst>
          </p:cNvPr>
          <p:cNvSpPr/>
          <p:nvPr/>
        </p:nvSpPr>
        <p:spPr>
          <a:xfrm>
            <a:off x="3671416" y="1929468"/>
            <a:ext cx="2566988" cy="32140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1" name="Rectangle 20">
            <a:extLst>
              <a:ext uri="{FF2B5EF4-FFF2-40B4-BE49-F238E27FC236}">
                <a16:creationId xmlns:a16="http://schemas.microsoft.com/office/drawing/2014/main" id="{62AFFF67-C100-473D-5CF1-54A53AC82A90}"/>
              </a:ext>
            </a:extLst>
          </p:cNvPr>
          <p:cNvSpPr/>
          <p:nvPr/>
        </p:nvSpPr>
        <p:spPr>
          <a:xfrm>
            <a:off x="6339591" y="0"/>
            <a:ext cx="2566988" cy="32140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2" name="Picture 21">
            <a:extLst>
              <a:ext uri="{FF2B5EF4-FFF2-40B4-BE49-F238E27FC236}">
                <a16:creationId xmlns:a16="http://schemas.microsoft.com/office/drawing/2014/main" id="{2A29508F-189C-06EA-75E6-9AB18A072C97}"/>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23" name="Picture 22">
            <a:extLst>
              <a:ext uri="{FF2B5EF4-FFF2-40B4-BE49-F238E27FC236}">
                <a16:creationId xmlns:a16="http://schemas.microsoft.com/office/drawing/2014/main" id="{53C5E90E-CD34-B128-2FDC-02228020EA45}"/>
              </a:ext>
            </a:extLst>
          </p:cNvPr>
          <p:cNvPicPr>
            <a:picLocks noChangeAspect="1"/>
          </p:cNvPicPr>
          <p:nvPr/>
        </p:nvPicPr>
        <p:blipFill>
          <a:blip r:embed="rId3"/>
          <a:stretch>
            <a:fillRect/>
          </a:stretch>
        </p:blipFill>
        <p:spPr>
          <a:xfrm>
            <a:off x="115779" y="223914"/>
            <a:ext cx="752320" cy="69658"/>
          </a:xfrm>
          <a:prstGeom prst="rect">
            <a:avLst/>
          </a:prstGeom>
        </p:spPr>
      </p:pic>
    </p:spTree>
    <p:extLst>
      <p:ext uri="{BB962C8B-B14F-4D97-AF65-F5344CB8AC3E}">
        <p14:creationId xmlns:p14="http://schemas.microsoft.com/office/powerpoint/2010/main" val="31841579"/>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p:cSld name="3 Img: 3 Subsections (equal)">
    <p:spTree>
      <p:nvGrpSpPr>
        <p:cNvPr id="1" name=""/>
        <p:cNvGrpSpPr/>
        <p:nvPr/>
      </p:nvGrpSpPr>
      <p:grpSpPr>
        <a:xfrm>
          <a:off x="0" y="0"/>
          <a:ext cx="0" cy="0"/>
          <a:chOff x="0" y="0"/>
          <a:chExt cx="0" cy="0"/>
        </a:xfrm>
      </p:grpSpPr>
      <p:sp>
        <p:nvSpPr>
          <p:cNvPr id="32" name="Content Placeholder 3">
            <a:extLst>
              <a:ext uri="{FF2B5EF4-FFF2-40B4-BE49-F238E27FC236}">
                <a16:creationId xmlns:a16="http://schemas.microsoft.com/office/drawing/2014/main" id="{15AC7A20-C69C-BC4D-B437-E55CF39D7423}"/>
              </a:ext>
            </a:extLst>
          </p:cNvPr>
          <p:cNvSpPr>
            <a:spLocks noGrp="1" noChangeAspect="1"/>
          </p:cNvSpPr>
          <p:nvPr>
            <p:ph sz="quarter" idx="29" hasCustomPrompt="1"/>
          </p:nvPr>
        </p:nvSpPr>
        <p:spPr>
          <a:xfrm>
            <a:off x="467498" y="1574620"/>
            <a:ext cx="2351903" cy="356888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1219200" y="3022420"/>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1219200"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12" name="Content Placeholder 3">
            <a:extLst>
              <a:ext uri="{FF2B5EF4-FFF2-40B4-BE49-F238E27FC236}">
                <a16:creationId xmlns:a16="http://schemas.microsoft.com/office/drawing/2014/main" id="{4E63FEF0-55B6-114F-A6B3-FE428535D08B}"/>
              </a:ext>
            </a:extLst>
          </p:cNvPr>
          <p:cNvSpPr>
            <a:spLocks noGrp="1" noChangeAspect="1"/>
          </p:cNvSpPr>
          <p:nvPr>
            <p:ph sz="quarter" idx="30" hasCustomPrompt="1"/>
          </p:nvPr>
        </p:nvSpPr>
        <p:spPr>
          <a:xfrm>
            <a:off x="3324998" y="1574620"/>
            <a:ext cx="2351903" cy="356888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3" name="Content Placeholder 3">
            <a:extLst>
              <a:ext uri="{FF2B5EF4-FFF2-40B4-BE49-F238E27FC236}">
                <a16:creationId xmlns:a16="http://schemas.microsoft.com/office/drawing/2014/main" id="{D19597BF-E7E9-484A-BB29-705E3DB3619A}"/>
              </a:ext>
            </a:extLst>
          </p:cNvPr>
          <p:cNvSpPr>
            <a:spLocks noGrp="1"/>
          </p:cNvSpPr>
          <p:nvPr>
            <p:ph sz="quarter" idx="31" hasCustomPrompt="1"/>
          </p:nvPr>
        </p:nvSpPr>
        <p:spPr>
          <a:xfrm>
            <a:off x="4076700" y="3022420"/>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4" name="Content Placeholder 3">
            <a:extLst>
              <a:ext uri="{FF2B5EF4-FFF2-40B4-BE49-F238E27FC236}">
                <a16:creationId xmlns:a16="http://schemas.microsoft.com/office/drawing/2014/main" id="{4F08115A-6F4C-7C43-884F-8400F57087DB}"/>
              </a:ext>
            </a:extLst>
          </p:cNvPr>
          <p:cNvSpPr>
            <a:spLocks noGrp="1"/>
          </p:cNvSpPr>
          <p:nvPr>
            <p:ph sz="quarter" idx="32" hasCustomPrompt="1"/>
          </p:nvPr>
        </p:nvSpPr>
        <p:spPr>
          <a:xfrm>
            <a:off x="4076700"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15" name="Content Placeholder 3">
            <a:extLst>
              <a:ext uri="{FF2B5EF4-FFF2-40B4-BE49-F238E27FC236}">
                <a16:creationId xmlns:a16="http://schemas.microsoft.com/office/drawing/2014/main" id="{BDBF2A4A-AD2B-F046-A13E-2CC51186C7DE}"/>
              </a:ext>
            </a:extLst>
          </p:cNvPr>
          <p:cNvSpPr>
            <a:spLocks noGrp="1" noChangeAspect="1"/>
          </p:cNvSpPr>
          <p:nvPr>
            <p:ph sz="quarter" idx="33" hasCustomPrompt="1"/>
          </p:nvPr>
        </p:nvSpPr>
        <p:spPr>
          <a:xfrm>
            <a:off x="6182498" y="1574620"/>
            <a:ext cx="2351903" cy="356888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32CD13D8-C553-9B43-ABFB-5E9C875FADCB}"/>
              </a:ext>
            </a:extLst>
          </p:cNvPr>
          <p:cNvSpPr>
            <a:spLocks noGrp="1"/>
          </p:cNvSpPr>
          <p:nvPr>
            <p:ph sz="quarter" idx="34" hasCustomPrompt="1"/>
          </p:nvPr>
        </p:nvSpPr>
        <p:spPr>
          <a:xfrm>
            <a:off x="6934200" y="3022420"/>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E42E96DA-05ED-D243-90F0-D4A7AC201BF5}"/>
              </a:ext>
            </a:extLst>
          </p:cNvPr>
          <p:cNvSpPr>
            <a:spLocks noGrp="1"/>
          </p:cNvSpPr>
          <p:nvPr>
            <p:ph sz="quarter" idx="35" hasCustomPrompt="1"/>
          </p:nvPr>
        </p:nvSpPr>
        <p:spPr>
          <a:xfrm>
            <a:off x="6934200"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18" name="Title 1">
            <a:extLst>
              <a:ext uri="{FF2B5EF4-FFF2-40B4-BE49-F238E27FC236}">
                <a16:creationId xmlns:a16="http://schemas.microsoft.com/office/drawing/2014/main" id="{2247E371-F507-CA44-87CD-5FE9F1C457AF}"/>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094077618"/>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p:cSld name="3 Img: 3 Subsections ">
    <p:spTree>
      <p:nvGrpSpPr>
        <p:cNvPr id="1" name=""/>
        <p:cNvGrpSpPr/>
        <p:nvPr/>
      </p:nvGrpSpPr>
      <p:grpSpPr>
        <a:xfrm>
          <a:off x="0" y="0"/>
          <a:ext cx="0" cy="0"/>
          <a:chOff x="0" y="0"/>
          <a:chExt cx="0" cy="0"/>
        </a:xfrm>
      </p:grpSpPr>
      <p:sp>
        <p:nvSpPr>
          <p:cNvPr id="32" name="Content Placeholder 3">
            <a:extLst>
              <a:ext uri="{FF2B5EF4-FFF2-40B4-BE49-F238E27FC236}">
                <a16:creationId xmlns:a16="http://schemas.microsoft.com/office/drawing/2014/main" id="{15AC7A20-C69C-BC4D-B437-E55CF39D7423}"/>
              </a:ext>
            </a:extLst>
          </p:cNvPr>
          <p:cNvSpPr>
            <a:spLocks noGrp="1" noChangeAspect="1"/>
          </p:cNvSpPr>
          <p:nvPr>
            <p:ph sz="quarter" idx="29" hasCustomPrompt="1"/>
          </p:nvPr>
        </p:nvSpPr>
        <p:spPr>
          <a:xfrm>
            <a:off x="467497" y="1574620"/>
            <a:ext cx="2651760" cy="297833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2" name="Content Placeholder 3">
            <a:extLst>
              <a:ext uri="{FF2B5EF4-FFF2-40B4-BE49-F238E27FC236}">
                <a16:creationId xmlns:a16="http://schemas.microsoft.com/office/drawing/2014/main" id="{4E63FEF0-55B6-114F-A6B3-FE428535D08B}"/>
              </a:ext>
            </a:extLst>
          </p:cNvPr>
          <p:cNvSpPr>
            <a:spLocks noGrp="1" noChangeAspect="1"/>
          </p:cNvSpPr>
          <p:nvPr>
            <p:ph sz="quarter" idx="30" hasCustomPrompt="1"/>
          </p:nvPr>
        </p:nvSpPr>
        <p:spPr>
          <a:xfrm>
            <a:off x="3246120" y="1574620"/>
            <a:ext cx="2651760" cy="297833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5" name="Content Placeholder 3">
            <a:extLst>
              <a:ext uri="{FF2B5EF4-FFF2-40B4-BE49-F238E27FC236}">
                <a16:creationId xmlns:a16="http://schemas.microsoft.com/office/drawing/2014/main" id="{BDBF2A4A-AD2B-F046-A13E-2CC51186C7DE}"/>
              </a:ext>
            </a:extLst>
          </p:cNvPr>
          <p:cNvSpPr>
            <a:spLocks noGrp="1" noChangeAspect="1"/>
          </p:cNvSpPr>
          <p:nvPr>
            <p:ph sz="quarter" idx="33" hasCustomPrompt="1"/>
          </p:nvPr>
        </p:nvSpPr>
        <p:spPr>
          <a:xfrm>
            <a:off x="6111240" y="1574620"/>
            <a:ext cx="2651760" cy="297833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8" name="Title 1">
            <a:extLst>
              <a:ext uri="{FF2B5EF4-FFF2-40B4-BE49-F238E27FC236}">
                <a16:creationId xmlns:a16="http://schemas.microsoft.com/office/drawing/2014/main" id="{2247E371-F507-CA44-87CD-5FE9F1C457AF}"/>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3" name="Content Placeholder 3">
            <a:extLst>
              <a:ext uri="{FF2B5EF4-FFF2-40B4-BE49-F238E27FC236}">
                <a16:creationId xmlns:a16="http://schemas.microsoft.com/office/drawing/2014/main" id="{D19597BF-E7E9-484A-BB29-705E3DB3619A}"/>
              </a:ext>
            </a:extLst>
          </p:cNvPr>
          <p:cNvSpPr>
            <a:spLocks noGrp="1"/>
          </p:cNvSpPr>
          <p:nvPr>
            <p:ph sz="quarter" idx="31" hasCustomPrompt="1"/>
          </p:nvPr>
        </p:nvSpPr>
        <p:spPr>
          <a:xfrm>
            <a:off x="4422277" y="3022420"/>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4" name="Content Placeholder 3">
            <a:extLst>
              <a:ext uri="{FF2B5EF4-FFF2-40B4-BE49-F238E27FC236}">
                <a16:creationId xmlns:a16="http://schemas.microsoft.com/office/drawing/2014/main" id="{4F08115A-6F4C-7C43-884F-8400F57087DB}"/>
              </a:ext>
            </a:extLst>
          </p:cNvPr>
          <p:cNvSpPr>
            <a:spLocks noGrp="1"/>
          </p:cNvSpPr>
          <p:nvPr>
            <p:ph sz="quarter" idx="32" hasCustomPrompt="1"/>
          </p:nvPr>
        </p:nvSpPr>
        <p:spPr>
          <a:xfrm>
            <a:off x="4422277"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16" name="Content Placeholder 3">
            <a:extLst>
              <a:ext uri="{FF2B5EF4-FFF2-40B4-BE49-F238E27FC236}">
                <a16:creationId xmlns:a16="http://schemas.microsoft.com/office/drawing/2014/main" id="{32CD13D8-C553-9B43-ABFB-5E9C875FADCB}"/>
              </a:ext>
            </a:extLst>
          </p:cNvPr>
          <p:cNvSpPr>
            <a:spLocks noGrp="1"/>
          </p:cNvSpPr>
          <p:nvPr>
            <p:ph sz="quarter" idx="34" hasCustomPrompt="1"/>
          </p:nvPr>
        </p:nvSpPr>
        <p:spPr>
          <a:xfrm>
            <a:off x="6479677" y="3022420"/>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E42E96DA-05ED-D243-90F0-D4A7AC201BF5}"/>
              </a:ext>
            </a:extLst>
          </p:cNvPr>
          <p:cNvSpPr>
            <a:spLocks noGrp="1"/>
          </p:cNvSpPr>
          <p:nvPr>
            <p:ph sz="quarter" idx="35" hasCustomPrompt="1"/>
          </p:nvPr>
        </p:nvSpPr>
        <p:spPr>
          <a:xfrm>
            <a:off x="6479677"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2364877" y="3022420"/>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2364877"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Tree>
    <p:extLst>
      <p:ext uri="{BB962C8B-B14F-4D97-AF65-F5344CB8AC3E}">
        <p14:creationId xmlns:p14="http://schemas.microsoft.com/office/powerpoint/2010/main" val="2510180172"/>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p:cSld name="3 Img: paired, 3 Subsection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6B05F-53E1-8945-B16F-0DF3CF82F24C}"/>
              </a:ext>
            </a:extLst>
          </p:cNvPr>
          <p:cNvSpPr/>
          <p:nvPr/>
        </p:nvSpPr>
        <p:spPr>
          <a:xfrm>
            <a:off x="0" y="2887848"/>
            <a:ext cx="9144000" cy="2255653"/>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467497" y="3237976"/>
            <a:ext cx="2651760" cy="1490472"/>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467497" y="1397375"/>
            <a:ext cx="2651760" cy="1490472"/>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7497" y="2881461"/>
            <a:ext cx="26517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1" name="Content Placeholder 3">
            <a:extLst>
              <a:ext uri="{FF2B5EF4-FFF2-40B4-BE49-F238E27FC236}">
                <a16:creationId xmlns:a16="http://schemas.microsoft.com/office/drawing/2014/main" id="{16B809F6-FA4E-924A-B401-7F4C46B121C1}"/>
              </a:ext>
            </a:extLst>
          </p:cNvPr>
          <p:cNvSpPr>
            <a:spLocks noGrp="1"/>
          </p:cNvSpPr>
          <p:nvPr>
            <p:ph sz="half" idx="30" hasCustomPrompt="1"/>
          </p:nvPr>
        </p:nvSpPr>
        <p:spPr>
          <a:xfrm>
            <a:off x="3291840" y="3237976"/>
            <a:ext cx="2651760" cy="1490472"/>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6" name="Content Placeholder 3">
            <a:extLst>
              <a:ext uri="{FF2B5EF4-FFF2-40B4-BE49-F238E27FC236}">
                <a16:creationId xmlns:a16="http://schemas.microsoft.com/office/drawing/2014/main" id="{1A592BC2-CD25-7946-B073-3B5CE272ECA1}"/>
              </a:ext>
            </a:extLst>
          </p:cNvPr>
          <p:cNvSpPr>
            <a:spLocks noGrp="1"/>
          </p:cNvSpPr>
          <p:nvPr>
            <p:ph sz="quarter" idx="31" hasCustomPrompt="1"/>
          </p:nvPr>
        </p:nvSpPr>
        <p:spPr>
          <a:xfrm>
            <a:off x="3291840" y="1397375"/>
            <a:ext cx="2651760" cy="1490472"/>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7" name="Content Placeholder 3">
            <a:extLst>
              <a:ext uri="{FF2B5EF4-FFF2-40B4-BE49-F238E27FC236}">
                <a16:creationId xmlns:a16="http://schemas.microsoft.com/office/drawing/2014/main" id="{1C023B6E-F50F-6B4F-BB0D-25BB7E8C8591}"/>
              </a:ext>
            </a:extLst>
          </p:cNvPr>
          <p:cNvSpPr>
            <a:spLocks noGrp="1"/>
          </p:cNvSpPr>
          <p:nvPr>
            <p:ph sz="quarter" idx="32" hasCustomPrompt="1"/>
          </p:nvPr>
        </p:nvSpPr>
        <p:spPr>
          <a:xfrm>
            <a:off x="3291840" y="2881461"/>
            <a:ext cx="26517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8" name="Content Placeholder 3">
            <a:extLst>
              <a:ext uri="{FF2B5EF4-FFF2-40B4-BE49-F238E27FC236}">
                <a16:creationId xmlns:a16="http://schemas.microsoft.com/office/drawing/2014/main" id="{05509D20-557E-7F4F-8618-542438C490BA}"/>
              </a:ext>
            </a:extLst>
          </p:cNvPr>
          <p:cNvSpPr>
            <a:spLocks noGrp="1"/>
          </p:cNvSpPr>
          <p:nvPr>
            <p:ph sz="half" idx="33" hasCustomPrompt="1"/>
          </p:nvPr>
        </p:nvSpPr>
        <p:spPr>
          <a:xfrm>
            <a:off x="6116183" y="3237976"/>
            <a:ext cx="2651760" cy="1490472"/>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9" name="Content Placeholder 3">
            <a:extLst>
              <a:ext uri="{FF2B5EF4-FFF2-40B4-BE49-F238E27FC236}">
                <a16:creationId xmlns:a16="http://schemas.microsoft.com/office/drawing/2014/main" id="{157A14B8-DB9F-0649-A945-CCC8C7777ABD}"/>
              </a:ext>
            </a:extLst>
          </p:cNvPr>
          <p:cNvSpPr>
            <a:spLocks noGrp="1"/>
          </p:cNvSpPr>
          <p:nvPr>
            <p:ph sz="quarter" idx="34" hasCustomPrompt="1"/>
          </p:nvPr>
        </p:nvSpPr>
        <p:spPr>
          <a:xfrm>
            <a:off x="6116183" y="1397375"/>
            <a:ext cx="2651760" cy="1490472"/>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0" name="Content Placeholder 3">
            <a:extLst>
              <a:ext uri="{FF2B5EF4-FFF2-40B4-BE49-F238E27FC236}">
                <a16:creationId xmlns:a16="http://schemas.microsoft.com/office/drawing/2014/main" id="{CDA1F315-0513-4B41-A677-CA87DD3A63B4}"/>
              </a:ext>
            </a:extLst>
          </p:cNvPr>
          <p:cNvSpPr>
            <a:spLocks noGrp="1"/>
          </p:cNvSpPr>
          <p:nvPr>
            <p:ph sz="quarter" idx="35" hasCustomPrompt="1"/>
          </p:nvPr>
        </p:nvSpPr>
        <p:spPr>
          <a:xfrm>
            <a:off x="6116183" y="2881461"/>
            <a:ext cx="26517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3" name="Title 1">
            <a:extLst>
              <a:ext uri="{FF2B5EF4-FFF2-40B4-BE49-F238E27FC236}">
                <a16:creationId xmlns:a16="http://schemas.microsoft.com/office/drawing/2014/main" id="{5EFE7D30-4EBF-A243-AE4D-EE54C9A43989}"/>
              </a:ext>
            </a:extLst>
          </p:cNvPr>
          <p:cNvSpPr>
            <a:spLocks noGrp="1"/>
          </p:cNvSpPr>
          <p:nvPr>
            <p:ph type="title"/>
          </p:nvPr>
        </p:nvSpPr>
        <p:spPr>
          <a:xfrm>
            <a:off x="457200" y="590550"/>
            <a:ext cx="8305800" cy="74295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4" name="Rectangle 13">
            <a:extLst>
              <a:ext uri="{FF2B5EF4-FFF2-40B4-BE49-F238E27FC236}">
                <a16:creationId xmlns:a16="http://schemas.microsoft.com/office/drawing/2014/main" id="{6247B4C7-C1E5-69D8-D8EA-101E9AFEF879}"/>
              </a:ext>
            </a:extLst>
          </p:cNvPr>
          <p:cNvSpPr/>
          <p:nvPr/>
        </p:nvSpPr>
        <p:spPr>
          <a:xfrm>
            <a:off x="0" y="2887848"/>
            <a:ext cx="9144000" cy="2255653"/>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Tree>
    <p:extLst>
      <p:ext uri="{BB962C8B-B14F-4D97-AF65-F5344CB8AC3E}">
        <p14:creationId xmlns:p14="http://schemas.microsoft.com/office/powerpoint/2010/main" val="1103355267"/>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p:cSld name="4 Img: Body ">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F1CB3C-159C-3347-BFAC-E45F31299484}"/>
              </a:ext>
            </a:extLst>
          </p:cNvPr>
          <p:cNvSpPr/>
          <p:nvPr/>
        </p:nvSpPr>
        <p:spPr>
          <a:xfrm>
            <a:off x="503338" y="819150"/>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0" name="Rectangle 19">
            <a:extLst>
              <a:ext uri="{FF2B5EF4-FFF2-40B4-BE49-F238E27FC236}">
                <a16:creationId xmlns:a16="http://schemas.microsoft.com/office/drawing/2014/main" id="{2BEE92EE-CB1A-564D-AFDA-ECC078177899}"/>
              </a:ext>
            </a:extLst>
          </p:cNvPr>
          <p:cNvSpPr/>
          <p:nvPr/>
        </p:nvSpPr>
        <p:spPr>
          <a:xfrm>
            <a:off x="2540115" y="819150"/>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1" name="Rectangle 20">
            <a:extLst>
              <a:ext uri="{FF2B5EF4-FFF2-40B4-BE49-F238E27FC236}">
                <a16:creationId xmlns:a16="http://schemas.microsoft.com/office/drawing/2014/main" id="{113ADE27-8124-2E48-9321-9D361EB8E511}"/>
              </a:ext>
            </a:extLst>
          </p:cNvPr>
          <p:cNvSpPr/>
          <p:nvPr/>
        </p:nvSpPr>
        <p:spPr>
          <a:xfrm>
            <a:off x="2548581" y="2893719"/>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2" name="Rectangle 21">
            <a:extLst>
              <a:ext uri="{FF2B5EF4-FFF2-40B4-BE49-F238E27FC236}">
                <a16:creationId xmlns:a16="http://schemas.microsoft.com/office/drawing/2014/main" id="{942C7726-2FB8-454D-88F1-E8C59C67CCDE}"/>
              </a:ext>
            </a:extLst>
          </p:cNvPr>
          <p:cNvSpPr/>
          <p:nvPr/>
        </p:nvSpPr>
        <p:spPr>
          <a:xfrm>
            <a:off x="4624723" y="2893719"/>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503337" y="819150"/>
            <a:ext cx="1965960" cy="1965958"/>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2558874" y="2886101"/>
            <a:ext cx="1947202" cy="1973579"/>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pic>
        <p:nvPicPr>
          <p:cNvPr id="8" name="Picture 7">
            <a:extLst>
              <a:ext uri="{FF2B5EF4-FFF2-40B4-BE49-F238E27FC236}">
                <a16:creationId xmlns:a16="http://schemas.microsoft.com/office/drawing/2014/main" id="{DBB37FCC-D24D-994D-A24E-BB2E71C19291}"/>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9" name="Picture 8">
            <a:extLst>
              <a:ext uri="{FF2B5EF4-FFF2-40B4-BE49-F238E27FC236}">
                <a16:creationId xmlns:a16="http://schemas.microsoft.com/office/drawing/2014/main" id="{0855F3B6-F7B6-284E-BFFE-48E02FCC8082}"/>
              </a:ext>
            </a:extLst>
          </p:cNvPr>
          <p:cNvPicPr>
            <a:picLocks noChangeAspect="1"/>
          </p:cNvPicPr>
          <p:nvPr/>
        </p:nvPicPr>
        <p:blipFill>
          <a:blip r:embed="rId3"/>
          <a:stretch>
            <a:fillRect/>
          </a:stretch>
        </p:blipFill>
        <p:spPr>
          <a:xfrm>
            <a:off x="115779" y="223914"/>
            <a:ext cx="752320" cy="69658"/>
          </a:xfrm>
          <a:prstGeom prst="rect">
            <a:avLst/>
          </a:prstGeom>
        </p:spPr>
      </p:pic>
      <p:sp>
        <p:nvSpPr>
          <p:cNvPr id="14" name="Content Placeholder 3">
            <a:extLst>
              <a:ext uri="{FF2B5EF4-FFF2-40B4-BE49-F238E27FC236}">
                <a16:creationId xmlns:a16="http://schemas.microsoft.com/office/drawing/2014/main" id="{92912BC2-1EE2-D842-A2B7-DE5424A867EB}"/>
              </a:ext>
            </a:extLst>
          </p:cNvPr>
          <p:cNvSpPr>
            <a:spLocks noGrp="1"/>
          </p:cNvSpPr>
          <p:nvPr>
            <p:ph sz="quarter" idx="31" hasCustomPrompt="1"/>
          </p:nvPr>
        </p:nvSpPr>
        <p:spPr>
          <a:xfrm>
            <a:off x="2540854" y="819151"/>
            <a:ext cx="1965221" cy="1965959"/>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7" name="Content Placeholder 3">
            <a:extLst>
              <a:ext uri="{FF2B5EF4-FFF2-40B4-BE49-F238E27FC236}">
                <a16:creationId xmlns:a16="http://schemas.microsoft.com/office/drawing/2014/main" id="{DB54329B-39FA-9948-8527-46859415990F}"/>
              </a:ext>
            </a:extLst>
          </p:cNvPr>
          <p:cNvSpPr>
            <a:spLocks noGrp="1"/>
          </p:cNvSpPr>
          <p:nvPr>
            <p:ph sz="half" idx="10" hasCustomPrompt="1"/>
          </p:nvPr>
        </p:nvSpPr>
        <p:spPr>
          <a:xfrm>
            <a:off x="4852144" y="1695451"/>
            <a:ext cx="2691656" cy="943227"/>
          </a:xfrm>
          <a:prstGeom prst="rect">
            <a:avLst/>
          </a:prstGeom>
        </p:spPr>
        <p:txBody>
          <a:bodyPr lIns="0">
            <a:normAutofit/>
          </a:bodyPr>
          <a:lstStyle>
            <a:lvl1pPr marL="0" indent="0">
              <a:lnSpc>
                <a:spcPct val="100000"/>
              </a:lnSpc>
              <a:buNone/>
              <a:defRPr sz="1400">
                <a:solidFill>
                  <a:srgbClr val="393A39"/>
                </a:solidFill>
                <a:latin typeface="Lato" panose="020F0502020204030203" pitchFamily="34" charset="0"/>
              </a:defRPr>
            </a:lvl1pPr>
            <a:lvl2pPr marL="292093" indent="0">
              <a:lnSpc>
                <a:spcPct val="100000"/>
              </a:lnSpc>
              <a:buFont typeface="Arial" panose="020B0604020202020204" pitchFamily="34" charset="0"/>
              <a:buNone/>
              <a:defRPr sz="1200">
                <a:solidFill>
                  <a:srgbClr val="393A39"/>
                </a:solidFill>
                <a:latin typeface="Lato" panose="020F0502020204030203" pitchFamily="34" charset="0"/>
              </a:defRPr>
            </a:lvl2pPr>
            <a:lvl3pPr marL="576248" indent="0">
              <a:lnSpc>
                <a:spcPct val="100000"/>
              </a:lnSpc>
              <a:buNone/>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 keep it short!</a:t>
            </a:r>
          </a:p>
          <a:p>
            <a:pPr lvl="0"/>
            <a:r>
              <a:rPr lang="en-US" dirty="0"/>
              <a:t>Good section header</a:t>
            </a:r>
          </a:p>
        </p:txBody>
      </p:sp>
      <p:sp>
        <p:nvSpPr>
          <p:cNvPr id="18" name="Content Placeholder 3">
            <a:extLst>
              <a:ext uri="{FF2B5EF4-FFF2-40B4-BE49-F238E27FC236}">
                <a16:creationId xmlns:a16="http://schemas.microsoft.com/office/drawing/2014/main" id="{9E3929EB-8C6F-D945-92EC-B79572580E77}"/>
              </a:ext>
            </a:extLst>
          </p:cNvPr>
          <p:cNvSpPr>
            <a:spLocks noGrp="1"/>
          </p:cNvSpPr>
          <p:nvPr>
            <p:ph sz="quarter" idx="19" hasCustomPrompt="1"/>
          </p:nvPr>
        </p:nvSpPr>
        <p:spPr>
          <a:xfrm>
            <a:off x="503338" y="2886100"/>
            <a:ext cx="1935062" cy="457200"/>
          </a:xfrm>
          <a:noFill/>
        </p:spPr>
        <p:txBody>
          <a:bodyPr lIns="137160" tIns="137160" rIns="137160" bIns="45720" anchor="b" anchorCtr="0">
            <a:normAutofit/>
          </a:bodyPr>
          <a:lstStyle>
            <a:lvl1pPr marL="0" indent="0">
              <a:buNone/>
              <a:defRPr sz="1200" b="1">
                <a:solidFill>
                  <a:schemeClr val="accent2"/>
                </a:solidFill>
              </a:defRPr>
            </a:lvl1pPr>
            <a:lvl2pPr>
              <a:defRPr>
                <a:solidFill>
                  <a:schemeClr val="bg2"/>
                </a:solidFill>
              </a:defRPr>
            </a:lvl2pPr>
            <a:lvl3pPr>
              <a:defRPr>
                <a:solidFill>
                  <a:schemeClr val="bg2"/>
                </a:solidFill>
              </a:defRPr>
            </a:lvl3pPr>
          </a:lstStyle>
          <a:p>
            <a:pPr lvl="0"/>
            <a:r>
              <a:rPr lang="en-US" dirty="0"/>
              <a:t>Optional Short Title Here</a:t>
            </a:r>
          </a:p>
        </p:txBody>
      </p:sp>
      <p:sp>
        <p:nvSpPr>
          <p:cNvPr id="19" name="Content Placeholder 3">
            <a:extLst>
              <a:ext uri="{FF2B5EF4-FFF2-40B4-BE49-F238E27FC236}">
                <a16:creationId xmlns:a16="http://schemas.microsoft.com/office/drawing/2014/main" id="{075A62B3-5B8F-BA41-B788-72BE2AD41F88}"/>
              </a:ext>
            </a:extLst>
          </p:cNvPr>
          <p:cNvSpPr>
            <a:spLocks noGrp="1"/>
          </p:cNvSpPr>
          <p:nvPr>
            <p:ph sz="quarter" idx="20" hasCustomPrompt="1"/>
          </p:nvPr>
        </p:nvSpPr>
        <p:spPr>
          <a:xfrm>
            <a:off x="503338" y="3343301"/>
            <a:ext cx="1935062" cy="1066799"/>
          </a:xfrm>
          <a:noFill/>
        </p:spPr>
        <p:txBody>
          <a:bodyPr lIns="137160" tIns="45720" rIns="137160" bIns="13716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Body text here or caption text for all images (swap to caption style)</a:t>
            </a:r>
          </a:p>
        </p:txBody>
      </p:sp>
      <p:sp>
        <p:nvSpPr>
          <p:cNvPr id="23" name="Content Placeholder 3">
            <a:extLst>
              <a:ext uri="{FF2B5EF4-FFF2-40B4-BE49-F238E27FC236}">
                <a16:creationId xmlns:a16="http://schemas.microsoft.com/office/drawing/2014/main" id="{B9EB7CA6-DB6B-5C45-9FED-7ADC8E9AB8DD}"/>
              </a:ext>
            </a:extLst>
          </p:cNvPr>
          <p:cNvSpPr>
            <a:spLocks noGrp="1"/>
          </p:cNvSpPr>
          <p:nvPr>
            <p:ph sz="quarter" idx="32" hasCustomPrompt="1"/>
          </p:nvPr>
        </p:nvSpPr>
        <p:spPr>
          <a:xfrm>
            <a:off x="4624723" y="2893719"/>
            <a:ext cx="1965960" cy="196596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4" name="Title 1">
            <a:extLst>
              <a:ext uri="{FF2B5EF4-FFF2-40B4-BE49-F238E27FC236}">
                <a16:creationId xmlns:a16="http://schemas.microsoft.com/office/drawing/2014/main" id="{718AC106-9290-5445-A767-ECBF76EA403D}"/>
              </a:ext>
            </a:extLst>
          </p:cNvPr>
          <p:cNvSpPr>
            <a:spLocks noGrp="1"/>
          </p:cNvSpPr>
          <p:nvPr>
            <p:ph type="title"/>
          </p:nvPr>
        </p:nvSpPr>
        <p:spPr>
          <a:xfrm>
            <a:off x="4852144" y="8953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25" name="Rectangle 24">
            <a:extLst>
              <a:ext uri="{FF2B5EF4-FFF2-40B4-BE49-F238E27FC236}">
                <a16:creationId xmlns:a16="http://schemas.microsoft.com/office/drawing/2014/main" id="{EB89A306-DB8A-44B5-1B93-E22A38BF080D}"/>
              </a:ext>
            </a:extLst>
          </p:cNvPr>
          <p:cNvSpPr/>
          <p:nvPr/>
        </p:nvSpPr>
        <p:spPr>
          <a:xfrm>
            <a:off x="503338" y="819150"/>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6" name="Rectangle 25">
            <a:extLst>
              <a:ext uri="{FF2B5EF4-FFF2-40B4-BE49-F238E27FC236}">
                <a16:creationId xmlns:a16="http://schemas.microsoft.com/office/drawing/2014/main" id="{40AE955A-79D2-5EDC-2183-BEE24794AAC7}"/>
              </a:ext>
            </a:extLst>
          </p:cNvPr>
          <p:cNvSpPr/>
          <p:nvPr/>
        </p:nvSpPr>
        <p:spPr>
          <a:xfrm>
            <a:off x="2540115" y="819150"/>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Rectangle 26">
            <a:extLst>
              <a:ext uri="{FF2B5EF4-FFF2-40B4-BE49-F238E27FC236}">
                <a16:creationId xmlns:a16="http://schemas.microsoft.com/office/drawing/2014/main" id="{29FD9ED5-3280-3CC3-9F94-64B8C3F79050}"/>
              </a:ext>
            </a:extLst>
          </p:cNvPr>
          <p:cNvSpPr/>
          <p:nvPr/>
        </p:nvSpPr>
        <p:spPr>
          <a:xfrm>
            <a:off x="2548581" y="2893719"/>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Rectangle 27">
            <a:extLst>
              <a:ext uri="{FF2B5EF4-FFF2-40B4-BE49-F238E27FC236}">
                <a16:creationId xmlns:a16="http://schemas.microsoft.com/office/drawing/2014/main" id="{8A9265F1-019C-C395-1152-31F1CA6A2EE1}"/>
              </a:ext>
            </a:extLst>
          </p:cNvPr>
          <p:cNvSpPr/>
          <p:nvPr/>
        </p:nvSpPr>
        <p:spPr>
          <a:xfrm>
            <a:off x="4624723" y="2893719"/>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9" name="Picture 28">
            <a:extLst>
              <a:ext uri="{FF2B5EF4-FFF2-40B4-BE49-F238E27FC236}">
                <a16:creationId xmlns:a16="http://schemas.microsoft.com/office/drawing/2014/main" id="{E3E9C53E-4A60-11DB-3FEC-F735606C19F3}"/>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30" name="Picture 29">
            <a:extLst>
              <a:ext uri="{FF2B5EF4-FFF2-40B4-BE49-F238E27FC236}">
                <a16:creationId xmlns:a16="http://schemas.microsoft.com/office/drawing/2014/main" id="{A8BF09FE-251E-436A-1A5F-50B5901FB4FF}"/>
              </a:ext>
            </a:extLst>
          </p:cNvPr>
          <p:cNvPicPr>
            <a:picLocks noChangeAspect="1"/>
          </p:cNvPicPr>
          <p:nvPr/>
        </p:nvPicPr>
        <p:blipFill>
          <a:blip r:embed="rId3"/>
          <a:stretch>
            <a:fillRect/>
          </a:stretch>
        </p:blipFill>
        <p:spPr>
          <a:xfrm>
            <a:off x="115779" y="223914"/>
            <a:ext cx="752320" cy="69658"/>
          </a:xfrm>
          <a:prstGeom prst="rect">
            <a:avLst/>
          </a:prstGeom>
        </p:spPr>
      </p:pic>
    </p:spTree>
    <p:extLst>
      <p:ext uri="{BB962C8B-B14F-4D97-AF65-F5344CB8AC3E}">
        <p14:creationId xmlns:p14="http://schemas.microsoft.com/office/powerpoint/2010/main" val="2869399706"/>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p:cSld name="4 Img: 4 Subsections (equal)">
    <p:spTree>
      <p:nvGrpSpPr>
        <p:cNvPr id="1" name=""/>
        <p:cNvGrpSpPr/>
        <p:nvPr/>
      </p:nvGrpSpPr>
      <p:grpSpPr>
        <a:xfrm>
          <a:off x="0" y="0"/>
          <a:ext cx="0" cy="0"/>
          <a:chOff x="0" y="0"/>
          <a:chExt cx="0" cy="0"/>
        </a:xfrm>
      </p:grpSpPr>
      <p:sp>
        <p:nvSpPr>
          <p:cNvPr id="32" name="Content Placeholder 3">
            <a:extLst>
              <a:ext uri="{FF2B5EF4-FFF2-40B4-BE49-F238E27FC236}">
                <a16:creationId xmlns:a16="http://schemas.microsoft.com/office/drawing/2014/main" id="{15AC7A20-C69C-BC4D-B437-E55CF39D7423}"/>
              </a:ext>
            </a:extLst>
          </p:cNvPr>
          <p:cNvSpPr>
            <a:spLocks noGrp="1" noChangeAspect="1"/>
          </p:cNvSpPr>
          <p:nvPr>
            <p:ph sz="quarter" idx="29" hasCustomPrompt="1"/>
          </p:nvPr>
        </p:nvSpPr>
        <p:spPr>
          <a:xfrm>
            <a:off x="449705" y="1342272"/>
            <a:ext cx="2971800" cy="1762879"/>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2" name="Content Placeholder 3">
            <a:extLst>
              <a:ext uri="{FF2B5EF4-FFF2-40B4-BE49-F238E27FC236}">
                <a16:creationId xmlns:a16="http://schemas.microsoft.com/office/drawing/2014/main" id="{4E63FEF0-55B6-114F-A6B3-FE428535D08B}"/>
              </a:ext>
            </a:extLst>
          </p:cNvPr>
          <p:cNvSpPr>
            <a:spLocks noGrp="1" noChangeAspect="1"/>
          </p:cNvSpPr>
          <p:nvPr>
            <p:ph sz="quarter" idx="30" hasCustomPrompt="1"/>
          </p:nvPr>
        </p:nvSpPr>
        <p:spPr>
          <a:xfrm>
            <a:off x="4782808" y="1342272"/>
            <a:ext cx="2971800" cy="1762879"/>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8" name="Title 1">
            <a:extLst>
              <a:ext uri="{FF2B5EF4-FFF2-40B4-BE49-F238E27FC236}">
                <a16:creationId xmlns:a16="http://schemas.microsoft.com/office/drawing/2014/main" id="{2247E371-F507-CA44-87CD-5FE9F1C457AF}"/>
              </a:ext>
            </a:extLst>
          </p:cNvPr>
          <p:cNvSpPr>
            <a:spLocks noGrp="1"/>
          </p:cNvSpPr>
          <p:nvPr>
            <p:ph type="title"/>
          </p:nvPr>
        </p:nvSpPr>
        <p:spPr>
          <a:xfrm>
            <a:off x="457200" y="590550"/>
            <a:ext cx="8305800" cy="742950"/>
          </a:xfrm>
          <a:prstGeom prst="rect">
            <a:avLst/>
          </a:prstGeom>
        </p:spPr>
        <p:txBody>
          <a:bodyPr lIns="0" anchor="t">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3" name="Content Placeholder 3">
            <a:extLst>
              <a:ext uri="{FF2B5EF4-FFF2-40B4-BE49-F238E27FC236}">
                <a16:creationId xmlns:a16="http://schemas.microsoft.com/office/drawing/2014/main" id="{D19597BF-E7E9-484A-BB29-705E3DB3619A}"/>
              </a:ext>
            </a:extLst>
          </p:cNvPr>
          <p:cNvSpPr>
            <a:spLocks noGrp="1"/>
          </p:cNvSpPr>
          <p:nvPr>
            <p:ph sz="quarter" idx="31" hasCustomPrompt="1"/>
          </p:nvPr>
        </p:nvSpPr>
        <p:spPr>
          <a:xfrm>
            <a:off x="6582111" y="1760381"/>
            <a:ext cx="2207123" cy="533400"/>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4" name="Content Placeholder 3">
            <a:extLst>
              <a:ext uri="{FF2B5EF4-FFF2-40B4-BE49-F238E27FC236}">
                <a16:creationId xmlns:a16="http://schemas.microsoft.com/office/drawing/2014/main" id="{4F08115A-6F4C-7C43-884F-8400F57087DB}"/>
              </a:ext>
            </a:extLst>
          </p:cNvPr>
          <p:cNvSpPr>
            <a:spLocks noGrp="1"/>
          </p:cNvSpPr>
          <p:nvPr>
            <p:ph sz="quarter" idx="32" hasCustomPrompt="1"/>
          </p:nvPr>
        </p:nvSpPr>
        <p:spPr>
          <a:xfrm>
            <a:off x="6582111" y="2293782"/>
            <a:ext cx="2207123" cy="914399"/>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2244064" y="1760381"/>
            <a:ext cx="2207123" cy="533400"/>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2244064" y="2293782"/>
            <a:ext cx="2207123" cy="914399"/>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19" name="Content Placeholder 3">
            <a:extLst>
              <a:ext uri="{FF2B5EF4-FFF2-40B4-BE49-F238E27FC236}">
                <a16:creationId xmlns:a16="http://schemas.microsoft.com/office/drawing/2014/main" id="{883CEC0D-877D-B04D-90D5-E1CF01A8E507}"/>
              </a:ext>
            </a:extLst>
          </p:cNvPr>
          <p:cNvSpPr>
            <a:spLocks noGrp="1" noChangeAspect="1"/>
          </p:cNvSpPr>
          <p:nvPr>
            <p:ph sz="quarter" idx="33" hasCustomPrompt="1"/>
          </p:nvPr>
        </p:nvSpPr>
        <p:spPr>
          <a:xfrm>
            <a:off x="449705" y="3380934"/>
            <a:ext cx="2971800" cy="1762879"/>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0" name="Content Placeholder 3">
            <a:extLst>
              <a:ext uri="{FF2B5EF4-FFF2-40B4-BE49-F238E27FC236}">
                <a16:creationId xmlns:a16="http://schemas.microsoft.com/office/drawing/2014/main" id="{32EDD358-615C-1649-8F62-18AA2762B14B}"/>
              </a:ext>
            </a:extLst>
          </p:cNvPr>
          <p:cNvSpPr>
            <a:spLocks noGrp="1" noChangeAspect="1"/>
          </p:cNvSpPr>
          <p:nvPr>
            <p:ph sz="quarter" idx="34" hasCustomPrompt="1"/>
          </p:nvPr>
        </p:nvSpPr>
        <p:spPr>
          <a:xfrm>
            <a:off x="4782808" y="3380934"/>
            <a:ext cx="2971800" cy="1762879"/>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1" name="Content Placeholder 3">
            <a:extLst>
              <a:ext uri="{FF2B5EF4-FFF2-40B4-BE49-F238E27FC236}">
                <a16:creationId xmlns:a16="http://schemas.microsoft.com/office/drawing/2014/main" id="{3DE15FF4-7BD2-3E49-A5C0-C8CA65B4B785}"/>
              </a:ext>
            </a:extLst>
          </p:cNvPr>
          <p:cNvSpPr>
            <a:spLocks noGrp="1"/>
          </p:cNvSpPr>
          <p:nvPr>
            <p:ph sz="quarter" idx="35" hasCustomPrompt="1"/>
          </p:nvPr>
        </p:nvSpPr>
        <p:spPr>
          <a:xfrm>
            <a:off x="6582111" y="3695701"/>
            <a:ext cx="2207123" cy="533400"/>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Content Placeholder 3">
            <a:extLst>
              <a:ext uri="{FF2B5EF4-FFF2-40B4-BE49-F238E27FC236}">
                <a16:creationId xmlns:a16="http://schemas.microsoft.com/office/drawing/2014/main" id="{82F4A441-80AB-0C40-A5FA-A586E9B69FDF}"/>
              </a:ext>
            </a:extLst>
          </p:cNvPr>
          <p:cNvSpPr>
            <a:spLocks noGrp="1"/>
          </p:cNvSpPr>
          <p:nvPr>
            <p:ph sz="quarter" idx="36" hasCustomPrompt="1"/>
          </p:nvPr>
        </p:nvSpPr>
        <p:spPr>
          <a:xfrm>
            <a:off x="6582111" y="4229102"/>
            <a:ext cx="2207123" cy="914399"/>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23" name="Content Placeholder 3">
            <a:extLst>
              <a:ext uri="{FF2B5EF4-FFF2-40B4-BE49-F238E27FC236}">
                <a16:creationId xmlns:a16="http://schemas.microsoft.com/office/drawing/2014/main" id="{C9704E0E-1158-9D4A-9FA9-6CD1F03D8AE6}"/>
              </a:ext>
            </a:extLst>
          </p:cNvPr>
          <p:cNvSpPr>
            <a:spLocks noGrp="1"/>
          </p:cNvSpPr>
          <p:nvPr>
            <p:ph sz="quarter" idx="37" hasCustomPrompt="1"/>
          </p:nvPr>
        </p:nvSpPr>
        <p:spPr>
          <a:xfrm>
            <a:off x="2244064" y="3695701"/>
            <a:ext cx="2207123" cy="533400"/>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4" name="Content Placeholder 3">
            <a:extLst>
              <a:ext uri="{FF2B5EF4-FFF2-40B4-BE49-F238E27FC236}">
                <a16:creationId xmlns:a16="http://schemas.microsoft.com/office/drawing/2014/main" id="{4FBBFCD9-FC54-FE47-8A78-0FE43B5C3E43}"/>
              </a:ext>
            </a:extLst>
          </p:cNvPr>
          <p:cNvSpPr>
            <a:spLocks noGrp="1"/>
          </p:cNvSpPr>
          <p:nvPr>
            <p:ph sz="quarter" idx="38" hasCustomPrompt="1"/>
          </p:nvPr>
        </p:nvSpPr>
        <p:spPr>
          <a:xfrm>
            <a:off x="2244064" y="4229102"/>
            <a:ext cx="2207123" cy="914399"/>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Tree>
    <p:extLst>
      <p:ext uri="{BB962C8B-B14F-4D97-AF65-F5344CB8AC3E}">
        <p14:creationId xmlns:p14="http://schemas.microsoft.com/office/powerpoint/2010/main" val="2291050326"/>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p:cSld name="4 Img: Body Text (righ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1138D1D-0960-574D-8616-915D22FDBD79}"/>
              </a:ext>
            </a:extLst>
          </p:cNvPr>
          <p:cNvSpPr/>
          <p:nvPr/>
        </p:nvSpPr>
        <p:spPr>
          <a:xfrm>
            <a:off x="5715000" y="0"/>
            <a:ext cx="3429000" cy="51435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72327"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57200" y="1504950"/>
            <a:ext cx="1965960" cy="1472184"/>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72327"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87454"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87454"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02581"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02581"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12" name="Content Placeholder 3">
            <a:extLst>
              <a:ext uri="{FF2B5EF4-FFF2-40B4-BE49-F238E27FC236}">
                <a16:creationId xmlns:a16="http://schemas.microsoft.com/office/drawing/2014/main" id="{F12BC52A-186A-9B43-A602-388B5540D1E9}"/>
              </a:ext>
            </a:extLst>
          </p:cNvPr>
          <p:cNvSpPr>
            <a:spLocks noGrp="1"/>
          </p:cNvSpPr>
          <p:nvPr>
            <p:ph sz="half" idx="10" hasCustomPrompt="1"/>
          </p:nvPr>
        </p:nvSpPr>
        <p:spPr>
          <a:xfrm>
            <a:off x="457200" y="3486149"/>
            <a:ext cx="4864512" cy="1243222"/>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 Body text is preferred over bullets</a:t>
            </a:r>
          </a:p>
          <a:p>
            <a:pPr lvl="1"/>
            <a:r>
              <a:rPr lang="en-US" dirty="0"/>
              <a:t>Second level</a:t>
            </a:r>
          </a:p>
          <a:p>
            <a:pPr lvl="2"/>
            <a:r>
              <a:rPr lang="en-US" dirty="0"/>
              <a:t>Third level</a:t>
            </a:r>
          </a:p>
        </p:txBody>
      </p:sp>
      <p:sp>
        <p:nvSpPr>
          <p:cNvPr id="13" name="Title 1">
            <a:extLst>
              <a:ext uri="{FF2B5EF4-FFF2-40B4-BE49-F238E27FC236}">
                <a16:creationId xmlns:a16="http://schemas.microsoft.com/office/drawing/2014/main" id="{AC332FC9-5E40-7F4A-ADF7-3D2ADB4F03AF}"/>
              </a:ext>
            </a:extLst>
          </p:cNvPr>
          <p:cNvSpPr>
            <a:spLocks noGrp="1"/>
          </p:cNvSpPr>
          <p:nvPr>
            <p:ph type="title"/>
          </p:nvPr>
        </p:nvSpPr>
        <p:spPr>
          <a:xfrm>
            <a:off x="457200" y="590550"/>
            <a:ext cx="51054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4" name="Rectangle 13">
            <a:extLst>
              <a:ext uri="{FF2B5EF4-FFF2-40B4-BE49-F238E27FC236}">
                <a16:creationId xmlns:a16="http://schemas.microsoft.com/office/drawing/2014/main" id="{BA82CDDA-055A-9FEF-7A29-9A0915264FDE}"/>
              </a:ext>
            </a:extLst>
          </p:cNvPr>
          <p:cNvSpPr/>
          <p:nvPr/>
        </p:nvSpPr>
        <p:spPr>
          <a:xfrm>
            <a:off x="5715000" y="0"/>
            <a:ext cx="3429000" cy="51435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Tree>
    <p:extLst>
      <p:ext uri="{BB962C8B-B14F-4D97-AF65-F5344CB8AC3E}">
        <p14:creationId xmlns:p14="http://schemas.microsoft.com/office/powerpoint/2010/main" val="4219921183"/>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p:cSld name="4 Img: Body Text (lef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34551FB-B332-9440-9C5C-BC9D2C8CEF62}"/>
              </a:ext>
            </a:extLst>
          </p:cNvPr>
          <p:cNvSpPr/>
          <p:nvPr/>
        </p:nvSpPr>
        <p:spPr>
          <a:xfrm>
            <a:off x="0" y="0"/>
            <a:ext cx="3429000" cy="51435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pic>
        <p:nvPicPr>
          <p:cNvPr id="15" name="Picture 14">
            <a:extLst>
              <a:ext uri="{FF2B5EF4-FFF2-40B4-BE49-F238E27FC236}">
                <a16:creationId xmlns:a16="http://schemas.microsoft.com/office/drawing/2014/main" id="{F801C095-FC4F-B548-86F9-AF8655C17916}"/>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17" name="Picture 16">
            <a:extLst>
              <a:ext uri="{FF2B5EF4-FFF2-40B4-BE49-F238E27FC236}">
                <a16:creationId xmlns:a16="http://schemas.microsoft.com/office/drawing/2014/main" id="{E31FA408-826D-594C-99A2-F4CA1B6EF291}"/>
              </a:ext>
            </a:extLst>
          </p:cNvPr>
          <p:cNvPicPr>
            <a:picLocks noChangeAspect="1"/>
          </p:cNvPicPr>
          <p:nvPr/>
        </p:nvPicPr>
        <p:blipFill>
          <a:blip r:embed="rId3"/>
          <a:stretch>
            <a:fillRect/>
          </a:stretch>
        </p:blipFill>
        <p:spPr>
          <a:xfrm>
            <a:off x="115779" y="223914"/>
            <a:ext cx="752320" cy="69658"/>
          </a:xfrm>
          <a:prstGeom prst="rect">
            <a:avLst/>
          </a:prstGeom>
        </p:spPr>
      </p:pic>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72327"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57200" y="1504950"/>
            <a:ext cx="1965960" cy="1472184"/>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72327"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87454"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87454"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02581"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02581"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12" name="Content Placeholder 3">
            <a:extLst>
              <a:ext uri="{FF2B5EF4-FFF2-40B4-BE49-F238E27FC236}">
                <a16:creationId xmlns:a16="http://schemas.microsoft.com/office/drawing/2014/main" id="{F12BC52A-186A-9B43-A602-388B5540D1E9}"/>
              </a:ext>
            </a:extLst>
          </p:cNvPr>
          <p:cNvSpPr>
            <a:spLocks noGrp="1"/>
          </p:cNvSpPr>
          <p:nvPr>
            <p:ph sz="half" idx="10" hasCustomPrompt="1"/>
          </p:nvPr>
        </p:nvSpPr>
        <p:spPr>
          <a:xfrm>
            <a:off x="3733800" y="3486149"/>
            <a:ext cx="4864512" cy="1243222"/>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 Body text is preferred over bullets</a:t>
            </a:r>
          </a:p>
          <a:p>
            <a:pPr lvl="1"/>
            <a:r>
              <a:rPr lang="en-US" dirty="0"/>
              <a:t>Second level</a:t>
            </a:r>
          </a:p>
          <a:p>
            <a:pPr lvl="2"/>
            <a:r>
              <a:rPr lang="en-US" dirty="0"/>
              <a:t>Third level</a:t>
            </a:r>
          </a:p>
        </p:txBody>
      </p:sp>
      <p:sp>
        <p:nvSpPr>
          <p:cNvPr id="13" name="Title 1">
            <a:extLst>
              <a:ext uri="{FF2B5EF4-FFF2-40B4-BE49-F238E27FC236}">
                <a16:creationId xmlns:a16="http://schemas.microsoft.com/office/drawing/2014/main" id="{AC332FC9-5E40-7F4A-ADF7-3D2ADB4F03AF}"/>
              </a:ext>
            </a:extLst>
          </p:cNvPr>
          <p:cNvSpPr>
            <a:spLocks noGrp="1"/>
          </p:cNvSpPr>
          <p:nvPr>
            <p:ph type="title"/>
          </p:nvPr>
        </p:nvSpPr>
        <p:spPr>
          <a:xfrm>
            <a:off x="3733801" y="590550"/>
            <a:ext cx="5034741"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8" name="Rectangle 17">
            <a:extLst>
              <a:ext uri="{FF2B5EF4-FFF2-40B4-BE49-F238E27FC236}">
                <a16:creationId xmlns:a16="http://schemas.microsoft.com/office/drawing/2014/main" id="{23BFB7CD-01C5-BD0D-18F8-D7400BD6BF18}"/>
              </a:ext>
            </a:extLst>
          </p:cNvPr>
          <p:cNvSpPr/>
          <p:nvPr/>
        </p:nvSpPr>
        <p:spPr>
          <a:xfrm>
            <a:off x="0" y="0"/>
            <a:ext cx="3429000" cy="51435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pic>
        <p:nvPicPr>
          <p:cNvPr id="19" name="Picture 18">
            <a:extLst>
              <a:ext uri="{FF2B5EF4-FFF2-40B4-BE49-F238E27FC236}">
                <a16:creationId xmlns:a16="http://schemas.microsoft.com/office/drawing/2014/main" id="{227B34DB-1F73-971B-BFD5-67E246E2A958}"/>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20" name="Picture 19">
            <a:extLst>
              <a:ext uri="{FF2B5EF4-FFF2-40B4-BE49-F238E27FC236}">
                <a16:creationId xmlns:a16="http://schemas.microsoft.com/office/drawing/2014/main" id="{1479CE9C-61C2-CFD0-16A0-397DF40549D2}"/>
              </a:ext>
            </a:extLst>
          </p:cNvPr>
          <p:cNvPicPr>
            <a:picLocks noChangeAspect="1"/>
          </p:cNvPicPr>
          <p:nvPr/>
        </p:nvPicPr>
        <p:blipFill>
          <a:blip r:embed="rId3"/>
          <a:stretch>
            <a:fillRect/>
          </a:stretch>
        </p:blipFill>
        <p:spPr>
          <a:xfrm>
            <a:off x="115779" y="223914"/>
            <a:ext cx="752320" cy="69658"/>
          </a:xfrm>
          <a:prstGeom prst="rect">
            <a:avLst/>
          </a:prstGeom>
        </p:spPr>
      </p:pic>
    </p:spTree>
    <p:extLst>
      <p:ext uri="{BB962C8B-B14F-4D97-AF65-F5344CB8AC3E}">
        <p14:creationId xmlns:p14="http://schemas.microsoft.com/office/powerpoint/2010/main" val="759620283"/>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p:cSld name="4 Img: paired, 4 Subsections (body)">
    <p:spTree>
      <p:nvGrpSpPr>
        <p:cNvPr id="1" name=""/>
        <p:cNvGrpSpPr/>
        <p:nvPr/>
      </p:nvGrpSpPr>
      <p:grpSpPr>
        <a:xfrm>
          <a:off x="0" y="0"/>
          <a:ext cx="0" cy="0"/>
          <a:chOff x="0" y="0"/>
          <a:chExt cx="0" cy="0"/>
        </a:xfrm>
      </p:grpSpPr>
      <p:sp>
        <p:nvSpPr>
          <p:cNvPr id="47" name="Content Placeholder 3">
            <a:extLst>
              <a:ext uri="{FF2B5EF4-FFF2-40B4-BE49-F238E27FC236}">
                <a16:creationId xmlns:a16="http://schemas.microsoft.com/office/drawing/2014/main" id="{88FAD3AE-C209-DD41-8D9F-F3C291DF9248}"/>
              </a:ext>
            </a:extLst>
          </p:cNvPr>
          <p:cNvSpPr>
            <a:spLocks noGrp="1"/>
          </p:cNvSpPr>
          <p:nvPr>
            <p:ph sz="quarter" idx="22" hasCustomPrompt="1"/>
          </p:nvPr>
        </p:nvSpPr>
        <p:spPr>
          <a:xfrm>
            <a:off x="2580968" y="1885950"/>
            <a:ext cx="1965960" cy="147218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57200" y="1885950"/>
            <a:ext cx="1965960" cy="1474470"/>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0" name="Rectangle 9">
            <a:extLst>
              <a:ext uri="{FF2B5EF4-FFF2-40B4-BE49-F238E27FC236}">
                <a16:creationId xmlns:a16="http://schemas.microsoft.com/office/drawing/2014/main" id="{4BF6B05F-53E1-8945-B16F-0DF3CF82F24C}"/>
              </a:ext>
            </a:extLst>
          </p:cNvPr>
          <p:cNvSpPr/>
          <p:nvPr/>
        </p:nvSpPr>
        <p:spPr>
          <a:xfrm>
            <a:off x="0" y="3358136"/>
            <a:ext cx="9144000" cy="1785365"/>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17" name="Content Placeholder 3">
            <a:extLst>
              <a:ext uri="{FF2B5EF4-FFF2-40B4-BE49-F238E27FC236}">
                <a16:creationId xmlns:a16="http://schemas.microsoft.com/office/drawing/2014/main" id="{F509B63B-1486-3540-B785-BB3D12EDB3BE}"/>
              </a:ext>
            </a:extLst>
          </p:cNvPr>
          <p:cNvSpPr>
            <a:spLocks noGrp="1"/>
          </p:cNvSpPr>
          <p:nvPr>
            <p:ph sz="quarter" idx="20" hasCustomPrompt="1"/>
          </p:nvPr>
        </p:nvSpPr>
        <p:spPr>
          <a:xfrm>
            <a:off x="457200" y="3714650"/>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33581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8" name="Content Placeholder 3">
            <a:extLst>
              <a:ext uri="{FF2B5EF4-FFF2-40B4-BE49-F238E27FC236}">
                <a16:creationId xmlns:a16="http://schemas.microsoft.com/office/drawing/2014/main" id="{216EF5B3-14E5-2446-9E37-8D3DA7F83FA6}"/>
              </a:ext>
            </a:extLst>
          </p:cNvPr>
          <p:cNvSpPr>
            <a:spLocks noGrp="1"/>
          </p:cNvSpPr>
          <p:nvPr>
            <p:ph sz="quarter" idx="23" hasCustomPrompt="1"/>
          </p:nvPr>
        </p:nvSpPr>
        <p:spPr>
          <a:xfrm>
            <a:off x="2580968" y="3714650"/>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49" name="Content Placeholder 3">
            <a:extLst>
              <a:ext uri="{FF2B5EF4-FFF2-40B4-BE49-F238E27FC236}">
                <a16:creationId xmlns:a16="http://schemas.microsoft.com/office/drawing/2014/main" id="{A33A5FF1-7CDE-394A-8F8F-43478A103928}"/>
              </a:ext>
            </a:extLst>
          </p:cNvPr>
          <p:cNvSpPr>
            <a:spLocks noGrp="1"/>
          </p:cNvSpPr>
          <p:nvPr>
            <p:ph sz="quarter" idx="24" hasCustomPrompt="1"/>
          </p:nvPr>
        </p:nvSpPr>
        <p:spPr>
          <a:xfrm>
            <a:off x="2580968" y="33581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0" name="Content Placeholder 3">
            <a:extLst>
              <a:ext uri="{FF2B5EF4-FFF2-40B4-BE49-F238E27FC236}">
                <a16:creationId xmlns:a16="http://schemas.microsoft.com/office/drawing/2014/main" id="{37AD7603-46FC-F347-AF65-9A5A450E8717}"/>
              </a:ext>
            </a:extLst>
          </p:cNvPr>
          <p:cNvSpPr>
            <a:spLocks noGrp="1"/>
          </p:cNvSpPr>
          <p:nvPr>
            <p:ph sz="quarter" idx="25" hasCustomPrompt="1"/>
          </p:nvPr>
        </p:nvSpPr>
        <p:spPr>
          <a:xfrm>
            <a:off x="4717024" y="1885950"/>
            <a:ext cx="1965960" cy="147218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1" name="Content Placeholder 3">
            <a:extLst>
              <a:ext uri="{FF2B5EF4-FFF2-40B4-BE49-F238E27FC236}">
                <a16:creationId xmlns:a16="http://schemas.microsoft.com/office/drawing/2014/main" id="{B34E1369-EF0E-B046-97D9-6341F2F2EA21}"/>
              </a:ext>
            </a:extLst>
          </p:cNvPr>
          <p:cNvSpPr>
            <a:spLocks noGrp="1"/>
          </p:cNvSpPr>
          <p:nvPr>
            <p:ph sz="quarter" idx="26" hasCustomPrompt="1"/>
          </p:nvPr>
        </p:nvSpPr>
        <p:spPr>
          <a:xfrm>
            <a:off x="4717024" y="3714650"/>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2" name="Content Placeholder 3">
            <a:extLst>
              <a:ext uri="{FF2B5EF4-FFF2-40B4-BE49-F238E27FC236}">
                <a16:creationId xmlns:a16="http://schemas.microsoft.com/office/drawing/2014/main" id="{63659F40-D8CA-2341-9DFD-6BA8E4B8640E}"/>
              </a:ext>
            </a:extLst>
          </p:cNvPr>
          <p:cNvSpPr>
            <a:spLocks noGrp="1"/>
          </p:cNvSpPr>
          <p:nvPr>
            <p:ph sz="quarter" idx="27" hasCustomPrompt="1"/>
          </p:nvPr>
        </p:nvSpPr>
        <p:spPr>
          <a:xfrm>
            <a:off x="4717024" y="33581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3" name="Content Placeholder 3">
            <a:extLst>
              <a:ext uri="{FF2B5EF4-FFF2-40B4-BE49-F238E27FC236}">
                <a16:creationId xmlns:a16="http://schemas.microsoft.com/office/drawing/2014/main" id="{A35135FD-AD75-964F-B113-BD252DDE92D5}"/>
              </a:ext>
            </a:extLst>
          </p:cNvPr>
          <p:cNvSpPr>
            <a:spLocks noGrp="1"/>
          </p:cNvSpPr>
          <p:nvPr>
            <p:ph sz="quarter" idx="28" hasCustomPrompt="1"/>
          </p:nvPr>
        </p:nvSpPr>
        <p:spPr>
          <a:xfrm>
            <a:off x="6840792" y="1885950"/>
            <a:ext cx="1965960" cy="147218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4" name="Content Placeholder 3">
            <a:extLst>
              <a:ext uri="{FF2B5EF4-FFF2-40B4-BE49-F238E27FC236}">
                <a16:creationId xmlns:a16="http://schemas.microsoft.com/office/drawing/2014/main" id="{D177B7A0-E491-2949-A749-674B4894CD6E}"/>
              </a:ext>
            </a:extLst>
          </p:cNvPr>
          <p:cNvSpPr>
            <a:spLocks noGrp="1"/>
          </p:cNvSpPr>
          <p:nvPr>
            <p:ph sz="quarter" idx="29" hasCustomPrompt="1"/>
          </p:nvPr>
        </p:nvSpPr>
        <p:spPr>
          <a:xfrm>
            <a:off x="6840792" y="3714650"/>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5" name="Content Placeholder 3">
            <a:extLst>
              <a:ext uri="{FF2B5EF4-FFF2-40B4-BE49-F238E27FC236}">
                <a16:creationId xmlns:a16="http://schemas.microsoft.com/office/drawing/2014/main" id="{B176513E-FA18-374C-AD1F-242628F462B4}"/>
              </a:ext>
            </a:extLst>
          </p:cNvPr>
          <p:cNvSpPr>
            <a:spLocks noGrp="1"/>
          </p:cNvSpPr>
          <p:nvPr>
            <p:ph sz="quarter" idx="30" hasCustomPrompt="1"/>
          </p:nvPr>
        </p:nvSpPr>
        <p:spPr>
          <a:xfrm>
            <a:off x="6840792" y="33581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8" name="Title 1">
            <a:extLst>
              <a:ext uri="{FF2B5EF4-FFF2-40B4-BE49-F238E27FC236}">
                <a16:creationId xmlns:a16="http://schemas.microsoft.com/office/drawing/2014/main" id="{2FA1BC06-C30C-E541-AF0C-1F21C8CBC4D8}"/>
              </a:ext>
            </a:extLst>
          </p:cNvPr>
          <p:cNvSpPr>
            <a:spLocks noGrp="1"/>
          </p:cNvSpPr>
          <p:nvPr>
            <p:ph type="title"/>
          </p:nvPr>
        </p:nvSpPr>
        <p:spPr>
          <a:xfrm>
            <a:off x="457200" y="829818"/>
            <a:ext cx="8305800" cy="74295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9" name="Rectangle 18">
            <a:extLst>
              <a:ext uri="{FF2B5EF4-FFF2-40B4-BE49-F238E27FC236}">
                <a16:creationId xmlns:a16="http://schemas.microsoft.com/office/drawing/2014/main" id="{4F824542-4E66-4FF6-5FC4-57DE0AE7056C}"/>
              </a:ext>
            </a:extLst>
          </p:cNvPr>
          <p:cNvSpPr/>
          <p:nvPr/>
        </p:nvSpPr>
        <p:spPr>
          <a:xfrm>
            <a:off x="0" y="3358136"/>
            <a:ext cx="9144000" cy="1785365"/>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Tree>
    <p:extLst>
      <p:ext uri="{BB962C8B-B14F-4D97-AF65-F5344CB8AC3E}">
        <p14:creationId xmlns:p14="http://schemas.microsoft.com/office/powerpoint/2010/main" val="385453741"/>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p:cSld name="4 Img: paired, 4 Subsections (bullets)">
    <p:spTree>
      <p:nvGrpSpPr>
        <p:cNvPr id="1" name=""/>
        <p:cNvGrpSpPr/>
        <p:nvPr/>
      </p:nvGrpSpPr>
      <p:grpSpPr>
        <a:xfrm>
          <a:off x="0" y="0"/>
          <a:ext cx="0" cy="0"/>
          <a:chOff x="0" y="0"/>
          <a:chExt cx="0" cy="0"/>
        </a:xfrm>
      </p:grpSpPr>
      <p:sp>
        <p:nvSpPr>
          <p:cNvPr id="34" name="Content Placeholder 3">
            <a:extLst>
              <a:ext uri="{FF2B5EF4-FFF2-40B4-BE49-F238E27FC236}">
                <a16:creationId xmlns:a16="http://schemas.microsoft.com/office/drawing/2014/main" id="{E80BBB08-8B4C-AE45-BE9F-2ACF045CF6F5}"/>
              </a:ext>
            </a:extLst>
          </p:cNvPr>
          <p:cNvSpPr>
            <a:spLocks noGrp="1"/>
          </p:cNvSpPr>
          <p:nvPr>
            <p:ph sz="quarter" idx="31" hasCustomPrompt="1"/>
          </p:nvPr>
        </p:nvSpPr>
        <p:spPr>
          <a:xfrm>
            <a:off x="2591861" y="1567918"/>
            <a:ext cx="1965960" cy="110642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0" name="Rectangle 9">
            <a:extLst>
              <a:ext uri="{FF2B5EF4-FFF2-40B4-BE49-F238E27FC236}">
                <a16:creationId xmlns:a16="http://schemas.microsoft.com/office/drawing/2014/main" id="{4BF6B05F-53E1-8945-B16F-0DF3CF82F24C}"/>
              </a:ext>
            </a:extLst>
          </p:cNvPr>
          <p:cNvSpPr/>
          <p:nvPr/>
        </p:nvSpPr>
        <p:spPr>
          <a:xfrm>
            <a:off x="0" y="2683923"/>
            <a:ext cx="9144000" cy="2459578"/>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467497" y="3034051"/>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467497" y="1572803"/>
            <a:ext cx="1963970" cy="1104733"/>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7497" y="26775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3" name="Content Placeholder 3">
            <a:extLst>
              <a:ext uri="{FF2B5EF4-FFF2-40B4-BE49-F238E27FC236}">
                <a16:creationId xmlns:a16="http://schemas.microsoft.com/office/drawing/2014/main" id="{E53B2EB1-5F25-BD49-8343-92C06FD36ABC}"/>
              </a:ext>
            </a:extLst>
          </p:cNvPr>
          <p:cNvSpPr>
            <a:spLocks noGrp="1"/>
          </p:cNvSpPr>
          <p:nvPr>
            <p:ph sz="half" idx="30" hasCustomPrompt="1"/>
          </p:nvPr>
        </p:nvSpPr>
        <p:spPr>
          <a:xfrm>
            <a:off x="2591861" y="3034051"/>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5" name="Content Placeholder 3">
            <a:extLst>
              <a:ext uri="{FF2B5EF4-FFF2-40B4-BE49-F238E27FC236}">
                <a16:creationId xmlns:a16="http://schemas.microsoft.com/office/drawing/2014/main" id="{A464B442-D9C7-B94E-AD26-8A4ED3539C0A}"/>
              </a:ext>
            </a:extLst>
          </p:cNvPr>
          <p:cNvSpPr>
            <a:spLocks noGrp="1"/>
          </p:cNvSpPr>
          <p:nvPr>
            <p:ph sz="quarter" idx="32" hasCustomPrompt="1"/>
          </p:nvPr>
        </p:nvSpPr>
        <p:spPr>
          <a:xfrm>
            <a:off x="2591861" y="26775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4" name="Content Placeholder 3">
            <a:extLst>
              <a:ext uri="{FF2B5EF4-FFF2-40B4-BE49-F238E27FC236}">
                <a16:creationId xmlns:a16="http://schemas.microsoft.com/office/drawing/2014/main" id="{A0A4139A-772F-2F43-93E6-4E6798EEF1CD}"/>
              </a:ext>
            </a:extLst>
          </p:cNvPr>
          <p:cNvSpPr>
            <a:spLocks noGrp="1"/>
          </p:cNvSpPr>
          <p:nvPr>
            <p:ph sz="quarter" idx="33" hasCustomPrompt="1"/>
          </p:nvPr>
        </p:nvSpPr>
        <p:spPr>
          <a:xfrm>
            <a:off x="4712240" y="1567918"/>
            <a:ext cx="1965960" cy="110642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5" name="Content Placeholder 3">
            <a:extLst>
              <a:ext uri="{FF2B5EF4-FFF2-40B4-BE49-F238E27FC236}">
                <a16:creationId xmlns:a16="http://schemas.microsoft.com/office/drawing/2014/main" id="{B587A25C-C1CD-4A4E-AE0C-EDF159D1AD75}"/>
              </a:ext>
            </a:extLst>
          </p:cNvPr>
          <p:cNvSpPr>
            <a:spLocks noGrp="1"/>
          </p:cNvSpPr>
          <p:nvPr>
            <p:ph sz="half" idx="34" hasCustomPrompt="1"/>
          </p:nvPr>
        </p:nvSpPr>
        <p:spPr>
          <a:xfrm>
            <a:off x="4712240" y="3034051"/>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46" name="Content Placeholder 3">
            <a:extLst>
              <a:ext uri="{FF2B5EF4-FFF2-40B4-BE49-F238E27FC236}">
                <a16:creationId xmlns:a16="http://schemas.microsoft.com/office/drawing/2014/main" id="{006D9C7B-BE1F-2F48-9932-F7A5274B0C86}"/>
              </a:ext>
            </a:extLst>
          </p:cNvPr>
          <p:cNvSpPr>
            <a:spLocks noGrp="1"/>
          </p:cNvSpPr>
          <p:nvPr>
            <p:ph sz="quarter" idx="35" hasCustomPrompt="1"/>
          </p:nvPr>
        </p:nvSpPr>
        <p:spPr>
          <a:xfrm>
            <a:off x="4712240" y="26775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7" name="Content Placeholder 3">
            <a:extLst>
              <a:ext uri="{FF2B5EF4-FFF2-40B4-BE49-F238E27FC236}">
                <a16:creationId xmlns:a16="http://schemas.microsoft.com/office/drawing/2014/main" id="{4D16B98F-3C8A-4E4A-9AA5-82EDAB577C03}"/>
              </a:ext>
            </a:extLst>
          </p:cNvPr>
          <p:cNvSpPr>
            <a:spLocks noGrp="1"/>
          </p:cNvSpPr>
          <p:nvPr>
            <p:ph sz="quarter" idx="36" hasCustomPrompt="1"/>
          </p:nvPr>
        </p:nvSpPr>
        <p:spPr>
          <a:xfrm>
            <a:off x="6828634" y="1567918"/>
            <a:ext cx="1965960" cy="110642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8" name="Content Placeholder 3">
            <a:extLst>
              <a:ext uri="{FF2B5EF4-FFF2-40B4-BE49-F238E27FC236}">
                <a16:creationId xmlns:a16="http://schemas.microsoft.com/office/drawing/2014/main" id="{457B1C0B-C0BA-1340-A85D-FFCE14C89447}"/>
              </a:ext>
            </a:extLst>
          </p:cNvPr>
          <p:cNvSpPr>
            <a:spLocks noGrp="1"/>
          </p:cNvSpPr>
          <p:nvPr>
            <p:ph sz="half" idx="37" hasCustomPrompt="1"/>
          </p:nvPr>
        </p:nvSpPr>
        <p:spPr>
          <a:xfrm>
            <a:off x="6828634" y="3034051"/>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49" name="Content Placeholder 3">
            <a:extLst>
              <a:ext uri="{FF2B5EF4-FFF2-40B4-BE49-F238E27FC236}">
                <a16:creationId xmlns:a16="http://schemas.microsoft.com/office/drawing/2014/main" id="{F952A9E0-6228-5148-BA9C-12C66B2ADE02}"/>
              </a:ext>
            </a:extLst>
          </p:cNvPr>
          <p:cNvSpPr>
            <a:spLocks noGrp="1"/>
          </p:cNvSpPr>
          <p:nvPr>
            <p:ph sz="quarter" idx="38" hasCustomPrompt="1"/>
          </p:nvPr>
        </p:nvSpPr>
        <p:spPr>
          <a:xfrm>
            <a:off x="6828634" y="26775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Title 1">
            <a:extLst>
              <a:ext uri="{FF2B5EF4-FFF2-40B4-BE49-F238E27FC236}">
                <a16:creationId xmlns:a16="http://schemas.microsoft.com/office/drawing/2014/main" id="{2CD41E1C-45C4-2E4C-AB71-F892A91A1EAC}"/>
              </a:ext>
            </a:extLst>
          </p:cNvPr>
          <p:cNvSpPr>
            <a:spLocks noGrp="1"/>
          </p:cNvSpPr>
          <p:nvPr>
            <p:ph type="title"/>
          </p:nvPr>
        </p:nvSpPr>
        <p:spPr>
          <a:xfrm>
            <a:off x="457200" y="590550"/>
            <a:ext cx="8305800" cy="74295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8" name="Rectangle 17">
            <a:extLst>
              <a:ext uri="{FF2B5EF4-FFF2-40B4-BE49-F238E27FC236}">
                <a16:creationId xmlns:a16="http://schemas.microsoft.com/office/drawing/2014/main" id="{7094A049-E3FE-5521-0859-9C0144520408}"/>
              </a:ext>
            </a:extLst>
          </p:cNvPr>
          <p:cNvSpPr/>
          <p:nvPr/>
        </p:nvSpPr>
        <p:spPr>
          <a:xfrm>
            <a:off x="0" y="2683923"/>
            <a:ext cx="9144000" cy="2459578"/>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Tree>
    <p:extLst>
      <p:ext uri="{BB962C8B-B14F-4D97-AF65-F5344CB8AC3E}">
        <p14:creationId xmlns:p14="http://schemas.microsoft.com/office/powerpoint/2010/main" val="889765864"/>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p:cSld name="5 Img: paired, 5 Subsections (bullet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6B05F-53E1-8945-B16F-0DF3CF82F24C}"/>
              </a:ext>
            </a:extLst>
          </p:cNvPr>
          <p:cNvSpPr/>
          <p:nvPr/>
        </p:nvSpPr>
        <p:spPr>
          <a:xfrm>
            <a:off x="0" y="2683923"/>
            <a:ext cx="9144000" cy="2459578"/>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381022" y="3034051"/>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381022" y="148286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381022" y="2677535"/>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68" name="Content Placeholder 3">
            <a:extLst>
              <a:ext uri="{FF2B5EF4-FFF2-40B4-BE49-F238E27FC236}">
                <a16:creationId xmlns:a16="http://schemas.microsoft.com/office/drawing/2014/main" id="{8B594A98-55B7-1246-AEE0-5FDE3E436BED}"/>
              </a:ext>
            </a:extLst>
          </p:cNvPr>
          <p:cNvSpPr>
            <a:spLocks noGrp="1"/>
          </p:cNvSpPr>
          <p:nvPr>
            <p:ph sz="half" idx="30" hasCustomPrompt="1"/>
          </p:nvPr>
        </p:nvSpPr>
        <p:spPr>
          <a:xfrm>
            <a:off x="2095522" y="3034051"/>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69" name="Content Placeholder 3">
            <a:extLst>
              <a:ext uri="{FF2B5EF4-FFF2-40B4-BE49-F238E27FC236}">
                <a16:creationId xmlns:a16="http://schemas.microsoft.com/office/drawing/2014/main" id="{9135D390-8302-B148-B61C-F2EB0A6B8E60}"/>
              </a:ext>
            </a:extLst>
          </p:cNvPr>
          <p:cNvSpPr>
            <a:spLocks noGrp="1"/>
          </p:cNvSpPr>
          <p:nvPr>
            <p:ph sz="quarter" idx="31" hasCustomPrompt="1"/>
          </p:nvPr>
        </p:nvSpPr>
        <p:spPr>
          <a:xfrm>
            <a:off x="2095524" y="148286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0" name="Content Placeholder 3">
            <a:extLst>
              <a:ext uri="{FF2B5EF4-FFF2-40B4-BE49-F238E27FC236}">
                <a16:creationId xmlns:a16="http://schemas.microsoft.com/office/drawing/2014/main" id="{C429E927-13E4-5749-A6B0-9E7C5F36071B}"/>
              </a:ext>
            </a:extLst>
          </p:cNvPr>
          <p:cNvSpPr>
            <a:spLocks noGrp="1"/>
          </p:cNvSpPr>
          <p:nvPr>
            <p:ph sz="quarter" idx="32" hasCustomPrompt="1"/>
          </p:nvPr>
        </p:nvSpPr>
        <p:spPr>
          <a:xfrm>
            <a:off x="2095522" y="2677535"/>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71" name="Content Placeholder 3">
            <a:extLst>
              <a:ext uri="{FF2B5EF4-FFF2-40B4-BE49-F238E27FC236}">
                <a16:creationId xmlns:a16="http://schemas.microsoft.com/office/drawing/2014/main" id="{1C342233-4927-944A-8984-5E2A1A231A9E}"/>
              </a:ext>
            </a:extLst>
          </p:cNvPr>
          <p:cNvSpPr>
            <a:spLocks noGrp="1"/>
          </p:cNvSpPr>
          <p:nvPr>
            <p:ph sz="half" idx="33" hasCustomPrompt="1"/>
          </p:nvPr>
        </p:nvSpPr>
        <p:spPr>
          <a:xfrm>
            <a:off x="3810018" y="3034051"/>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72" name="Content Placeholder 3">
            <a:extLst>
              <a:ext uri="{FF2B5EF4-FFF2-40B4-BE49-F238E27FC236}">
                <a16:creationId xmlns:a16="http://schemas.microsoft.com/office/drawing/2014/main" id="{E5DADEB8-A31C-2947-9FF2-B8C7C448170A}"/>
              </a:ext>
            </a:extLst>
          </p:cNvPr>
          <p:cNvSpPr>
            <a:spLocks noGrp="1"/>
          </p:cNvSpPr>
          <p:nvPr>
            <p:ph sz="quarter" idx="34" hasCustomPrompt="1"/>
          </p:nvPr>
        </p:nvSpPr>
        <p:spPr>
          <a:xfrm>
            <a:off x="3810020" y="148286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3" name="Content Placeholder 3">
            <a:extLst>
              <a:ext uri="{FF2B5EF4-FFF2-40B4-BE49-F238E27FC236}">
                <a16:creationId xmlns:a16="http://schemas.microsoft.com/office/drawing/2014/main" id="{EBD1B705-DE93-7C47-9AF9-6ECF4F926A39}"/>
              </a:ext>
            </a:extLst>
          </p:cNvPr>
          <p:cNvSpPr>
            <a:spLocks noGrp="1"/>
          </p:cNvSpPr>
          <p:nvPr>
            <p:ph sz="quarter" idx="35" hasCustomPrompt="1"/>
          </p:nvPr>
        </p:nvSpPr>
        <p:spPr>
          <a:xfrm>
            <a:off x="3810018" y="2677535"/>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74" name="Content Placeholder 3">
            <a:extLst>
              <a:ext uri="{FF2B5EF4-FFF2-40B4-BE49-F238E27FC236}">
                <a16:creationId xmlns:a16="http://schemas.microsoft.com/office/drawing/2014/main" id="{E182A473-23D7-FC41-8E6E-928368EE742D}"/>
              </a:ext>
            </a:extLst>
          </p:cNvPr>
          <p:cNvSpPr>
            <a:spLocks noGrp="1"/>
          </p:cNvSpPr>
          <p:nvPr>
            <p:ph sz="half" idx="36" hasCustomPrompt="1"/>
          </p:nvPr>
        </p:nvSpPr>
        <p:spPr>
          <a:xfrm>
            <a:off x="5524510" y="3034051"/>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75" name="Content Placeholder 3">
            <a:extLst>
              <a:ext uri="{FF2B5EF4-FFF2-40B4-BE49-F238E27FC236}">
                <a16:creationId xmlns:a16="http://schemas.microsoft.com/office/drawing/2014/main" id="{65B64471-861D-1C41-A965-8FC89E3EEDD9}"/>
              </a:ext>
            </a:extLst>
          </p:cNvPr>
          <p:cNvSpPr>
            <a:spLocks noGrp="1"/>
          </p:cNvSpPr>
          <p:nvPr>
            <p:ph sz="quarter" idx="37" hasCustomPrompt="1"/>
          </p:nvPr>
        </p:nvSpPr>
        <p:spPr>
          <a:xfrm>
            <a:off x="5524512" y="148286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6" name="Content Placeholder 3">
            <a:extLst>
              <a:ext uri="{FF2B5EF4-FFF2-40B4-BE49-F238E27FC236}">
                <a16:creationId xmlns:a16="http://schemas.microsoft.com/office/drawing/2014/main" id="{F1669C60-8680-4649-8495-52945E083E58}"/>
              </a:ext>
            </a:extLst>
          </p:cNvPr>
          <p:cNvSpPr>
            <a:spLocks noGrp="1"/>
          </p:cNvSpPr>
          <p:nvPr>
            <p:ph sz="quarter" idx="38" hasCustomPrompt="1"/>
          </p:nvPr>
        </p:nvSpPr>
        <p:spPr>
          <a:xfrm>
            <a:off x="5524510" y="2677535"/>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77" name="Content Placeholder 3">
            <a:extLst>
              <a:ext uri="{FF2B5EF4-FFF2-40B4-BE49-F238E27FC236}">
                <a16:creationId xmlns:a16="http://schemas.microsoft.com/office/drawing/2014/main" id="{338917CB-5AD5-4944-A65E-AA566160C114}"/>
              </a:ext>
            </a:extLst>
          </p:cNvPr>
          <p:cNvSpPr>
            <a:spLocks noGrp="1"/>
          </p:cNvSpPr>
          <p:nvPr>
            <p:ph sz="half" idx="39" hasCustomPrompt="1"/>
          </p:nvPr>
        </p:nvSpPr>
        <p:spPr>
          <a:xfrm>
            <a:off x="7238998" y="3034051"/>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78" name="Content Placeholder 3">
            <a:extLst>
              <a:ext uri="{FF2B5EF4-FFF2-40B4-BE49-F238E27FC236}">
                <a16:creationId xmlns:a16="http://schemas.microsoft.com/office/drawing/2014/main" id="{692BBACE-53AB-9C45-BC70-65A594691A6D}"/>
              </a:ext>
            </a:extLst>
          </p:cNvPr>
          <p:cNvSpPr>
            <a:spLocks noGrp="1"/>
          </p:cNvSpPr>
          <p:nvPr>
            <p:ph sz="quarter" idx="40" hasCustomPrompt="1"/>
          </p:nvPr>
        </p:nvSpPr>
        <p:spPr>
          <a:xfrm>
            <a:off x="7239000" y="148286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9" name="Content Placeholder 3">
            <a:extLst>
              <a:ext uri="{FF2B5EF4-FFF2-40B4-BE49-F238E27FC236}">
                <a16:creationId xmlns:a16="http://schemas.microsoft.com/office/drawing/2014/main" id="{894634CD-6884-094D-9979-41AB688FEAC9}"/>
              </a:ext>
            </a:extLst>
          </p:cNvPr>
          <p:cNvSpPr>
            <a:spLocks noGrp="1"/>
          </p:cNvSpPr>
          <p:nvPr>
            <p:ph sz="quarter" idx="41" hasCustomPrompt="1"/>
          </p:nvPr>
        </p:nvSpPr>
        <p:spPr>
          <a:xfrm>
            <a:off x="7238998" y="2677535"/>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80" name="Title 1">
            <a:extLst>
              <a:ext uri="{FF2B5EF4-FFF2-40B4-BE49-F238E27FC236}">
                <a16:creationId xmlns:a16="http://schemas.microsoft.com/office/drawing/2014/main" id="{1ACB9DE9-1DE3-FD4C-840A-5CED7A2C46B3}"/>
              </a:ext>
            </a:extLst>
          </p:cNvPr>
          <p:cNvSpPr>
            <a:spLocks noGrp="1"/>
          </p:cNvSpPr>
          <p:nvPr>
            <p:ph type="title"/>
          </p:nvPr>
        </p:nvSpPr>
        <p:spPr>
          <a:xfrm>
            <a:off x="457200" y="590550"/>
            <a:ext cx="8305800" cy="742950"/>
          </a:xfrm>
          <a:prstGeom prst="rect">
            <a:avLst/>
          </a:prstGeom>
        </p:spPr>
        <p:txBody>
          <a:bodyPr lIns="9144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9" name="Rectangle 18">
            <a:extLst>
              <a:ext uri="{FF2B5EF4-FFF2-40B4-BE49-F238E27FC236}">
                <a16:creationId xmlns:a16="http://schemas.microsoft.com/office/drawing/2014/main" id="{60126C30-B807-0EF2-B8D7-1543C029524E}"/>
              </a:ext>
            </a:extLst>
          </p:cNvPr>
          <p:cNvSpPr/>
          <p:nvPr/>
        </p:nvSpPr>
        <p:spPr>
          <a:xfrm>
            <a:off x="0" y="2683923"/>
            <a:ext cx="9144000" cy="2459578"/>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Tree>
    <p:extLst>
      <p:ext uri="{BB962C8B-B14F-4D97-AF65-F5344CB8AC3E}">
        <p14:creationId xmlns:p14="http://schemas.microsoft.com/office/powerpoint/2010/main" val="2783735404"/>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p:cSld name="Img only: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6B05F-53E1-8945-B16F-0DF3CF82F24C}"/>
              </a:ext>
            </a:extLst>
          </p:cNvPr>
          <p:cNvSpPr/>
          <p:nvPr/>
        </p:nvSpPr>
        <p:spPr>
          <a:xfrm>
            <a:off x="0" y="2876550"/>
            <a:ext cx="9144000" cy="226695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1555355" y="1387824"/>
            <a:ext cx="6033292" cy="3393727"/>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(exception for the software background, but NEVER white). Crop at the edges!</a:t>
            </a:r>
          </a:p>
        </p:txBody>
      </p:sp>
      <p:sp>
        <p:nvSpPr>
          <p:cNvPr id="19" name="Text Placeholder 2">
            <a:extLst>
              <a:ext uri="{FF2B5EF4-FFF2-40B4-BE49-F238E27FC236}">
                <a16:creationId xmlns:a16="http://schemas.microsoft.com/office/drawing/2014/main" id="{20501915-90EE-1846-8F71-3B5AA397CBA9}"/>
              </a:ext>
            </a:extLst>
          </p:cNvPr>
          <p:cNvSpPr>
            <a:spLocks noGrp="1"/>
          </p:cNvSpPr>
          <p:nvPr>
            <p:ph type="body" sz="quarter" idx="18" hasCustomPrompt="1"/>
          </p:nvPr>
        </p:nvSpPr>
        <p:spPr>
          <a:xfrm>
            <a:off x="1555355" y="4838700"/>
            <a:ext cx="3103378" cy="304800"/>
          </a:xfrm>
        </p:spPr>
        <p:txBody>
          <a:bodyPr>
            <a:normAutofit/>
          </a:bodyPr>
          <a:lstStyle>
            <a:lvl1pPr marL="0" indent="0">
              <a:buNone/>
              <a:defRPr sz="900" b="0" i="1">
                <a:solidFill>
                  <a:schemeClr val="bg1">
                    <a:lumMod val="75000"/>
                  </a:schemeClr>
                </a:solidFill>
                <a:latin typeface="Lato" panose="020F0502020204030203" pitchFamily="34" charset="77"/>
              </a:defRPr>
            </a:lvl1pPr>
            <a:lvl2pPr marL="457189" indent="0">
              <a:buNone/>
              <a:defRPr/>
            </a:lvl2pPr>
            <a:lvl3pPr marL="914378" indent="0">
              <a:buNone/>
              <a:defRPr/>
            </a:lvl3pPr>
          </a:lstStyle>
          <a:p>
            <a:pPr lvl="0"/>
            <a:r>
              <a:rPr lang="en-US" dirty="0"/>
              <a:t>Short  caption in this style only if necessary</a:t>
            </a:r>
          </a:p>
        </p:txBody>
      </p:sp>
      <p:sp>
        <p:nvSpPr>
          <p:cNvPr id="20" name="Title 1">
            <a:extLst>
              <a:ext uri="{FF2B5EF4-FFF2-40B4-BE49-F238E27FC236}">
                <a16:creationId xmlns:a16="http://schemas.microsoft.com/office/drawing/2014/main" id="{A926AAB5-0EF8-C144-BDC0-B1C98EDAAB2A}"/>
              </a:ext>
            </a:extLst>
          </p:cNvPr>
          <p:cNvSpPr>
            <a:spLocks noGrp="1"/>
          </p:cNvSpPr>
          <p:nvPr>
            <p:ph type="title"/>
          </p:nvPr>
        </p:nvSpPr>
        <p:spPr>
          <a:xfrm>
            <a:off x="457200" y="590550"/>
            <a:ext cx="8305800"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6" name="Rectangle 5">
            <a:extLst>
              <a:ext uri="{FF2B5EF4-FFF2-40B4-BE49-F238E27FC236}">
                <a16:creationId xmlns:a16="http://schemas.microsoft.com/office/drawing/2014/main" id="{2FD21FB0-9BAC-FA54-0EE6-2D904275219A}"/>
              </a:ext>
            </a:extLst>
          </p:cNvPr>
          <p:cNvSpPr/>
          <p:nvPr/>
        </p:nvSpPr>
        <p:spPr>
          <a:xfrm>
            <a:off x="0" y="2876550"/>
            <a:ext cx="9144000" cy="226695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Tree>
    <p:extLst>
      <p:ext uri="{BB962C8B-B14F-4D97-AF65-F5344CB8AC3E}">
        <p14:creationId xmlns:p14="http://schemas.microsoft.com/office/powerpoint/2010/main" val="932364013"/>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p:cSld name="Img only: 4 (righ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1138D1D-0960-574D-8616-915D22FDBD79}"/>
              </a:ext>
            </a:extLst>
          </p:cNvPr>
          <p:cNvSpPr/>
          <p:nvPr/>
        </p:nvSpPr>
        <p:spPr>
          <a:xfrm>
            <a:off x="838200" y="2343150"/>
            <a:ext cx="8305800" cy="23622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1" name="Content Placeholder 3">
            <a:extLst>
              <a:ext uri="{FF2B5EF4-FFF2-40B4-BE49-F238E27FC236}">
                <a16:creationId xmlns:a16="http://schemas.microsoft.com/office/drawing/2014/main" id="{74168FC2-68FD-3D40-9EE2-F1CBFA5B7B64}"/>
              </a:ext>
            </a:extLst>
          </p:cNvPr>
          <p:cNvSpPr>
            <a:spLocks noGrp="1" noChangeAspect="1"/>
          </p:cNvSpPr>
          <p:nvPr>
            <p:ph sz="quarter" idx="29" hasCustomPrompt="1"/>
          </p:nvPr>
        </p:nvSpPr>
        <p:spPr>
          <a:xfrm>
            <a:off x="2584615"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noChangeAspect="1"/>
          </p:cNvSpPr>
          <p:nvPr>
            <p:ph sz="quarter" idx="21" hasCustomPrompt="1"/>
          </p:nvPr>
        </p:nvSpPr>
        <p:spPr>
          <a:xfrm>
            <a:off x="469488"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noChangeAspect="1"/>
          </p:cNvSpPr>
          <p:nvPr>
            <p:ph sz="quarter" idx="32" hasCustomPrompt="1"/>
          </p:nvPr>
        </p:nvSpPr>
        <p:spPr>
          <a:xfrm>
            <a:off x="4699742"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noChangeAspect="1"/>
          </p:cNvSpPr>
          <p:nvPr>
            <p:ph sz="quarter" idx="35" hasCustomPrompt="1"/>
          </p:nvPr>
        </p:nvSpPr>
        <p:spPr>
          <a:xfrm>
            <a:off x="6814869"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0" name="Title 1">
            <a:extLst>
              <a:ext uri="{FF2B5EF4-FFF2-40B4-BE49-F238E27FC236}">
                <a16:creationId xmlns:a16="http://schemas.microsoft.com/office/drawing/2014/main" id="{B9DC4B7C-6E2A-B849-8A1D-4166BC982008}"/>
              </a:ext>
            </a:extLst>
          </p:cNvPr>
          <p:cNvSpPr>
            <a:spLocks noGrp="1"/>
          </p:cNvSpPr>
          <p:nvPr>
            <p:ph type="title"/>
          </p:nvPr>
        </p:nvSpPr>
        <p:spPr>
          <a:xfrm>
            <a:off x="457200" y="590550"/>
            <a:ext cx="8305800"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2" name="Rectangle 11">
            <a:extLst>
              <a:ext uri="{FF2B5EF4-FFF2-40B4-BE49-F238E27FC236}">
                <a16:creationId xmlns:a16="http://schemas.microsoft.com/office/drawing/2014/main" id="{06371F58-A8C5-C3FA-71D1-D523829B2D46}"/>
              </a:ext>
            </a:extLst>
          </p:cNvPr>
          <p:cNvSpPr/>
          <p:nvPr/>
        </p:nvSpPr>
        <p:spPr>
          <a:xfrm>
            <a:off x="838200" y="2343150"/>
            <a:ext cx="8305800" cy="23622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Tree>
    <p:extLst>
      <p:ext uri="{BB962C8B-B14F-4D97-AF65-F5344CB8AC3E}">
        <p14:creationId xmlns:p14="http://schemas.microsoft.com/office/powerpoint/2010/main" val="2435034144"/>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p:cSld name="Img only: 4 (lef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1138D1D-0960-574D-8616-915D22FDBD79}"/>
              </a:ext>
            </a:extLst>
          </p:cNvPr>
          <p:cNvSpPr/>
          <p:nvPr/>
        </p:nvSpPr>
        <p:spPr>
          <a:xfrm>
            <a:off x="0" y="2343150"/>
            <a:ext cx="8305800" cy="23622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1" name="Content Placeholder 3">
            <a:extLst>
              <a:ext uri="{FF2B5EF4-FFF2-40B4-BE49-F238E27FC236}">
                <a16:creationId xmlns:a16="http://schemas.microsoft.com/office/drawing/2014/main" id="{74168FC2-68FD-3D40-9EE2-F1CBFA5B7B64}"/>
              </a:ext>
            </a:extLst>
          </p:cNvPr>
          <p:cNvSpPr>
            <a:spLocks noGrp="1" noChangeAspect="1"/>
          </p:cNvSpPr>
          <p:nvPr>
            <p:ph sz="quarter" idx="29" hasCustomPrompt="1"/>
          </p:nvPr>
        </p:nvSpPr>
        <p:spPr>
          <a:xfrm>
            <a:off x="2584615"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noChangeAspect="1"/>
          </p:cNvSpPr>
          <p:nvPr>
            <p:ph sz="quarter" idx="21" hasCustomPrompt="1"/>
          </p:nvPr>
        </p:nvSpPr>
        <p:spPr>
          <a:xfrm>
            <a:off x="469488"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noChangeAspect="1"/>
          </p:cNvSpPr>
          <p:nvPr>
            <p:ph sz="quarter" idx="32" hasCustomPrompt="1"/>
          </p:nvPr>
        </p:nvSpPr>
        <p:spPr>
          <a:xfrm>
            <a:off x="4699742"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noChangeAspect="1"/>
          </p:cNvSpPr>
          <p:nvPr>
            <p:ph sz="quarter" idx="35" hasCustomPrompt="1"/>
          </p:nvPr>
        </p:nvSpPr>
        <p:spPr>
          <a:xfrm>
            <a:off x="6814869"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0" name="Title 1">
            <a:extLst>
              <a:ext uri="{FF2B5EF4-FFF2-40B4-BE49-F238E27FC236}">
                <a16:creationId xmlns:a16="http://schemas.microsoft.com/office/drawing/2014/main" id="{B9DC4B7C-6E2A-B849-8A1D-4166BC982008}"/>
              </a:ext>
            </a:extLst>
          </p:cNvPr>
          <p:cNvSpPr>
            <a:spLocks noGrp="1"/>
          </p:cNvSpPr>
          <p:nvPr>
            <p:ph type="title"/>
          </p:nvPr>
        </p:nvSpPr>
        <p:spPr>
          <a:xfrm>
            <a:off x="457200" y="590550"/>
            <a:ext cx="8305800"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2" name="Rectangle 11">
            <a:extLst>
              <a:ext uri="{FF2B5EF4-FFF2-40B4-BE49-F238E27FC236}">
                <a16:creationId xmlns:a16="http://schemas.microsoft.com/office/drawing/2014/main" id="{903A4952-B02B-925E-35F2-D2C1A8AD6815}"/>
              </a:ext>
            </a:extLst>
          </p:cNvPr>
          <p:cNvSpPr/>
          <p:nvPr/>
        </p:nvSpPr>
        <p:spPr>
          <a:xfrm>
            <a:off x="0" y="2343150"/>
            <a:ext cx="8305800" cy="23622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Tree>
    <p:extLst>
      <p:ext uri="{BB962C8B-B14F-4D97-AF65-F5344CB8AC3E}">
        <p14:creationId xmlns:p14="http://schemas.microsoft.com/office/powerpoint/2010/main" val="1311718640"/>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p:cSld name="Img only: 8, Sub w. Body (8 or less)">
    <p:spTree>
      <p:nvGrpSpPr>
        <p:cNvPr id="1" name=""/>
        <p:cNvGrpSpPr/>
        <p:nvPr/>
      </p:nvGrpSpPr>
      <p:grpSpPr>
        <a:xfrm>
          <a:off x="0" y="0"/>
          <a:ext cx="0" cy="0"/>
          <a:chOff x="0" y="0"/>
          <a:chExt cx="0" cy="0"/>
        </a:xfrm>
      </p:grpSpPr>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84615"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Or swap to no background just the outline if you don’t have transparent images (for ALL not just one)</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69488"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7" name="Content Placeholder 3">
            <a:extLst>
              <a:ext uri="{FF2B5EF4-FFF2-40B4-BE49-F238E27FC236}">
                <a16:creationId xmlns:a16="http://schemas.microsoft.com/office/drawing/2014/main" id="{F509B63B-1486-3540-B785-BB3D12EDB3BE}"/>
              </a:ext>
            </a:extLst>
          </p:cNvPr>
          <p:cNvSpPr>
            <a:spLocks noGrp="1"/>
          </p:cNvSpPr>
          <p:nvPr>
            <p:ph sz="quarter" idx="20" hasCustomPrompt="1"/>
          </p:nvPr>
        </p:nvSpPr>
        <p:spPr>
          <a:xfrm>
            <a:off x="469488" y="26724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23558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Content Placeholder 3">
            <a:extLst>
              <a:ext uri="{FF2B5EF4-FFF2-40B4-BE49-F238E27FC236}">
                <a16:creationId xmlns:a16="http://schemas.microsoft.com/office/drawing/2014/main" id="{DDCDDB5F-C736-D147-8301-4A3D736D57CF}"/>
              </a:ext>
            </a:extLst>
          </p:cNvPr>
          <p:cNvSpPr>
            <a:spLocks noGrp="1"/>
          </p:cNvSpPr>
          <p:nvPr>
            <p:ph sz="quarter" idx="30" hasCustomPrompt="1"/>
          </p:nvPr>
        </p:nvSpPr>
        <p:spPr>
          <a:xfrm>
            <a:off x="2584615" y="26724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23558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99742"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5" name="Content Placeholder 3">
            <a:extLst>
              <a:ext uri="{FF2B5EF4-FFF2-40B4-BE49-F238E27FC236}">
                <a16:creationId xmlns:a16="http://schemas.microsoft.com/office/drawing/2014/main" id="{723D0923-782D-8B41-A888-106268924FA0}"/>
              </a:ext>
            </a:extLst>
          </p:cNvPr>
          <p:cNvSpPr>
            <a:spLocks noGrp="1"/>
          </p:cNvSpPr>
          <p:nvPr>
            <p:ph sz="quarter" idx="33" hasCustomPrompt="1"/>
          </p:nvPr>
        </p:nvSpPr>
        <p:spPr>
          <a:xfrm>
            <a:off x="4699742" y="26724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23558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14869"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8" name="Content Placeholder 3">
            <a:extLst>
              <a:ext uri="{FF2B5EF4-FFF2-40B4-BE49-F238E27FC236}">
                <a16:creationId xmlns:a16="http://schemas.microsoft.com/office/drawing/2014/main" id="{308A6F07-F6D4-0449-A153-80E89BFA7E47}"/>
              </a:ext>
            </a:extLst>
          </p:cNvPr>
          <p:cNvSpPr>
            <a:spLocks noGrp="1"/>
          </p:cNvSpPr>
          <p:nvPr>
            <p:ph sz="quarter" idx="36" hasCustomPrompt="1"/>
          </p:nvPr>
        </p:nvSpPr>
        <p:spPr>
          <a:xfrm>
            <a:off x="6814869" y="26724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23558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0" name="Content Placeholder 3">
            <a:extLst>
              <a:ext uri="{FF2B5EF4-FFF2-40B4-BE49-F238E27FC236}">
                <a16:creationId xmlns:a16="http://schemas.microsoft.com/office/drawing/2014/main" id="{B2312F08-5121-534F-93CC-985A6735DD08}"/>
              </a:ext>
            </a:extLst>
          </p:cNvPr>
          <p:cNvSpPr>
            <a:spLocks noGrp="1"/>
          </p:cNvSpPr>
          <p:nvPr>
            <p:ph sz="quarter" idx="38" hasCustomPrompt="1"/>
          </p:nvPr>
        </p:nvSpPr>
        <p:spPr>
          <a:xfrm>
            <a:off x="2584615"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1" name="Content Placeholder 3">
            <a:extLst>
              <a:ext uri="{FF2B5EF4-FFF2-40B4-BE49-F238E27FC236}">
                <a16:creationId xmlns:a16="http://schemas.microsoft.com/office/drawing/2014/main" id="{974D29D1-1450-7941-B469-59BBC46C78B1}"/>
              </a:ext>
            </a:extLst>
          </p:cNvPr>
          <p:cNvSpPr>
            <a:spLocks noGrp="1"/>
          </p:cNvSpPr>
          <p:nvPr>
            <p:ph sz="quarter" idx="39" hasCustomPrompt="1"/>
          </p:nvPr>
        </p:nvSpPr>
        <p:spPr>
          <a:xfrm>
            <a:off x="469488"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2" name="Content Placeholder 3">
            <a:extLst>
              <a:ext uri="{FF2B5EF4-FFF2-40B4-BE49-F238E27FC236}">
                <a16:creationId xmlns:a16="http://schemas.microsoft.com/office/drawing/2014/main" id="{01D220CE-D257-0F4E-9776-41E466D458FA}"/>
              </a:ext>
            </a:extLst>
          </p:cNvPr>
          <p:cNvSpPr>
            <a:spLocks noGrp="1"/>
          </p:cNvSpPr>
          <p:nvPr>
            <p:ph sz="quarter" idx="40" hasCustomPrompt="1"/>
          </p:nvPr>
        </p:nvSpPr>
        <p:spPr>
          <a:xfrm>
            <a:off x="469488" y="46028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33" name="Content Placeholder 3">
            <a:extLst>
              <a:ext uri="{FF2B5EF4-FFF2-40B4-BE49-F238E27FC236}">
                <a16:creationId xmlns:a16="http://schemas.microsoft.com/office/drawing/2014/main" id="{91285B5C-A27F-B24C-9BAE-EE7BBF9E5029}"/>
              </a:ext>
            </a:extLst>
          </p:cNvPr>
          <p:cNvSpPr>
            <a:spLocks noGrp="1"/>
          </p:cNvSpPr>
          <p:nvPr>
            <p:ph sz="quarter" idx="41" hasCustomPrompt="1"/>
          </p:nvPr>
        </p:nvSpPr>
        <p:spPr>
          <a:xfrm>
            <a:off x="469488" y="42862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4" name="Content Placeholder 3">
            <a:extLst>
              <a:ext uri="{FF2B5EF4-FFF2-40B4-BE49-F238E27FC236}">
                <a16:creationId xmlns:a16="http://schemas.microsoft.com/office/drawing/2014/main" id="{70BC8ECB-2D92-334B-A0CA-DEE86DA5ECCB}"/>
              </a:ext>
            </a:extLst>
          </p:cNvPr>
          <p:cNvSpPr>
            <a:spLocks noGrp="1"/>
          </p:cNvSpPr>
          <p:nvPr>
            <p:ph sz="quarter" idx="42" hasCustomPrompt="1"/>
          </p:nvPr>
        </p:nvSpPr>
        <p:spPr>
          <a:xfrm>
            <a:off x="2584615" y="46028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35" name="Content Placeholder 3">
            <a:extLst>
              <a:ext uri="{FF2B5EF4-FFF2-40B4-BE49-F238E27FC236}">
                <a16:creationId xmlns:a16="http://schemas.microsoft.com/office/drawing/2014/main" id="{091B1206-6B81-3F45-965D-E4AF980EFB15}"/>
              </a:ext>
            </a:extLst>
          </p:cNvPr>
          <p:cNvSpPr>
            <a:spLocks noGrp="1"/>
          </p:cNvSpPr>
          <p:nvPr>
            <p:ph sz="quarter" idx="43" hasCustomPrompt="1"/>
          </p:nvPr>
        </p:nvSpPr>
        <p:spPr>
          <a:xfrm>
            <a:off x="2584615" y="42862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6" name="Content Placeholder 3">
            <a:extLst>
              <a:ext uri="{FF2B5EF4-FFF2-40B4-BE49-F238E27FC236}">
                <a16:creationId xmlns:a16="http://schemas.microsoft.com/office/drawing/2014/main" id="{BE81E718-11C6-754D-867C-0BAB3EBDAF06}"/>
              </a:ext>
            </a:extLst>
          </p:cNvPr>
          <p:cNvSpPr>
            <a:spLocks noGrp="1"/>
          </p:cNvSpPr>
          <p:nvPr>
            <p:ph sz="quarter" idx="44" hasCustomPrompt="1"/>
          </p:nvPr>
        </p:nvSpPr>
        <p:spPr>
          <a:xfrm>
            <a:off x="4699742"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7" name="Content Placeholder 3">
            <a:extLst>
              <a:ext uri="{FF2B5EF4-FFF2-40B4-BE49-F238E27FC236}">
                <a16:creationId xmlns:a16="http://schemas.microsoft.com/office/drawing/2014/main" id="{A62BC874-6F55-7141-912E-511A108CB24E}"/>
              </a:ext>
            </a:extLst>
          </p:cNvPr>
          <p:cNvSpPr>
            <a:spLocks noGrp="1"/>
          </p:cNvSpPr>
          <p:nvPr>
            <p:ph sz="quarter" idx="45" hasCustomPrompt="1"/>
          </p:nvPr>
        </p:nvSpPr>
        <p:spPr>
          <a:xfrm>
            <a:off x="4699742" y="46028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38" name="Content Placeholder 3">
            <a:extLst>
              <a:ext uri="{FF2B5EF4-FFF2-40B4-BE49-F238E27FC236}">
                <a16:creationId xmlns:a16="http://schemas.microsoft.com/office/drawing/2014/main" id="{4DE1ADAD-C84E-6E4A-9D25-2FD777D88854}"/>
              </a:ext>
            </a:extLst>
          </p:cNvPr>
          <p:cNvSpPr>
            <a:spLocks noGrp="1"/>
          </p:cNvSpPr>
          <p:nvPr>
            <p:ph sz="quarter" idx="46" hasCustomPrompt="1"/>
          </p:nvPr>
        </p:nvSpPr>
        <p:spPr>
          <a:xfrm>
            <a:off x="4699742" y="42862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9" name="Content Placeholder 3">
            <a:extLst>
              <a:ext uri="{FF2B5EF4-FFF2-40B4-BE49-F238E27FC236}">
                <a16:creationId xmlns:a16="http://schemas.microsoft.com/office/drawing/2014/main" id="{7197F90C-AE58-8E48-B323-07042998936C}"/>
              </a:ext>
            </a:extLst>
          </p:cNvPr>
          <p:cNvSpPr>
            <a:spLocks noGrp="1"/>
          </p:cNvSpPr>
          <p:nvPr>
            <p:ph sz="quarter" idx="47" hasCustomPrompt="1"/>
          </p:nvPr>
        </p:nvSpPr>
        <p:spPr>
          <a:xfrm>
            <a:off x="6814869"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0" name="Content Placeholder 3">
            <a:extLst>
              <a:ext uri="{FF2B5EF4-FFF2-40B4-BE49-F238E27FC236}">
                <a16:creationId xmlns:a16="http://schemas.microsoft.com/office/drawing/2014/main" id="{13C372DA-FFE1-D448-8D51-8D0F0B6B17AC}"/>
              </a:ext>
            </a:extLst>
          </p:cNvPr>
          <p:cNvSpPr>
            <a:spLocks noGrp="1"/>
          </p:cNvSpPr>
          <p:nvPr>
            <p:ph sz="quarter" idx="48" hasCustomPrompt="1"/>
          </p:nvPr>
        </p:nvSpPr>
        <p:spPr>
          <a:xfrm>
            <a:off x="6814869" y="46028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41" name="Content Placeholder 3">
            <a:extLst>
              <a:ext uri="{FF2B5EF4-FFF2-40B4-BE49-F238E27FC236}">
                <a16:creationId xmlns:a16="http://schemas.microsoft.com/office/drawing/2014/main" id="{5645AF05-D54C-0B40-B8DA-0087A584E8B0}"/>
              </a:ext>
            </a:extLst>
          </p:cNvPr>
          <p:cNvSpPr>
            <a:spLocks noGrp="1"/>
          </p:cNvSpPr>
          <p:nvPr>
            <p:ph sz="quarter" idx="49" hasCustomPrompt="1"/>
          </p:nvPr>
        </p:nvSpPr>
        <p:spPr>
          <a:xfrm>
            <a:off x="6814869" y="42862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Title 1">
            <a:extLst>
              <a:ext uri="{FF2B5EF4-FFF2-40B4-BE49-F238E27FC236}">
                <a16:creationId xmlns:a16="http://schemas.microsoft.com/office/drawing/2014/main" id="{510DEEC1-B7D0-2F46-82BD-5E91A5F3D6C5}"/>
              </a:ext>
            </a:extLst>
          </p:cNvPr>
          <p:cNvSpPr>
            <a:spLocks noGrp="1"/>
          </p:cNvSpPr>
          <p:nvPr>
            <p:ph type="title"/>
          </p:nvPr>
        </p:nvSpPr>
        <p:spPr>
          <a:xfrm>
            <a:off x="457200" y="590551"/>
            <a:ext cx="8305800" cy="468080"/>
          </a:xfrm>
          <a:prstGeom prst="rect">
            <a:avLst/>
          </a:prstGeom>
        </p:spPr>
        <p:txBody>
          <a:bodyPr anchor="t">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911262762"/>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p:cSld name="Img only: 8, caption (8 or less)">
    <p:spTree>
      <p:nvGrpSpPr>
        <p:cNvPr id="1" name=""/>
        <p:cNvGrpSpPr/>
        <p:nvPr/>
      </p:nvGrpSpPr>
      <p:grpSpPr>
        <a:xfrm>
          <a:off x="0" y="0"/>
          <a:ext cx="0" cy="0"/>
          <a:chOff x="0" y="0"/>
          <a:chExt cx="0" cy="0"/>
        </a:xfrm>
      </p:grpSpPr>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84615"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69488"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2584737"/>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2584737"/>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99742"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2584737"/>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14869"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2584737"/>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0" name="Content Placeholder 3">
            <a:extLst>
              <a:ext uri="{FF2B5EF4-FFF2-40B4-BE49-F238E27FC236}">
                <a16:creationId xmlns:a16="http://schemas.microsoft.com/office/drawing/2014/main" id="{B2312F08-5121-534F-93CC-985A6735DD08}"/>
              </a:ext>
            </a:extLst>
          </p:cNvPr>
          <p:cNvSpPr>
            <a:spLocks noGrp="1"/>
          </p:cNvSpPr>
          <p:nvPr>
            <p:ph sz="quarter" idx="38" hasCustomPrompt="1"/>
          </p:nvPr>
        </p:nvSpPr>
        <p:spPr>
          <a:xfrm>
            <a:off x="2584615"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31" name="Content Placeholder 3">
            <a:extLst>
              <a:ext uri="{FF2B5EF4-FFF2-40B4-BE49-F238E27FC236}">
                <a16:creationId xmlns:a16="http://schemas.microsoft.com/office/drawing/2014/main" id="{974D29D1-1450-7941-B469-59BBC46C78B1}"/>
              </a:ext>
            </a:extLst>
          </p:cNvPr>
          <p:cNvSpPr>
            <a:spLocks noGrp="1"/>
          </p:cNvSpPr>
          <p:nvPr>
            <p:ph sz="quarter" idx="39" hasCustomPrompt="1"/>
          </p:nvPr>
        </p:nvSpPr>
        <p:spPr>
          <a:xfrm>
            <a:off x="469488"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33" name="Content Placeholder 3">
            <a:extLst>
              <a:ext uri="{FF2B5EF4-FFF2-40B4-BE49-F238E27FC236}">
                <a16:creationId xmlns:a16="http://schemas.microsoft.com/office/drawing/2014/main" id="{91285B5C-A27F-B24C-9BAE-EE7BBF9E5029}"/>
              </a:ext>
            </a:extLst>
          </p:cNvPr>
          <p:cNvSpPr>
            <a:spLocks noGrp="1"/>
          </p:cNvSpPr>
          <p:nvPr>
            <p:ph sz="quarter" idx="41" hasCustomPrompt="1"/>
          </p:nvPr>
        </p:nvSpPr>
        <p:spPr>
          <a:xfrm>
            <a:off x="469488" y="4236356"/>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5" name="Content Placeholder 3">
            <a:extLst>
              <a:ext uri="{FF2B5EF4-FFF2-40B4-BE49-F238E27FC236}">
                <a16:creationId xmlns:a16="http://schemas.microsoft.com/office/drawing/2014/main" id="{091B1206-6B81-3F45-965D-E4AF980EFB15}"/>
              </a:ext>
            </a:extLst>
          </p:cNvPr>
          <p:cNvSpPr>
            <a:spLocks noGrp="1"/>
          </p:cNvSpPr>
          <p:nvPr>
            <p:ph sz="quarter" idx="43" hasCustomPrompt="1"/>
          </p:nvPr>
        </p:nvSpPr>
        <p:spPr>
          <a:xfrm>
            <a:off x="2584615" y="4236356"/>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6" name="Content Placeholder 3">
            <a:extLst>
              <a:ext uri="{FF2B5EF4-FFF2-40B4-BE49-F238E27FC236}">
                <a16:creationId xmlns:a16="http://schemas.microsoft.com/office/drawing/2014/main" id="{BE81E718-11C6-754D-867C-0BAB3EBDAF06}"/>
              </a:ext>
            </a:extLst>
          </p:cNvPr>
          <p:cNvSpPr>
            <a:spLocks noGrp="1"/>
          </p:cNvSpPr>
          <p:nvPr>
            <p:ph sz="quarter" idx="44" hasCustomPrompt="1"/>
          </p:nvPr>
        </p:nvSpPr>
        <p:spPr>
          <a:xfrm>
            <a:off x="4699742"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38" name="Content Placeholder 3">
            <a:extLst>
              <a:ext uri="{FF2B5EF4-FFF2-40B4-BE49-F238E27FC236}">
                <a16:creationId xmlns:a16="http://schemas.microsoft.com/office/drawing/2014/main" id="{4DE1ADAD-C84E-6E4A-9D25-2FD777D88854}"/>
              </a:ext>
            </a:extLst>
          </p:cNvPr>
          <p:cNvSpPr>
            <a:spLocks noGrp="1"/>
          </p:cNvSpPr>
          <p:nvPr>
            <p:ph sz="quarter" idx="46" hasCustomPrompt="1"/>
          </p:nvPr>
        </p:nvSpPr>
        <p:spPr>
          <a:xfrm>
            <a:off x="4699742" y="4236356"/>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9" name="Content Placeholder 3">
            <a:extLst>
              <a:ext uri="{FF2B5EF4-FFF2-40B4-BE49-F238E27FC236}">
                <a16:creationId xmlns:a16="http://schemas.microsoft.com/office/drawing/2014/main" id="{7197F90C-AE58-8E48-B323-07042998936C}"/>
              </a:ext>
            </a:extLst>
          </p:cNvPr>
          <p:cNvSpPr>
            <a:spLocks noGrp="1"/>
          </p:cNvSpPr>
          <p:nvPr>
            <p:ph sz="quarter" idx="47" hasCustomPrompt="1"/>
          </p:nvPr>
        </p:nvSpPr>
        <p:spPr>
          <a:xfrm>
            <a:off x="6814869"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1" name="Content Placeholder 3">
            <a:extLst>
              <a:ext uri="{FF2B5EF4-FFF2-40B4-BE49-F238E27FC236}">
                <a16:creationId xmlns:a16="http://schemas.microsoft.com/office/drawing/2014/main" id="{5645AF05-D54C-0B40-B8DA-0087A584E8B0}"/>
              </a:ext>
            </a:extLst>
          </p:cNvPr>
          <p:cNvSpPr>
            <a:spLocks noGrp="1"/>
          </p:cNvSpPr>
          <p:nvPr>
            <p:ph sz="quarter" idx="49" hasCustomPrompt="1"/>
          </p:nvPr>
        </p:nvSpPr>
        <p:spPr>
          <a:xfrm>
            <a:off x="6814869" y="4236356"/>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42" name="Title 1">
            <a:extLst>
              <a:ext uri="{FF2B5EF4-FFF2-40B4-BE49-F238E27FC236}">
                <a16:creationId xmlns:a16="http://schemas.microsoft.com/office/drawing/2014/main" id="{1185684B-7EB3-874B-85C2-74126A4C897C}"/>
              </a:ext>
            </a:extLst>
          </p:cNvPr>
          <p:cNvSpPr>
            <a:spLocks noGrp="1"/>
          </p:cNvSpPr>
          <p:nvPr>
            <p:ph type="title"/>
          </p:nvPr>
        </p:nvSpPr>
        <p:spPr>
          <a:xfrm>
            <a:off x="457200" y="590551"/>
            <a:ext cx="8305800" cy="468080"/>
          </a:xfrm>
          <a:prstGeom prst="rect">
            <a:avLst/>
          </a:prstGeom>
        </p:spPr>
        <p:txBody>
          <a:bodyPr anchor="t">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063651174"/>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p:cSld name="Img only: 10, captions (10 or less)">
    <p:spTree>
      <p:nvGrpSpPr>
        <p:cNvPr id="1" name=""/>
        <p:cNvGrpSpPr/>
        <p:nvPr/>
      </p:nvGrpSpPr>
      <p:grpSpPr>
        <a:xfrm>
          <a:off x="0" y="0"/>
          <a:ext cx="0" cy="0"/>
          <a:chOff x="0" y="0"/>
          <a:chExt cx="0" cy="0"/>
        </a:xfrm>
      </p:grpSpPr>
      <p:sp>
        <p:nvSpPr>
          <p:cNvPr id="34" name="Content Placeholder 3">
            <a:extLst>
              <a:ext uri="{FF2B5EF4-FFF2-40B4-BE49-F238E27FC236}">
                <a16:creationId xmlns:a16="http://schemas.microsoft.com/office/drawing/2014/main" id="{0FD1A557-27D3-3444-B648-617B453087D1}"/>
              </a:ext>
            </a:extLst>
          </p:cNvPr>
          <p:cNvSpPr>
            <a:spLocks noGrp="1"/>
          </p:cNvSpPr>
          <p:nvPr>
            <p:ph sz="quarter" idx="21" hasCustomPrompt="1"/>
          </p:nvPr>
        </p:nvSpPr>
        <p:spPr>
          <a:xfrm>
            <a:off x="4572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if using the solid background</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Align text center if white </a:t>
            </a:r>
            <a:r>
              <a:rPr lang="en-US" dirty="0" err="1"/>
              <a:t>bkgnd</a:t>
            </a:r>
            <a:endParaRPr lang="en-US" dirty="0"/>
          </a:p>
        </p:txBody>
      </p:sp>
      <p:sp>
        <p:nvSpPr>
          <p:cNvPr id="42" name="Title 1">
            <a:extLst>
              <a:ext uri="{FF2B5EF4-FFF2-40B4-BE49-F238E27FC236}">
                <a16:creationId xmlns:a16="http://schemas.microsoft.com/office/drawing/2014/main" id="{1185684B-7EB3-874B-85C2-74126A4C897C}"/>
              </a:ext>
            </a:extLst>
          </p:cNvPr>
          <p:cNvSpPr>
            <a:spLocks noGrp="1"/>
          </p:cNvSpPr>
          <p:nvPr>
            <p:ph type="title"/>
          </p:nvPr>
        </p:nvSpPr>
        <p:spPr>
          <a:xfrm>
            <a:off x="457200" y="590551"/>
            <a:ext cx="8305800" cy="468080"/>
          </a:xfrm>
          <a:prstGeom prst="rect">
            <a:avLst/>
          </a:prstGeom>
        </p:spPr>
        <p:txBody>
          <a:bodyPr anchor="t">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45" name="Content Placeholder 3">
            <a:extLst>
              <a:ext uri="{FF2B5EF4-FFF2-40B4-BE49-F238E27FC236}">
                <a16:creationId xmlns:a16="http://schemas.microsoft.com/office/drawing/2014/main" id="{514E8FA2-B67C-DF44-869F-B67F8CB3460A}"/>
              </a:ext>
            </a:extLst>
          </p:cNvPr>
          <p:cNvSpPr>
            <a:spLocks noGrp="1"/>
          </p:cNvSpPr>
          <p:nvPr>
            <p:ph sz="quarter" idx="22" hasCustomPrompt="1"/>
          </p:nvPr>
        </p:nvSpPr>
        <p:spPr>
          <a:xfrm>
            <a:off x="21336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Add the background blue color to all if you have transparent images</a:t>
            </a:r>
          </a:p>
        </p:txBody>
      </p:sp>
      <p:sp>
        <p:nvSpPr>
          <p:cNvPr id="47" name="Content Placeholder 3">
            <a:extLst>
              <a:ext uri="{FF2B5EF4-FFF2-40B4-BE49-F238E27FC236}">
                <a16:creationId xmlns:a16="http://schemas.microsoft.com/office/drawing/2014/main" id="{EEB8B18F-4FBC-9140-90B6-A0CDF8BE3AEB}"/>
              </a:ext>
            </a:extLst>
          </p:cNvPr>
          <p:cNvSpPr>
            <a:spLocks noGrp="1"/>
          </p:cNvSpPr>
          <p:nvPr>
            <p:ph sz="quarter" idx="23" hasCustomPrompt="1"/>
          </p:nvPr>
        </p:nvSpPr>
        <p:spPr>
          <a:xfrm>
            <a:off x="21336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Align text left if solid background</a:t>
            </a:r>
          </a:p>
        </p:txBody>
      </p:sp>
      <p:sp>
        <p:nvSpPr>
          <p:cNvPr id="48" name="Content Placeholder 3">
            <a:extLst>
              <a:ext uri="{FF2B5EF4-FFF2-40B4-BE49-F238E27FC236}">
                <a16:creationId xmlns:a16="http://schemas.microsoft.com/office/drawing/2014/main" id="{4BEB108C-4568-064F-8ABF-CCC569AEA8F0}"/>
              </a:ext>
            </a:extLst>
          </p:cNvPr>
          <p:cNvSpPr>
            <a:spLocks noGrp="1"/>
          </p:cNvSpPr>
          <p:nvPr>
            <p:ph sz="quarter" idx="24" hasCustomPrompt="1"/>
          </p:nvPr>
        </p:nvSpPr>
        <p:spPr>
          <a:xfrm>
            <a:off x="38100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Use the outline only if you don’t have transparent backgrounds</a:t>
            </a:r>
          </a:p>
        </p:txBody>
      </p:sp>
      <p:sp>
        <p:nvSpPr>
          <p:cNvPr id="49" name="Content Placeholder 3">
            <a:extLst>
              <a:ext uri="{FF2B5EF4-FFF2-40B4-BE49-F238E27FC236}">
                <a16:creationId xmlns:a16="http://schemas.microsoft.com/office/drawing/2014/main" id="{88783318-437C-BF4F-AE11-0130FCABA632}"/>
              </a:ext>
            </a:extLst>
          </p:cNvPr>
          <p:cNvSpPr>
            <a:spLocks noGrp="1"/>
          </p:cNvSpPr>
          <p:nvPr>
            <p:ph sz="quarter" idx="25" hasCustomPrompt="1"/>
          </p:nvPr>
        </p:nvSpPr>
        <p:spPr>
          <a:xfrm>
            <a:off x="38100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Captions no longer than 2 lines</a:t>
            </a:r>
          </a:p>
        </p:txBody>
      </p:sp>
      <p:sp>
        <p:nvSpPr>
          <p:cNvPr id="50" name="Content Placeholder 3">
            <a:extLst>
              <a:ext uri="{FF2B5EF4-FFF2-40B4-BE49-F238E27FC236}">
                <a16:creationId xmlns:a16="http://schemas.microsoft.com/office/drawing/2014/main" id="{60D69093-5942-2F4A-837D-D5627B649387}"/>
              </a:ext>
            </a:extLst>
          </p:cNvPr>
          <p:cNvSpPr>
            <a:spLocks noGrp="1"/>
          </p:cNvSpPr>
          <p:nvPr>
            <p:ph sz="quarter" idx="26" hasCustomPrompt="1"/>
          </p:nvPr>
        </p:nvSpPr>
        <p:spPr>
          <a:xfrm>
            <a:off x="54864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1" name="Content Placeholder 3">
            <a:extLst>
              <a:ext uri="{FF2B5EF4-FFF2-40B4-BE49-F238E27FC236}">
                <a16:creationId xmlns:a16="http://schemas.microsoft.com/office/drawing/2014/main" id="{D262EF29-B002-F444-BB27-3AE712302E15}"/>
              </a:ext>
            </a:extLst>
          </p:cNvPr>
          <p:cNvSpPr>
            <a:spLocks noGrp="1"/>
          </p:cNvSpPr>
          <p:nvPr>
            <p:ph sz="quarter" idx="27" hasCustomPrompt="1"/>
          </p:nvPr>
        </p:nvSpPr>
        <p:spPr>
          <a:xfrm>
            <a:off x="54864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2" name="Content Placeholder 3">
            <a:extLst>
              <a:ext uri="{FF2B5EF4-FFF2-40B4-BE49-F238E27FC236}">
                <a16:creationId xmlns:a16="http://schemas.microsoft.com/office/drawing/2014/main" id="{128656FA-B401-3D45-B9B6-8B5FF8CED57B}"/>
              </a:ext>
            </a:extLst>
          </p:cNvPr>
          <p:cNvSpPr>
            <a:spLocks noGrp="1"/>
          </p:cNvSpPr>
          <p:nvPr>
            <p:ph sz="quarter" idx="28" hasCustomPrompt="1"/>
          </p:nvPr>
        </p:nvSpPr>
        <p:spPr>
          <a:xfrm>
            <a:off x="71628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3" name="Content Placeholder 3">
            <a:extLst>
              <a:ext uri="{FF2B5EF4-FFF2-40B4-BE49-F238E27FC236}">
                <a16:creationId xmlns:a16="http://schemas.microsoft.com/office/drawing/2014/main" id="{7CB89430-A3A0-A641-8787-A7AE6F29A8A6}"/>
              </a:ext>
            </a:extLst>
          </p:cNvPr>
          <p:cNvSpPr>
            <a:spLocks noGrp="1"/>
          </p:cNvSpPr>
          <p:nvPr>
            <p:ph sz="quarter" idx="29" hasCustomPrompt="1"/>
          </p:nvPr>
        </p:nvSpPr>
        <p:spPr>
          <a:xfrm>
            <a:off x="71628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4" name="Content Placeholder 3">
            <a:extLst>
              <a:ext uri="{FF2B5EF4-FFF2-40B4-BE49-F238E27FC236}">
                <a16:creationId xmlns:a16="http://schemas.microsoft.com/office/drawing/2014/main" id="{7571DCA7-594E-494F-AADE-BC41B66BBFCE}"/>
              </a:ext>
            </a:extLst>
          </p:cNvPr>
          <p:cNvSpPr>
            <a:spLocks noGrp="1"/>
          </p:cNvSpPr>
          <p:nvPr>
            <p:ph sz="quarter" idx="30" hasCustomPrompt="1"/>
          </p:nvPr>
        </p:nvSpPr>
        <p:spPr>
          <a:xfrm>
            <a:off x="4572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a:t>image </a:t>
            </a:r>
            <a:r>
              <a:rPr lang="en-US" dirty="0"/>
              <a:t>ONLY</a:t>
            </a:r>
          </a:p>
        </p:txBody>
      </p:sp>
      <p:sp>
        <p:nvSpPr>
          <p:cNvPr id="55" name="Content Placeholder 3">
            <a:extLst>
              <a:ext uri="{FF2B5EF4-FFF2-40B4-BE49-F238E27FC236}">
                <a16:creationId xmlns:a16="http://schemas.microsoft.com/office/drawing/2014/main" id="{BB5159A4-78B1-4544-A0AB-77A77FFECA21}"/>
              </a:ext>
            </a:extLst>
          </p:cNvPr>
          <p:cNvSpPr>
            <a:spLocks noGrp="1"/>
          </p:cNvSpPr>
          <p:nvPr>
            <p:ph sz="quarter" idx="31" hasCustomPrompt="1"/>
          </p:nvPr>
        </p:nvSpPr>
        <p:spPr>
          <a:xfrm>
            <a:off x="4572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6" name="Content Placeholder 3">
            <a:extLst>
              <a:ext uri="{FF2B5EF4-FFF2-40B4-BE49-F238E27FC236}">
                <a16:creationId xmlns:a16="http://schemas.microsoft.com/office/drawing/2014/main" id="{DC3FBC57-26A1-A840-9EB7-BB175D4D6B92}"/>
              </a:ext>
            </a:extLst>
          </p:cNvPr>
          <p:cNvSpPr>
            <a:spLocks noGrp="1"/>
          </p:cNvSpPr>
          <p:nvPr>
            <p:ph sz="quarter" idx="32" hasCustomPrompt="1"/>
          </p:nvPr>
        </p:nvSpPr>
        <p:spPr>
          <a:xfrm>
            <a:off x="21336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7" name="Content Placeholder 3">
            <a:extLst>
              <a:ext uri="{FF2B5EF4-FFF2-40B4-BE49-F238E27FC236}">
                <a16:creationId xmlns:a16="http://schemas.microsoft.com/office/drawing/2014/main" id="{142B5D21-DDD3-FF4B-8CA6-EE386537D307}"/>
              </a:ext>
            </a:extLst>
          </p:cNvPr>
          <p:cNvSpPr>
            <a:spLocks noGrp="1"/>
          </p:cNvSpPr>
          <p:nvPr>
            <p:ph sz="quarter" idx="33" hasCustomPrompt="1"/>
          </p:nvPr>
        </p:nvSpPr>
        <p:spPr>
          <a:xfrm>
            <a:off x="21336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8" name="Content Placeholder 3">
            <a:extLst>
              <a:ext uri="{FF2B5EF4-FFF2-40B4-BE49-F238E27FC236}">
                <a16:creationId xmlns:a16="http://schemas.microsoft.com/office/drawing/2014/main" id="{3962A4AF-E295-3441-A76C-0DC350D83F13}"/>
              </a:ext>
            </a:extLst>
          </p:cNvPr>
          <p:cNvSpPr>
            <a:spLocks noGrp="1"/>
          </p:cNvSpPr>
          <p:nvPr>
            <p:ph sz="quarter" idx="34" hasCustomPrompt="1"/>
          </p:nvPr>
        </p:nvSpPr>
        <p:spPr>
          <a:xfrm>
            <a:off x="38100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9" name="Content Placeholder 3">
            <a:extLst>
              <a:ext uri="{FF2B5EF4-FFF2-40B4-BE49-F238E27FC236}">
                <a16:creationId xmlns:a16="http://schemas.microsoft.com/office/drawing/2014/main" id="{44D1F572-C9BC-C747-B6B3-2A807FEB5291}"/>
              </a:ext>
            </a:extLst>
          </p:cNvPr>
          <p:cNvSpPr>
            <a:spLocks noGrp="1"/>
          </p:cNvSpPr>
          <p:nvPr>
            <p:ph sz="quarter" idx="35" hasCustomPrompt="1"/>
          </p:nvPr>
        </p:nvSpPr>
        <p:spPr>
          <a:xfrm>
            <a:off x="38100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60" name="Content Placeholder 3">
            <a:extLst>
              <a:ext uri="{FF2B5EF4-FFF2-40B4-BE49-F238E27FC236}">
                <a16:creationId xmlns:a16="http://schemas.microsoft.com/office/drawing/2014/main" id="{2409BE41-66D2-E94C-930C-A5210EB04806}"/>
              </a:ext>
            </a:extLst>
          </p:cNvPr>
          <p:cNvSpPr>
            <a:spLocks noGrp="1"/>
          </p:cNvSpPr>
          <p:nvPr>
            <p:ph sz="quarter" idx="36" hasCustomPrompt="1"/>
          </p:nvPr>
        </p:nvSpPr>
        <p:spPr>
          <a:xfrm>
            <a:off x="54864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61" name="Content Placeholder 3">
            <a:extLst>
              <a:ext uri="{FF2B5EF4-FFF2-40B4-BE49-F238E27FC236}">
                <a16:creationId xmlns:a16="http://schemas.microsoft.com/office/drawing/2014/main" id="{9D1114D4-21D7-6C45-A75F-B799CEFEC867}"/>
              </a:ext>
            </a:extLst>
          </p:cNvPr>
          <p:cNvSpPr>
            <a:spLocks noGrp="1"/>
          </p:cNvSpPr>
          <p:nvPr>
            <p:ph sz="quarter" idx="37" hasCustomPrompt="1"/>
          </p:nvPr>
        </p:nvSpPr>
        <p:spPr>
          <a:xfrm>
            <a:off x="54864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62" name="Content Placeholder 3">
            <a:extLst>
              <a:ext uri="{FF2B5EF4-FFF2-40B4-BE49-F238E27FC236}">
                <a16:creationId xmlns:a16="http://schemas.microsoft.com/office/drawing/2014/main" id="{8E981D74-E025-3D41-A194-C0AAB855B2E6}"/>
              </a:ext>
            </a:extLst>
          </p:cNvPr>
          <p:cNvSpPr>
            <a:spLocks noGrp="1"/>
          </p:cNvSpPr>
          <p:nvPr>
            <p:ph sz="quarter" idx="38" hasCustomPrompt="1"/>
          </p:nvPr>
        </p:nvSpPr>
        <p:spPr>
          <a:xfrm>
            <a:off x="71628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63" name="Content Placeholder 3">
            <a:extLst>
              <a:ext uri="{FF2B5EF4-FFF2-40B4-BE49-F238E27FC236}">
                <a16:creationId xmlns:a16="http://schemas.microsoft.com/office/drawing/2014/main" id="{1F7A6889-59BF-2444-AFE7-CB86FC91D044}"/>
              </a:ext>
            </a:extLst>
          </p:cNvPr>
          <p:cNvSpPr>
            <a:spLocks noGrp="1"/>
          </p:cNvSpPr>
          <p:nvPr>
            <p:ph sz="quarter" idx="39" hasCustomPrompt="1"/>
          </p:nvPr>
        </p:nvSpPr>
        <p:spPr>
          <a:xfrm>
            <a:off x="71628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Tree>
    <p:extLst>
      <p:ext uri="{BB962C8B-B14F-4D97-AF65-F5344CB8AC3E}">
        <p14:creationId xmlns:p14="http://schemas.microsoft.com/office/powerpoint/2010/main" val="3592239727"/>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p:cSld name="Product Suit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0FF29D-1BAB-7543-94B2-94A2EE9B9978}"/>
              </a:ext>
            </a:extLst>
          </p:cNvPr>
          <p:cNvPicPr>
            <a:picLocks noChangeAspect="1"/>
          </p:cNvPicPr>
          <p:nvPr/>
        </p:nvPicPr>
        <p:blipFill>
          <a:blip r:embed="rId2"/>
          <a:srcRect/>
          <a:stretch/>
        </p:blipFill>
        <p:spPr>
          <a:xfrm>
            <a:off x="0" y="0"/>
            <a:ext cx="9144000" cy="5143500"/>
          </a:xfrm>
          <a:prstGeom prst="rect">
            <a:avLst/>
          </a:prstGeom>
        </p:spPr>
      </p:pic>
      <p:pic>
        <p:nvPicPr>
          <p:cNvPr id="4" name="Picture 3">
            <a:extLst>
              <a:ext uri="{FF2B5EF4-FFF2-40B4-BE49-F238E27FC236}">
                <a16:creationId xmlns:a16="http://schemas.microsoft.com/office/drawing/2014/main" id="{400B11BC-CE70-581A-5CB6-6ED1E2A55764}"/>
              </a:ext>
            </a:extLst>
          </p:cNvPr>
          <p:cNvPicPr>
            <a:picLocks noChangeAspect="1"/>
          </p:cNvPicPr>
          <p:nvPr/>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2818303797"/>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p:cSld name="Model Manager - 0 full">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p:nvPicPr>
        <p:blipFill>
          <a:blip r:embed="rId2"/>
          <a:srcRect/>
          <a:stretch/>
        </p:blipFill>
        <p:spPr>
          <a:xfrm>
            <a:off x="152400" y="0"/>
            <a:ext cx="5143500" cy="5143500"/>
          </a:xfrm>
          <a:prstGeom prst="rect">
            <a:avLst/>
          </a:prstGeom>
        </p:spPr>
      </p:pic>
      <p:sp>
        <p:nvSpPr>
          <p:cNvPr id="7" name="Rectangle 6">
            <a:extLst>
              <a:ext uri="{FF2B5EF4-FFF2-40B4-BE49-F238E27FC236}">
                <a16:creationId xmlns:a16="http://schemas.microsoft.com/office/drawing/2014/main" id="{79B35A2B-3F91-F715-8A41-175368511CFF}"/>
              </a:ext>
            </a:extLst>
          </p:cNvPr>
          <p:cNvSpPr/>
          <p:nvPr/>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8" name="Picture 7">
            <a:extLst>
              <a:ext uri="{FF2B5EF4-FFF2-40B4-BE49-F238E27FC236}">
                <a16:creationId xmlns:a16="http://schemas.microsoft.com/office/drawing/2014/main" id="{C91CD130-AB09-2498-165B-18BD3493967C}"/>
              </a:ext>
            </a:extLst>
          </p:cNvPr>
          <p:cNvPicPr>
            <a:picLocks noChangeAspect="1"/>
          </p:cNvPicPr>
          <p:nvPr/>
        </p:nvPicPr>
        <p:blipFill>
          <a:blip r:embed="rId2"/>
          <a:srcRect/>
          <a:stretch/>
        </p:blipFill>
        <p:spPr>
          <a:xfrm>
            <a:off x="152400" y="0"/>
            <a:ext cx="5143500" cy="5143500"/>
          </a:xfrm>
          <a:prstGeom prst="rect">
            <a:avLst/>
          </a:prstGeom>
        </p:spPr>
      </p:pic>
    </p:spTree>
    <p:extLst>
      <p:ext uri="{BB962C8B-B14F-4D97-AF65-F5344CB8AC3E}">
        <p14:creationId xmlns:p14="http://schemas.microsoft.com/office/powerpoint/2010/main" val="1315168019"/>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p:cSld name="Model Manager - 1 Model Engine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p:nvPicPr>
        <p:blipFill>
          <a:blip r:embed="rId2"/>
          <a:srcRect/>
          <a:stretch/>
        </p:blipFill>
        <p:spPr>
          <a:xfrm>
            <a:off x="152400" y="0"/>
            <a:ext cx="5143500" cy="5143500"/>
          </a:xfrm>
          <a:prstGeom prst="rect">
            <a:avLst/>
          </a:prstGeom>
        </p:spPr>
      </p:pic>
      <p:sp>
        <p:nvSpPr>
          <p:cNvPr id="7" name="Rectangle 6">
            <a:extLst>
              <a:ext uri="{FF2B5EF4-FFF2-40B4-BE49-F238E27FC236}">
                <a16:creationId xmlns:a16="http://schemas.microsoft.com/office/drawing/2014/main" id="{8503EE33-9A45-522C-374A-1210234F0A7C}"/>
              </a:ext>
            </a:extLst>
          </p:cNvPr>
          <p:cNvSpPr/>
          <p:nvPr/>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8" name="Picture 7">
            <a:extLst>
              <a:ext uri="{FF2B5EF4-FFF2-40B4-BE49-F238E27FC236}">
                <a16:creationId xmlns:a16="http://schemas.microsoft.com/office/drawing/2014/main" id="{B51CAC37-0678-A8E6-4042-1BD2D82CAF74}"/>
              </a:ext>
            </a:extLst>
          </p:cNvPr>
          <p:cNvPicPr>
            <a:picLocks noChangeAspect="1"/>
          </p:cNvPicPr>
          <p:nvPr/>
        </p:nvPicPr>
        <p:blipFill>
          <a:blip r:embed="rId2"/>
          <a:srcRect/>
          <a:stretch/>
        </p:blipFill>
        <p:spPr>
          <a:xfrm>
            <a:off x="152400" y="0"/>
            <a:ext cx="5143500" cy="5143500"/>
          </a:xfrm>
          <a:prstGeom prst="rect">
            <a:avLst/>
          </a:prstGeom>
        </p:spPr>
      </p:pic>
    </p:spTree>
    <p:extLst>
      <p:ext uri="{BB962C8B-B14F-4D97-AF65-F5344CB8AC3E}">
        <p14:creationId xmlns:p14="http://schemas.microsoft.com/office/powerpoint/2010/main" val="3748101349"/>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p:cSld name="Model Manager - 2 Model to Design Engineer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p:nvPicPr>
        <p:blipFill>
          <a:blip r:embed="rId2"/>
          <a:srcRect/>
          <a:stretch/>
        </p:blipFill>
        <p:spPr>
          <a:xfrm>
            <a:off x="152400" y="0"/>
            <a:ext cx="5143500" cy="5143500"/>
          </a:xfrm>
          <a:prstGeom prst="rect">
            <a:avLst/>
          </a:prstGeom>
        </p:spPr>
      </p:pic>
      <p:sp>
        <p:nvSpPr>
          <p:cNvPr id="7" name="Rectangle 6">
            <a:extLst>
              <a:ext uri="{FF2B5EF4-FFF2-40B4-BE49-F238E27FC236}">
                <a16:creationId xmlns:a16="http://schemas.microsoft.com/office/drawing/2014/main" id="{2B345BCE-0DEC-EA82-F014-C1820651D1D7}"/>
              </a:ext>
            </a:extLst>
          </p:cNvPr>
          <p:cNvSpPr/>
          <p:nvPr/>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8" name="Picture 7">
            <a:extLst>
              <a:ext uri="{FF2B5EF4-FFF2-40B4-BE49-F238E27FC236}">
                <a16:creationId xmlns:a16="http://schemas.microsoft.com/office/drawing/2014/main" id="{962D6638-D2BB-3B94-84F5-0E5F4419FBDB}"/>
              </a:ext>
            </a:extLst>
          </p:cNvPr>
          <p:cNvPicPr>
            <a:picLocks noChangeAspect="1"/>
          </p:cNvPicPr>
          <p:nvPr/>
        </p:nvPicPr>
        <p:blipFill>
          <a:blip r:embed="rId2"/>
          <a:srcRect/>
          <a:stretch/>
        </p:blipFill>
        <p:spPr>
          <a:xfrm>
            <a:off x="152400" y="0"/>
            <a:ext cx="5143500" cy="5143500"/>
          </a:xfrm>
          <a:prstGeom prst="rect">
            <a:avLst/>
          </a:prstGeom>
        </p:spPr>
      </p:pic>
    </p:spTree>
    <p:extLst>
      <p:ext uri="{BB962C8B-B14F-4D97-AF65-F5344CB8AC3E}">
        <p14:creationId xmlns:p14="http://schemas.microsoft.com/office/powerpoint/2010/main" val="2736745931"/>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p:cSld name="Model Manager - 3 Design Engineers to Operator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p:nvPicPr>
        <p:blipFill>
          <a:blip r:embed="rId2"/>
          <a:srcRect/>
          <a:stretch/>
        </p:blipFill>
        <p:spPr>
          <a:xfrm>
            <a:off x="152400" y="0"/>
            <a:ext cx="5143500" cy="5143500"/>
          </a:xfrm>
          <a:prstGeom prst="rect">
            <a:avLst/>
          </a:prstGeom>
        </p:spPr>
      </p:pic>
      <p:sp>
        <p:nvSpPr>
          <p:cNvPr id="7" name="Rectangle 6">
            <a:extLst>
              <a:ext uri="{FF2B5EF4-FFF2-40B4-BE49-F238E27FC236}">
                <a16:creationId xmlns:a16="http://schemas.microsoft.com/office/drawing/2014/main" id="{A76BD633-DA0F-3ACE-5FBD-6A7FE07A2855}"/>
              </a:ext>
            </a:extLst>
          </p:cNvPr>
          <p:cNvSpPr/>
          <p:nvPr/>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8" name="Picture 7">
            <a:extLst>
              <a:ext uri="{FF2B5EF4-FFF2-40B4-BE49-F238E27FC236}">
                <a16:creationId xmlns:a16="http://schemas.microsoft.com/office/drawing/2014/main" id="{88846AA1-F8EF-9BF9-EAF2-744EAC09E76C}"/>
              </a:ext>
            </a:extLst>
          </p:cNvPr>
          <p:cNvPicPr>
            <a:picLocks noChangeAspect="1"/>
          </p:cNvPicPr>
          <p:nvPr/>
        </p:nvPicPr>
        <p:blipFill>
          <a:blip r:embed="rId2"/>
          <a:srcRect/>
          <a:stretch/>
        </p:blipFill>
        <p:spPr>
          <a:xfrm>
            <a:off x="152400" y="0"/>
            <a:ext cx="5143500" cy="5143500"/>
          </a:xfrm>
          <a:prstGeom prst="rect">
            <a:avLst/>
          </a:prstGeom>
        </p:spPr>
      </p:pic>
    </p:spTree>
    <p:extLst>
      <p:ext uri="{BB962C8B-B14F-4D97-AF65-F5344CB8AC3E}">
        <p14:creationId xmlns:p14="http://schemas.microsoft.com/office/powerpoint/2010/main" val="3690447079"/>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p:cSld name="CTA: Contact U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438236-E9A1-5845-B207-CB91FAB12DBD}"/>
              </a:ext>
            </a:extLst>
          </p:cNvPr>
          <p:cNvPicPr>
            <a:picLocks noChangeAspect="1"/>
          </p:cNvPicPr>
          <p:nvPr/>
        </p:nvPicPr>
        <p:blipFill>
          <a:blip r:embed="rId2"/>
          <a:srcRect/>
          <a:stretch/>
        </p:blipFill>
        <p:spPr>
          <a:xfrm>
            <a:off x="0" y="0"/>
            <a:ext cx="9144000" cy="5143500"/>
          </a:xfrm>
          <a:prstGeom prst="rect">
            <a:avLst/>
          </a:prstGeom>
        </p:spPr>
      </p:pic>
      <p:sp>
        <p:nvSpPr>
          <p:cNvPr id="7" name="Content Placeholder 2">
            <a:extLst>
              <a:ext uri="{FF2B5EF4-FFF2-40B4-BE49-F238E27FC236}">
                <a16:creationId xmlns:a16="http://schemas.microsoft.com/office/drawing/2014/main" id="{FC4E7365-D38C-47DC-98CE-EFDE9B5AA7FB}"/>
              </a:ext>
            </a:extLst>
          </p:cNvPr>
          <p:cNvSpPr>
            <a:spLocks noGrp="1"/>
          </p:cNvSpPr>
          <p:nvPr>
            <p:ph idx="1" hasCustomPrompt="1"/>
          </p:nvPr>
        </p:nvSpPr>
        <p:spPr>
          <a:xfrm>
            <a:off x="304800" y="4469786"/>
            <a:ext cx="2133600" cy="923925"/>
          </a:xfrm>
          <a:prstGeom prst="rect">
            <a:avLst/>
          </a:prstGeom>
        </p:spPr>
        <p:txBody>
          <a:bodyPr>
            <a:normAutofit/>
          </a:bodyPr>
          <a:lstStyle>
            <a:lvl1pPr marL="0" indent="0">
              <a:spcBef>
                <a:spcPts val="100"/>
              </a:spcBef>
              <a:buNone/>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Add your country “</a:t>
            </a:r>
            <a:r>
              <a:rPr lang="en-US" dirty="0" err="1"/>
              <a:t>comsol.com</a:t>
            </a:r>
            <a:r>
              <a:rPr lang="en-US" dirty="0"/>
              <a:t>/contact” link here</a:t>
            </a:r>
          </a:p>
        </p:txBody>
      </p:sp>
      <p:sp>
        <p:nvSpPr>
          <p:cNvPr id="5" name="TextBox 4">
            <a:extLst>
              <a:ext uri="{FF2B5EF4-FFF2-40B4-BE49-F238E27FC236}">
                <a16:creationId xmlns:a16="http://schemas.microsoft.com/office/drawing/2014/main" id="{CC2B2EF8-F126-9449-AF26-554461030ADD}"/>
              </a:ext>
            </a:extLst>
          </p:cNvPr>
          <p:cNvSpPr txBox="1"/>
          <p:nvPr/>
        </p:nvSpPr>
        <p:spPr>
          <a:xfrm>
            <a:off x="304800" y="4019551"/>
            <a:ext cx="2514600" cy="461665"/>
          </a:xfrm>
          <a:prstGeom prst="rect">
            <a:avLst/>
          </a:prstGeom>
          <a:noFill/>
        </p:spPr>
        <p:txBody>
          <a:bodyPr wrap="square" lIns="0" rtlCol="0">
            <a:spAutoFit/>
          </a:bodyPr>
          <a:lstStyle/>
          <a:p>
            <a:r>
              <a:rPr lang="en-US" sz="2400" b="1" i="0" dirty="0">
                <a:solidFill>
                  <a:schemeClr val="accent1"/>
                </a:solidFill>
                <a:latin typeface="Lato" panose="020F0502020204030203" pitchFamily="34" charset="77"/>
              </a:rPr>
              <a:t>Contact Us</a:t>
            </a:r>
          </a:p>
        </p:txBody>
      </p:sp>
      <p:pic>
        <p:nvPicPr>
          <p:cNvPr id="6" name="Picture 5">
            <a:extLst>
              <a:ext uri="{FF2B5EF4-FFF2-40B4-BE49-F238E27FC236}">
                <a16:creationId xmlns:a16="http://schemas.microsoft.com/office/drawing/2014/main" id="{03B08CE7-EBF3-B8B1-BF3D-C5422349FD8A}"/>
              </a:ext>
            </a:extLst>
          </p:cNvPr>
          <p:cNvPicPr>
            <a:picLocks noChangeAspect="1"/>
          </p:cNvPicPr>
          <p:nvPr/>
        </p:nvPicPr>
        <p:blipFill>
          <a:blip r:embed="rId2"/>
          <a:src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5842DA33-1732-395A-C559-52C5111DA114}"/>
              </a:ext>
            </a:extLst>
          </p:cNvPr>
          <p:cNvSpPr txBox="1"/>
          <p:nvPr/>
        </p:nvSpPr>
        <p:spPr>
          <a:xfrm>
            <a:off x="304800" y="4019551"/>
            <a:ext cx="2514600" cy="461665"/>
          </a:xfrm>
          <a:prstGeom prst="rect">
            <a:avLst/>
          </a:prstGeom>
          <a:noFill/>
        </p:spPr>
        <p:txBody>
          <a:bodyPr wrap="square" lIns="0" rtlCol="0">
            <a:spAutoFit/>
          </a:bodyPr>
          <a:lstStyle/>
          <a:p>
            <a:r>
              <a:rPr lang="en-US" sz="2400" b="1" i="0" dirty="0">
                <a:solidFill>
                  <a:schemeClr val="accent1"/>
                </a:solidFill>
                <a:latin typeface="Lato" panose="020F0502020204030203" pitchFamily="34" charset="77"/>
              </a:rPr>
              <a:t>Contact Us</a:t>
            </a:r>
          </a:p>
        </p:txBody>
      </p:sp>
      <p:pic>
        <p:nvPicPr>
          <p:cNvPr id="2" name="Picture 1">
            <a:extLst>
              <a:ext uri="{FF2B5EF4-FFF2-40B4-BE49-F238E27FC236}">
                <a16:creationId xmlns:a16="http://schemas.microsoft.com/office/drawing/2014/main" id="{116673D0-C8A2-61AF-F54F-CEDD82643940}"/>
              </a:ext>
            </a:extLst>
          </p:cNvPr>
          <p:cNvPicPr>
            <a:picLocks noChangeAspect="1"/>
          </p:cNvPicPr>
          <p:nvPr userDrawn="1"/>
        </p:nvPicPr>
        <p:blipFill>
          <a:blip r:embed="rId2"/>
          <a:srcRect/>
          <a:stretch/>
        </p:blipFill>
        <p:spPr>
          <a:xfrm>
            <a:off x="0" y="0"/>
            <a:ext cx="9144000" cy="5143500"/>
          </a:xfrm>
          <a:prstGeom prst="rect">
            <a:avLst/>
          </a:prstGeom>
        </p:spPr>
      </p:pic>
      <p:sp>
        <p:nvSpPr>
          <p:cNvPr id="3" name="TextBox 2">
            <a:extLst>
              <a:ext uri="{FF2B5EF4-FFF2-40B4-BE49-F238E27FC236}">
                <a16:creationId xmlns:a16="http://schemas.microsoft.com/office/drawing/2014/main" id="{354B337E-809E-5FCC-D096-0A8EAAE0C0DC}"/>
              </a:ext>
            </a:extLst>
          </p:cNvPr>
          <p:cNvSpPr txBox="1"/>
          <p:nvPr userDrawn="1"/>
        </p:nvSpPr>
        <p:spPr>
          <a:xfrm>
            <a:off x="304800" y="4019550"/>
            <a:ext cx="2514600" cy="461665"/>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a:t>
            </a:r>
          </a:p>
        </p:txBody>
      </p:sp>
    </p:spTree>
    <p:extLst>
      <p:ext uri="{BB962C8B-B14F-4D97-AF65-F5344CB8AC3E}">
        <p14:creationId xmlns:p14="http://schemas.microsoft.com/office/powerpoint/2010/main" val="3980771419"/>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p:cSld name="CTA: Live Dem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45252-8BBC-184E-9C41-612C8DD63D73}"/>
              </a:ext>
            </a:extLst>
          </p:cNvPr>
          <p:cNvPicPr>
            <a:picLocks noChangeAspect="1"/>
          </p:cNvPicPr>
          <p:nvPr/>
        </p:nvPicPr>
        <p:blipFill>
          <a:blip r:embed="rId2"/>
          <a:src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4267200" y="1428751"/>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 for a Live Demonstration</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4267200" y="2156997"/>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r>
              <a:rPr lang="en-US" sz="1600" b="0" i="0" dirty="0">
                <a:solidFill>
                  <a:schemeClr val="tx1"/>
                </a:solidFill>
                <a:latin typeface="Lato" panose="020F0502020204030203" pitchFamily="34" charset="77"/>
              </a:rPr>
              <a:t>/request-a-demo</a:t>
            </a:r>
          </a:p>
        </p:txBody>
      </p:sp>
      <p:pic>
        <p:nvPicPr>
          <p:cNvPr id="5" name="Picture 4">
            <a:extLst>
              <a:ext uri="{FF2B5EF4-FFF2-40B4-BE49-F238E27FC236}">
                <a16:creationId xmlns:a16="http://schemas.microsoft.com/office/drawing/2014/main" id="{F8D7B002-3773-19BB-2ACF-66FA29817369}"/>
              </a:ext>
            </a:extLst>
          </p:cNvPr>
          <p:cNvPicPr>
            <a:picLocks noChangeAspect="1"/>
          </p:cNvPicPr>
          <p:nvPr/>
        </p:nvPicPr>
        <p:blipFill>
          <a:blip r:embed="rId2"/>
          <a:srcRect/>
          <a:stretch/>
        </p:blipFill>
        <p:spPr>
          <a:xfrm>
            <a:off x="0" y="0"/>
            <a:ext cx="9144000" cy="5143500"/>
          </a:xfrm>
          <a:prstGeom prst="rect">
            <a:avLst/>
          </a:prstGeom>
        </p:spPr>
      </p:pic>
      <p:sp>
        <p:nvSpPr>
          <p:cNvPr id="6" name="TextBox 5">
            <a:extLst>
              <a:ext uri="{FF2B5EF4-FFF2-40B4-BE49-F238E27FC236}">
                <a16:creationId xmlns:a16="http://schemas.microsoft.com/office/drawing/2014/main" id="{E448CD3F-AF45-7A85-E3B7-73119D58D152}"/>
              </a:ext>
            </a:extLst>
          </p:cNvPr>
          <p:cNvSpPr txBox="1"/>
          <p:nvPr/>
        </p:nvSpPr>
        <p:spPr>
          <a:xfrm>
            <a:off x="4267200" y="1428751"/>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 for a Live Demonstration</a:t>
            </a:r>
          </a:p>
        </p:txBody>
      </p:sp>
      <p:sp>
        <p:nvSpPr>
          <p:cNvPr id="7" name="TextBox 6">
            <a:hlinkClick r:id="rId3"/>
            <a:extLst>
              <a:ext uri="{FF2B5EF4-FFF2-40B4-BE49-F238E27FC236}">
                <a16:creationId xmlns:a16="http://schemas.microsoft.com/office/drawing/2014/main" id="{E1A5FECB-086E-C424-7E34-A58AA03443B5}"/>
              </a:ext>
            </a:extLst>
          </p:cNvPr>
          <p:cNvSpPr txBox="1"/>
          <p:nvPr/>
        </p:nvSpPr>
        <p:spPr>
          <a:xfrm>
            <a:off x="4267200" y="2156997"/>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r>
              <a:rPr lang="en-US" sz="1600" b="0" i="0" dirty="0">
                <a:solidFill>
                  <a:schemeClr val="tx1"/>
                </a:solidFill>
                <a:latin typeface="Lato" panose="020F0502020204030203" pitchFamily="34" charset="77"/>
              </a:rPr>
              <a:t>/request-a-demo</a:t>
            </a:r>
          </a:p>
        </p:txBody>
      </p:sp>
      <p:pic>
        <p:nvPicPr>
          <p:cNvPr id="2" name="Picture 1">
            <a:extLst>
              <a:ext uri="{FF2B5EF4-FFF2-40B4-BE49-F238E27FC236}">
                <a16:creationId xmlns:a16="http://schemas.microsoft.com/office/drawing/2014/main" id="{4DA3BA9B-EE4B-1C6D-D2DB-362B24AD4684}"/>
              </a:ext>
            </a:extLst>
          </p:cNvPr>
          <p:cNvPicPr>
            <a:picLocks noChangeAspect="1"/>
          </p:cNvPicPr>
          <p:nvPr userDrawn="1"/>
        </p:nvPicPr>
        <p:blipFill>
          <a:blip r:embed="rId2"/>
          <a:srcRect/>
          <a:stretch/>
        </p:blipFill>
        <p:spPr>
          <a:xfrm>
            <a:off x="0" y="0"/>
            <a:ext cx="9144000" cy="5143500"/>
          </a:xfrm>
          <a:prstGeom prst="rect">
            <a:avLst/>
          </a:prstGeom>
        </p:spPr>
      </p:pic>
      <p:sp>
        <p:nvSpPr>
          <p:cNvPr id="4" name="TextBox 3">
            <a:extLst>
              <a:ext uri="{FF2B5EF4-FFF2-40B4-BE49-F238E27FC236}">
                <a16:creationId xmlns:a16="http://schemas.microsoft.com/office/drawing/2014/main" id="{0E3B22B8-968E-0F4A-D540-8D1930B7A9FE}"/>
              </a:ext>
            </a:extLst>
          </p:cNvPr>
          <p:cNvSpPr txBox="1"/>
          <p:nvPr userDrawn="1"/>
        </p:nvSpPr>
        <p:spPr>
          <a:xfrm>
            <a:off x="4267200" y="1428750"/>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 for a Live Demonstration</a:t>
            </a:r>
          </a:p>
        </p:txBody>
      </p:sp>
      <p:sp>
        <p:nvSpPr>
          <p:cNvPr id="10" name="TextBox 9">
            <a:hlinkClick r:id="rId3"/>
            <a:extLst>
              <a:ext uri="{FF2B5EF4-FFF2-40B4-BE49-F238E27FC236}">
                <a16:creationId xmlns:a16="http://schemas.microsoft.com/office/drawing/2014/main" id="{0D7A6775-F5E3-A638-53D7-B9ECB5522CB1}"/>
              </a:ext>
            </a:extLst>
          </p:cNvPr>
          <p:cNvSpPr txBox="1"/>
          <p:nvPr userDrawn="1"/>
        </p:nvSpPr>
        <p:spPr>
          <a:xfrm>
            <a:off x="4267200" y="2156996"/>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r>
              <a:rPr lang="en-US" sz="1600" b="0" i="0" dirty="0">
                <a:solidFill>
                  <a:schemeClr val="tx1"/>
                </a:solidFill>
                <a:latin typeface="Lato" panose="020F0502020204030203" pitchFamily="34" charset="77"/>
              </a:rPr>
              <a:t>/request-a-demo</a:t>
            </a:r>
          </a:p>
        </p:txBody>
      </p:sp>
    </p:spTree>
    <p:extLst>
      <p:ext uri="{BB962C8B-B14F-4D97-AF65-F5344CB8AC3E}">
        <p14:creationId xmlns:p14="http://schemas.microsoft.com/office/powerpoint/2010/main" val="2331234128"/>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p:cSld name="CTA: Resources to Star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62441A9-73A9-6645-A2C6-CB26415F5D0A}"/>
              </a:ext>
            </a:extLst>
          </p:cNvPr>
          <p:cNvSpPr/>
          <p:nvPr/>
        </p:nvSpPr>
        <p:spPr>
          <a:xfrm>
            <a:off x="0" y="-14130"/>
            <a:ext cx="1828800" cy="1061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4" name="Picture 3">
            <a:extLst>
              <a:ext uri="{FF2B5EF4-FFF2-40B4-BE49-F238E27FC236}">
                <a16:creationId xmlns:a16="http://schemas.microsoft.com/office/drawing/2014/main" id="{225BA83A-FD71-394F-B4AF-D0F719851DD4}"/>
              </a:ext>
            </a:extLst>
          </p:cNvPr>
          <p:cNvPicPr>
            <a:picLocks noChangeAspect="1"/>
          </p:cNvPicPr>
          <p:nvPr/>
        </p:nvPicPr>
        <p:blipFill rotWithShape="1">
          <a:blip r:embed="rId2"/>
          <a:srcRect l="4202" b="7749"/>
          <a:stretch/>
        </p:blipFill>
        <p:spPr>
          <a:xfrm>
            <a:off x="457200" y="1"/>
            <a:ext cx="8686800" cy="470535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to Get Started</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 name="Rectangle 1">
            <a:hlinkClick r:id="rId4"/>
            <a:extLst>
              <a:ext uri="{FF2B5EF4-FFF2-40B4-BE49-F238E27FC236}">
                <a16:creationId xmlns:a16="http://schemas.microsoft.com/office/drawing/2014/main" id="{B166C7F8-C424-7449-A19A-6EFB37F971D8}"/>
              </a:ext>
            </a:extLst>
          </p:cNvPr>
          <p:cNvSpPr/>
          <p:nvPr/>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400"/>
          </a:p>
        </p:txBody>
      </p:sp>
      <p:sp>
        <p:nvSpPr>
          <p:cNvPr id="3" name="Rectangle 2">
            <a:hlinkClick r:id="rId5"/>
            <a:extLst>
              <a:ext uri="{FF2B5EF4-FFF2-40B4-BE49-F238E27FC236}">
                <a16:creationId xmlns:a16="http://schemas.microsoft.com/office/drawing/2014/main" id="{7542C372-51F9-7B49-95F3-2BB4DD107F2C}"/>
              </a:ext>
            </a:extLst>
          </p:cNvPr>
          <p:cNvSpPr/>
          <p:nvPr/>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Rectangle 4">
            <a:hlinkClick r:id="rId6"/>
            <a:extLst>
              <a:ext uri="{FF2B5EF4-FFF2-40B4-BE49-F238E27FC236}">
                <a16:creationId xmlns:a16="http://schemas.microsoft.com/office/drawing/2014/main" id="{218B93B9-5E84-F144-B5CB-7142E73CC8BF}"/>
              </a:ext>
            </a:extLst>
          </p:cNvPr>
          <p:cNvSpPr/>
          <p:nvPr/>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Rectangle 5">
            <a:hlinkClick r:id="rId7"/>
            <a:extLst>
              <a:ext uri="{FF2B5EF4-FFF2-40B4-BE49-F238E27FC236}">
                <a16:creationId xmlns:a16="http://schemas.microsoft.com/office/drawing/2014/main" id="{5AB17312-9520-7E42-A4CD-6B7EB6B7EF86}"/>
              </a:ext>
            </a:extLst>
          </p:cNvPr>
          <p:cNvSpPr/>
          <p:nvPr/>
        </p:nvSpPr>
        <p:spPr>
          <a:xfrm>
            <a:off x="3276600" y="3333751"/>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Rectangle 9">
            <a:extLst>
              <a:ext uri="{FF2B5EF4-FFF2-40B4-BE49-F238E27FC236}">
                <a16:creationId xmlns:a16="http://schemas.microsoft.com/office/drawing/2014/main" id="{778C8D59-5DD5-4D04-B5C7-DB762BA0BCB5}"/>
              </a:ext>
            </a:extLst>
          </p:cNvPr>
          <p:cNvSpPr/>
          <p:nvPr/>
        </p:nvSpPr>
        <p:spPr>
          <a:xfrm>
            <a:off x="0" y="-14130"/>
            <a:ext cx="1828800" cy="1061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1" name="Picture 10">
            <a:extLst>
              <a:ext uri="{FF2B5EF4-FFF2-40B4-BE49-F238E27FC236}">
                <a16:creationId xmlns:a16="http://schemas.microsoft.com/office/drawing/2014/main" id="{AAB33472-683A-4845-1E86-F028737E9C6C}"/>
              </a:ext>
            </a:extLst>
          </p:cNvPr>
          <p:cNvPicPr>
            <a:picLocks noChangeAspect="1"/>
          </p:cNvPicPr>
          <p:nvPr/>
        </p:nvPicPr>
        <p:blipFill rotWithShape="1">
          <a:blip r:embed="rId2"/>
          <a:srcRect l="4202" b="7749"/>
          <a:stretch/>
        </p:blipFill>
        <p:spPr>
          <a:xfrm>
            <a:off x="457200" y="1"/>
            <a:ext cx="8686800" cy="4705350"/>
          </a:xfrm>
          <a:prstGeom prst="rect">
            <a:avLst/>
          </a:prstGeom>
        </p:spPr>
      </p:pic>
      <p:sp>
        <p:nvSpPr>
          <p:cNvPr id="12" name="TextBox 11">
            <a:extLst>
              <a:ext uri="{FF2B5EF4-FFF2-40B4-BE49-F238E27FC236}">
                <a16:creationId xmlns:a16="http://schemas.microsoft.com/office/drawing/2014/main" id="{CEB2A111-A2AD-567E-A868-F807DA21293F}"/>
              </a:ext>
            </a:extLst>
          </p:cNvPr>
          <p:cNvSpPr txBox="1"/>
          <p:nvPr/>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to Get Started</a:t>
            </a:r>
          </a:p>
        </p:txBody>
      </p:sp>
      <p:sp>
        <p:nvSpPr>
          <p:cNvPr id="13" name="TextBox 12">
            <a:hlinkClick r:id="rId3"/>
            <a:extLst>
              <a:ext uri="{FF2B5EF4-FFF2-40B4-BE49-F238E27FC236}">
                <a16:creationId xmlns:a16="http://schemas.microsoft.com/office/drawing/2014/main" id="{25865B40-92F5-2549-E44C-21132916F6A1}"/>
              </a:ext>
            </a:extLst>
          </p:cNvPr>
          <p:cNvSpPr txBox="1"/>
          <p:nvPr/>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14" name="Rectangle 13">
            <a:hlinkClick r:id="rId4"/>
            <a:extLst>
              <a:ext uri="{FF2B5EF4-FFF2-40B4-BE49-F238E27FC236}">
                <a16:creationId xmlns:a16="http://schemas.microsoft.com/office/drawing/2014/main" id="{CB8E38C9-00EA-2E3D-FB56-5596D4CAF165}"/>
              </a:ext>
            </a:extLst>
          </p:cNvPr>
          <p:cNvSpPr/>
          <p:nvPr/>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400"/>
          </a:p>
        </p:txBody>
      </p:sp>
      <p:sp>
        <p:nvSpPr>
          <p:cNvPr id="15" name="Rectangle 14">
            <a:hlinkClick r:id="rId5"/>
            <a:extLst>
              <a:ext uri="{FF2B5EF4-FFF2-40B4-BE49-F238E27FC236}">
                <a16:creationId xmlns:a16="http://schemas.microsoft.com/office/drawing/2014/main" id="{9548CA93-001C-9F7B-2480-ABB94A79CF61}"/>
              </a:ext>
            </a:extLst>
          </p:cNvPr>
          <p:cNvSpPr/>
          <p:nvPr/>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6" name="Rectangle 15">
            <a:hlinkClick r:id="rId6"/>
            <a:extLst>
              <a:ext uri="{FF2B5EF4-FFF2-40B4-BE49-F238E27FC236}">
                <a16:creationId xmlns:a16="http://schemas.microsoft.com/office/drawing/2014/main" id="{8D678E87-051D-D88B-0836-7D146BF6355E}"/>
              </a:ext>
            </a:extLst>
          </p:cNvPr>
          <p:cNvSpPr/>
          <p:nvPr/>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7" name="Rectangle 16">
            <a:hlinkClick r:id="rId7"/>
            <a:extLst>
              <a:ext uri="{FF2B5EF4-FFF2-40B4-BE49-F238E27FC236}">
                <a16:creationId xmlns:a16="http://schemas.microsoft.com/office/drawing/2014/main" id="{93C0FC5A-561B-979D-CAC2-6ED0FB06550C}"/>
              </a:ext>
            </a:extLst>
          </p:cNvPr>
          <p:cNvSpPr/>
          <p:nvPr/>
        </p:nvSpPr>
        <p:spPr>
          <a:xfrm>
            <a:off x="3276600" y="3333751"/>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8" name="Picture 17">
            <a:extLst>
              <a:ext uri="{FF2B5EF4-FFF2-40B4-BE49-F238E27FC236}">
                <a16:creationId xmlns:a16="http://schemas.microsoft.com/office/drawing/2014/main" id="{326F6138-9116-76BD-B0D9-DEEC0A19FC25}"/>
              </a:ext>
            </a:extLst>
          </p:cNvPr>
          <p:cNvPicPr>
            <a:picLocks noChangeAspect="1"/>
          </p:cNvPicPr>
          <p:nvPr userDrawn="1"/>
        </p:nvPicPr>
        <p:blipFill rotWithShape="1">
          <a:blip r:embed="rId2"/>
          <a:srcRect l="4202" b="7749"/>
          <a:stretch/>
        </p:blipFill>
        <p:spPr>
          <a:xfrm>
            <a:off x="457200" y="1"/>
            <a:ext cx="8686800" cy="4705350"/>
          </a:xfrm>
          <a:prstGeom prst="rect">
            <a:avLst/>
          </a:prstGeom>
        </p:spPr>
      </p:pic>
      <p:sp>
        <p:nvSpPr>
          <p:cNvPr id="19" name="TextBox 18">
            <a:extLst>
              <a:ext uri="{FF2B5EF4-FFF2-40B4-BE49-F238E27FC236}">
                <a16:creationId xmlns:a16="http://schemas.microsoft.com/office/drawing/2014/main" id="{DE5AD73C-CAF4-FFED-6A83-A600CE09C37B}"/>
              </a:ext>
            </a:extLst>
          </p:cNvPr>
          <p:cNvSpPr txBox="1"/>
          <p:nvPr userDrawn="1"/>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to Get Started</a:t>
            </a:r>
          </a:p>
        </p:txBody>
      </p:sp>
      <p:sp>
        <p:nvSpPr>
          <p:cNvPr id="20" name="TextBox 19">
            <a:hlinkClick r:id="rId3"/>
            <a:extLst>
              <a:ext uri="{FF2B5EF4-FFF2-40B4-BE49-F238E27FC236}">
                <a16:creationId xmlns:a16="http://schemas.microsoft.com/office/drawing/2014/main" id="{36768346-9CFD-C3C5-3C96-0028F7D0FD36}"/>
              </a:ext>
            </a:extLst>
          </p:cNvPr>
          <p:cNvSpPr txBox="1"/>
          <p:nvPr userDrawn="1"/>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1" name="Rectangle 20">
            <a:hlinkClick r:id="rId4"/>
            <a:extLst>
              <a:ext uri="{FF2B5EF4-FFF2-40B4-BE49-F238E27FC236}">
                <a16:creationId xmlns:a16="http://schemas.microsoft.com/office/drawing/2014/main" id="{71D65872-6C3D-4243-E06E-6086ACCC9A8C}"/>
              </a:ext>
            </a:extLst>
          </p:cNvPr>
          <p:cNvSpPr/>
          <p:nvPr userDrawn="1"/>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2" name="Rectangle 21">
            <a:hlinkClick r:id="rId5"/>
            <a:extLst>
              <a:ext uri="{FF2B5EF4-FFF2-40B4-BE49-F238E27FC236}">
                <a16:creationId xmlns:a16="http://schemas.microsoft.com/office/drawing/2014/main" id="{FEE3BFCD-72D9-06F9-86C6-3B442A68CC1C}"/>
              </a:ext>
            </a:extLst>
          </p:cNvPr>
          <p:cNvSpPr/>
          <p:nvPr userDrawn="1"/>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hlinkClick r:id="rId6"/>
            <a:extLst>
              <a:ext uri="{FF2B5EF4-FFF2-40B4-BE49-F238E27FC236}">
                <a16:creationId xmlns:a16="http://schemas.microsoft.com/office/drawing/2014/main" id="{3090AA71-7E6A-FA3D-8E02-575995721789}"/>
              </a:ext>
            </a:extLst>
          </p:cNvPr>
          <p:cNvSpPr/>
          <p:nvPr userDrawn="1"/>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hlinkClick r:id="rId7"/>
            <a:extLst>
              <a:ext uri="{FF2B5EF4-FFF2-40B4-BE49-F238E27FC236}">
                <a16:creationId xmlns:a16="http://schemas.microsoft.com/office/drawing/2014/main" id="{795969C1-C512-1E9F-26F5-F639BF6CFC57}"/>
              </a:ext>
            </a:extLst>
          </p:cNvPr>
          <p:cNvSpPr/>
          <p:nvPr userDrawn="1"/>
        </p:nvSpPr>
        <p:spPr>
          <a:xfrm>
            <a:off x="3276600" y="3333750"/>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32308330"/>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p:cSld name="CTA: Resources to Inspi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5BA83A-FD71-394F-B4AF-D0F719851DD4}"/>
              </a:ext>
            </a:extLst>
          </p:cNvPr>
          <p:cNvPicPr>
            <a:picLocks noChangeAspect="1"/>
          </p:cNvPicPr>
          <p:nvPr/>
        </p:nvPicPr>
        <p:blipFill rotWithShape="1">
          <a:blip r:embed="rId2"/>
          <a:srcRect l="4775" b="5992"/>
          <a:stretch/>
        </p:blipFill>
        <p:spPr>
          <a:xfrm>
            <a:off x="533400" y="0"/>
            <a:ext cx="8610601" cy="478155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for Inspiration</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 name="Rectangle 1">
            <a:hlinkClick r:id="rId4"/>
            <a:extLst>
              <a:ext uri="{FF2B5EF4-FFF2-40B4-BE49-F238E27FC236}">
                <a16:creationId xmlns:a16="http://schemas.microsoft.com/office/drawing/2014/main" id="{B166C7F8-C424-7449-A19A-6EFB37F971D8}"/>
              </a:ext>
            </a:extLst>
          </p:cNvPr>
          <p:cNvSpPr/>
          <p:nvPr/>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400"/>
          </a:p>
        </p:txBody>
      </p:sp>
      <p:sp>
        <p:nvSpPr>
          <p:cNvPr id="3" name="Rectangle 2">
            <a:hlinkClick r:id="rId5"/>
            <a:extLst>
              <a:ext uri="{FF2B5EF4-FFF2-40B4-BE49-F238E27FC236}">
                <a16:creationId xmlns:a16="http://schemas.microsoft.com/office/drawing/2014/main" id="{7542C372-51F9-7B49-95F3-2BB4DD107F2C}"/>
              </a:ext>
            </a:extLst>
          </p:cNvPr>
          <p:cNvSpPr/>
          <p:nvPr/>
        </p:nvSpPr>
        <p:spPr>
          <a:xfrm>
            <a:off x="3276600" y="2114550"/>
            <a:ext cx="24384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Rectangle 4">
            <a:hlinkClick r:id="rId6"/>
            <a:extLst>
              <a:ext uri="{FF2B5EF4-FFF2-40B4-BE49-F238E27FC236}">
                <a16:creationId xmlns:a16="http://schemas.microsoft.com/office/drawing/2014/main" id="{218B93B9-5E84-F144-B5CB-7142E73CC8BF}"/>
              </a:ext>
            </a:extLst>
          </p:cNvPr>
          <p:cNvSpPr/>
          <p:nvPr/>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Rectangle 5">
            <a:hlinkClick r:id="rId7"/>
            <a:extLst>
              <a:ext uri="{FF2B5EF4-FFF2-40B4-BE49-F238E27FC236}">
                <a16:creationId xmlns:a16="http://schemas.microsoft.com/office/drawing/2014/main" id="{5AB17312-9520-7E42-A4CD-6B7EB6B7EF86}"/>
              </a:ext>
            </a:extLst>
          </p:cNvPr>
          <p:cNvSpPr/>
          <p:nvPr/>
        </p:nvSpPr>
        <p:spPr>
          <a:xfrm>
            <a:off x="3276600" y="3333751"/>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Rectangle 6">
            <a:hlinkClick r:id="rId7"/>
            <a:extLst>
              <a:ext uri="{FF2B5EF4-FFF2-40B4-BE49-F238E27FC236}">
                <a16:creationId xmlns:a16="http://schemas.microsoft.com/office/drawing/2014/main" id="{FB176131-B89E-304A-92DF-9CD3D468CD52}"/>
              </a:ext>
            </a:extLst>
          </p:cNvPr>
          <p:cNvSpPr/>
          <p:nvPr/>
        </p:nvSpPr>
        <p:spPr>
          <a:xfrm>
            <a:off x="661542" y="2114550"/>
            <a:ext cx="2514600" cy="1143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Rectangle 9">
            <a:hlinkClick r:id="rId8"/>
            <a:extLst>
              <a:ext uri="{FF2B5EF4-FFF2-40B4-BE49-F238E27FC236}">
                <a16:creationId xmlns:a16="http://schemas.microsoft.com/office/drawing/2014/main" id="{D57913DA-4C41-E144-8C67-313CA8644FB7}"/>
              </a:ext>
            </a:extLst>
          </p:cNvPr>
          <p:cNvSpPr/>
          <p:nvPr/>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Rectangle 10">
            <a:hlinkClick r:id="rId9"/>
            <a:extLst>
              <a:ext uri="{FF2B5EF4-FFF2-40B4-BE49-F238E27FC236}">
                <a16:creationId xmlns:a16="http://schemas.microsoft.com/office/drawing/2014/main" id="{84D23C97-34CA-EB47-8438-4CEEB5B8B203}"/>
              </a:ext>
            </a:extLst>
          </p:cNvPr>
          <p:cNvSpPr/>
          <p:nvPr/>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Rectangle 11">
            <a:hlinkClick r:id="rId5"/>
            <a:extLst>
              <a:ext uri="{FF2B5EF4-FFF2-40B4-BE49-F238E27FC236}">
                <a16:creationId xmlns:a16="http://schemas.microsoft.com/office/drawing/2014/main" id="{E56E6BD5-8E0F-3E4D-AD7C-420C316889E3}"/>
              </a:ext>
            </a:extLst>
          </p:cNvPr>
          <p:cNvSpPr/>
          <p:nvPr/>
        </p:nvSpPr>
        <p:spPr>
          <a:xfrm>
            <a:off x="3200400" y="3333751"/>
            <a:ext cx="25146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3" name="Rectangle 12">
            <a:extLst>
              <a:ext uri="{FF2B5EF4-FFF2-40B4-BE49-F238E27FC236}">
                <a16:creationId xmlns:a16="http://schemas.microsoft.com/office/drawing/2014/main" id="{5144D7FA-71D5-1247-8CC0-659E1B402155}"/>
              </a:ext>
            </a:extLst>
          </p:cNvPr>
          <p:cNvSpPr/>
          <p:nvPr/>
        </p:nvSpPr>
        <p:spPr>
          <a:xfrm>
            <a:off x="0" y="-14129"/>
            <a:ext cx="1752600" cy="830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4" name="Picture 13">
            <a:extLst>
              <a:ext uri="{FF2B5EF4-FFF2-40B4-BE49-F238E27FC236}">
                <a16:creationId xmlns:a16="http://schemas.microsoft.com/office/drawing/2014/main" id="{15E5AB07-B2D3-37F3-C53F-4644687DBE83}"/>
              </a:ext>
            </a:extLst>
          </p:cNvPr>
          <p:cNvPicPr>
            <a:picLocks noChangeAspect="1"/>
          </p:cNvPicPr>
          <p:nvPr/>
        </p:nvPicPr>
        <p:blipFill rotWithShape="1">
          <a:blip r:embed="rId2"/>
          <a:srcRect l="4775" b="5992"/>
          <a:stretch/>
        </p:blipFill>
        <p:spPr>
          <a:xfrm>
            <a:off x="533400" y="0"/>
            <a:ext cx="8610601" cy="4781550"/>
          </a:xfrm>
          <a:prstGeom prst="rect">
            <a:avLst/>
          </a:prstGeom>
        </p:spPr>
      </p:pic>
      <p:sp>
        <p:nvSpPr>
          <p:cNvPr id="15" name="TextBox 14">
            <a:extLst>
              <a:ext uri="{FF2B5EF4-FFF2-40B4-BE49-F238E27FC236}">
                <a16:creationId xmlns:a16="http://schemas.microsoft.com/office/drawing/2014/main" id="{F253A8B6-0453-5F64-9274-C86AA240D7F1}"/>
              </a:ext>
            </a:extLst>
          </p:cNvPr>
          <p:cNvSpPr txBox="1"/>
          <p:nvPr/>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for Inspiration</a:t>
            </a:r>
          </a:p>
        </p:txBody>
      </p:sp>
      <p:sp>
        <p:nvSpPr>
          <p:cNvPr id="16" name="TextBox 15">
            <a:hlinkClick r:id="rId3"/>
            <a:extLst>
              <a:ext uri="{FF2B5EF4-FFF2-40B4-BE49-F238E27FC236}">
                <a16:creationId xmlns:a16="http://schemas.microsoft.com/office/drawing/2014/main" id="{D88AC113-3BA5-CDDE-7DDF-53CD1156856D}"/>
              </a:ext>
            </a:extLst>
          </p:cNvPr>
          <p:cNvSpPr txBox="1"/>
          <p:nvPr/>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17" name="Rectangle 16">
            <a:hlinkClick r:id="rId4"/>
            <a:extLst>
              <a:ext uri="{FF2B5EF4-FFF2-40B4-BE49-F238E27FC236}">
                <a16:creationId xmlns:a16="http://schemas.microsoft.com/office/drawing/2014/main" id="{3BB6FCDE-748D-4970-5A3C-CDC7338741B9}"/>
              </a:ext>
            </a:extLst>
          </p:cNvPr>
          <p:cNvSpPr/>
          <p:nvPr/>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400"/>
          </a:p>
        </p:txBody>
      </p:sp>
      <p:sp>
        <p:nvSpPr>
          <p:cNvPr id="18" name="Rectangle 17">
            <a:hlinkClick r:id="rId5"/>
            <a:extLst>
              <a:ext uri="{FF2B5EF4-FFF2-40B4-BE49-F238E27FC236}">
                <a16:creationId xmlns:a16="http://schemas.microsoft.com/office/drawing/2014/main" id="{5A1E354B-32F4-1A5A-89AF-7A13D0CBA8B0}"/>
              </a:ext>
            </a:extLst>
          </p:cNvPr>
          <p:cNvSpPr/>
          <p:nvPr/>
        </p:nvSpPr>
        <p:spPr>
          <a:xfrm>
            <a:off x="3276600" y="2114550"/>
            <a:ext cx="24384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9" name="Rectangle 18">
            <a:hlinkClick r:id="rId6"/>
            <a:extLst>
              <a:ext uri="{FF2B5EF4-FFF2-40B4-BE49-F238E27FC236}">
                <a16:creationId xmlns:a16="http://schemas.microsoft.com/office/drawing/2014/main" id="{C21490AA-8742-2D05-FCBC-97B2A0301BE5}"/>
              </a:ext>
            </a:extLst>
          </p:cNvPr>
          <p:cNvSpPr/>
          <p:nvPr/>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Rectangle 19">
            <a:hlinkClick r:id="rId7"/>
            <a:extLst>
              <a:ext uri="{FF2B5EF4-FFF2-40B4-BE49-F238E27FC236}">
                <a16:creationId xmlns:a16="http://schemas.microsoft.com/office/drawing/2014/main" id="{4BDF0CB6-0F58-770C-C5A8-E5A2FD4CDDFE}"/>
              </a:ext>
            </a:extLst>
          </p:cNvPr>
          <p:cNvSpPr/>
          <p:nvPr/>
        </p:nvSpPr>
        <p:spPr>
          <a:xfrm>
            <a:off x="3276600" y="3333751"/>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1" name="Rectangle 20">
            <a:hlinkClick r:id="rId7"/>
            <a:extLst>
              <a:ext uri="{FF2B5EF4-FFF2-40B4-BE49-F238E27FC236}">
                <a16:creationId xmlns:a16="http://schemas.microsoft.com/office/drawing/2014/main" id="{D57AC657-5114-BAEE-EAD2-AB9E9526055B}"/>
              </a:ext>
            </a:extLst>
          </p:cNvPr>
          <p:cNvSpPr/>
          <p:nvPr/>
        </p:nvSpPr>
        <p:spPr>
          <a:xfrm>
            <a:off x="661542" y="2114550"/>
            <a:ext cx="2514600" cy="1143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2" name="Rectangle 21">
            <a:hlinkClick r:id="rId8"/>
            <a:extLst>
              <a:ext uri="{FF2B5EF4-FFF2-40B4-BE49-F238E27FC236}">
                <a16:creationId xmlns:a16="http://schemas.microsoft.com/office/drawing/2014/main" id="{9C69867A-A184-A3B3-AE16-A9C5760A57F7}"/>
              </a:ext>
            </a:extLst>
          </p:cNvPr>
          <p:cNvSpPr/>
          <p:nvPr/>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3" name="Rectangle 22">
            <a:hlinkClick r:id="rId9"/>
            <a:extLst>
              <a:ext uri="{FF2B5EF4-FFF2-40B4-BE49-F238E27FC236}">
                <a16:creationId xmlns:a16="http://schemas.microsoft.com/office/drawing/2014/main" id="{79EDCD78-EF32-B742-36FE-3857D84C2261}"/>
              </a:ext>
            </a:extLst>
          </p:cNvPr>
          <p:cNvSpPr/>
          <p:nvPr/>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4" name="Rectangle 23">
            <a:hlinkClick r:id="rId5"/>
            <a:extLst>
              <a:ext uri="{FF2B5EF4-FFF2-40B4-BE49-F238E27FC236}">
                <a16:creationId xmlns:a16="http://schemas.microsoft.com/office/drawing/2014/main" id="{A37960E6-CF8E-42A2-6EA3-AB88ECA491F8}"/>
              </a:ext>
            </a:extLst>
          </p:cNvPr>
          <p:cNvSpPr/>
          <p:nvPr/>
        </p:nvSpPr>
        <p:spPr>
          <a:xfrm>
            <a:off x="3200400" y="3333751"/>
            <a:ext cx="25146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Rectangle 24">
            <a:extLst>
              <a:ext uri="{FF2B5EF4-FFF2-40B4-BE49-F238E27FC236}">
                <a16:creationId xmlns:a16="http://schemas.microsoft.com/office/drawing/2014/main" id="{3DF5A969-1023-A913-8130-523C7F3AB78E}"/>
              </a:ext>
            </a:extLst>
          </p:cNvPr>
          <p:cNvSpPr/>
          <p:nvPr/>
        </p:nvSpPr>
        <p:spPr>
          <a:xfrm>
            <a:off x="0" y="-14129"/>
            <a:ext cx="1752600" cy="830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6" name="Picture 25">
            <a:extLst>
              <a:ext uri="{FF2B5EF4-FFF2-40B4-BE49-F238E27FC236}">
                <a16:creationId xmlns:a16="http://schemas.microsoft.com/office/drawing/2014/main" id="{167BAF9D-BB8C-60AA-8F87-B901AA38F966}"/>
              </a:ext>
            </a:extLst>
          </p:cNvPr>
          <p:cNvPicPr>
            <a:picLocks noChangeAspect="1"/>
          </p:cNvPicPr>
          <p:nvPr userDrawn="1"/>
        </p:nvPicPr>
        <p:blipFill rotWithShape="1">
          <a:blip r:embed="rId2"/>
          <a:srcRect l="4775" b="5992"/>
          <a:stretch/>
        </p:blipFill>
        <p:spPr>
          <a:xfrm>
            <a:off x="533399" y="0"/>
            <a:ext cx="8610601" cy="4781550"/>
          </a:xfrm>
          <a:prstGeom prst="rect">
            <a:avLst/>
          </a:prstGeom>
        </p:spPr>
      </p:pic>
      <p:sp>
        <p:nvSpPr>
          <p:cNvPr id="27" name="TextBox 26">
            <a:extLst>
              <a:ext uri="{FF2B5EF4-FFF2-40B4-BE49-F238E27FC236}">
                <a16:creationId xmlns:a16="http://schemas.microsoft.com/office/drawing/2014/main" id="{196B557A-4E97-3532-4FB8-7E983AA5729C}"/>
              </a:ext>
            </a:extLst>
          </p:cNvPr>
          <p:cNvSpPr txBox="1"/>
          <p:nvPr userDrawn="1"/>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for Inspiration</a:t>
            </a:r>
          </a:p>
        </p:txBody>
      </p:sp>
      <p:sp>
        <p:nvSpPr>
          <p:cNvPr id="28" name="TextBox 27">
            <a:hlinkClick r:id="rId3"/>
            <a:extLst>
              <a:ext uri="{FF2B5EF4-FFF2-40B4-BE49-F238E27FC236}">
                <a16:creationId xmlns:a16="http://schemas.microsoft.com/office/drawing/2014/main" id="{93E02581-8FF6-55D3-1671-980F925E0341}"/>
              </a:ext>
            </a:extLst>
          </p:cNvPr>
          <p:cNvSpPr txBox="1"/>
          <p:nvPr userDrawn="1"/>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9" name="Rectangle 28">
            <a:hlinkClick r:id="rId4"/>
            <a:extLst>
              <a:ext uri="{FF2B5EF4-FFF2-40B4-BE49-F238E27FC236}">
                <a16:creationId xmlns:a16="http://schemas.microsoft.com/office/drawing/2014/main" id="{EA07FA3C-7D7B-A2FB-3B67-695E86B8F371}"/>
              </a:ext>
            </a:extLst>
          </p:cNvPr>
          <p:cNvSpPr/>
          <p:nvPr userDrawn="1"/>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0" name="Rectangle 29">
            <a:hlinkClick r:id="rId5"/>
            <a:extLst>
              <a:ext uri="{FF2B5EF4-FFF2-40B4-BE49-F238E27FC236}">
                <a16:creationId xmlns:a16="http://schemas.microsoft.com/office/drawing/2014/main" id="{1DB2471F-73CC-C21D-1CED-4376C635DEE3}"/>
              </a:ext>
            </a:extLst>
          </p:cNvPr>
          <p:cNvSpPr/>
          <p:nvPr userDrawn="1"/>
        </p:nvSpPr>
        <p:spPr>
          <a:xfrm>
            <a:off x="3276600" y="2114550"/>
            <a:ext cx="24384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hlinkClick r:id="rId6"/>
            <a:extLst>
              <a:ext uri="{FF2B5EF4-FFF2-40B4-BE49-F238E27FC236}">
                <a16:creationId xmlns:a16="http://schemas.microsoft.com/office/drawing/2014/main" id="{59E64D77-271B-61AA-2468-065F10360A38}"/>
              </a:ext>
            </a:extLst>
          </p:cNvPr>
          <p:cNvSpPr/>
          <p:nvPr userDrawn="1"/>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hlinkClick r:id="rId7"/>
            <a:extLst>
              <a:ext uri="{FF2B5EF4-FFF2-40B4-BE49-F238E27FC236}">
                <a16:creationId xmlns:a16="http://schemas.microsoft.com/office/drawing/2014/main" id="{C80401FB-4447-B8D7-E9DA-FF65990B551F}"/>
              </a:ext>
            </a:extLst>
          </p:cNvPr>
          <p:cNvSpPr/>
          <p:nvPr userDrawn="1"/>
        </p:nvSpPr>
        <p:spPr>
          <a:xfrm>
            <a:off x="3276600" y="3333750"/>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hlinkClick r:id="rId7"/>
            <a:extLst>
              <a:ext uri="{FF2B5EF4-FFF2-40B4-BE49-F238E27FC236}">
                <a16:creationId xmlns:a16="http://schemas.microsoft.com/office/drawing/2014/main" id="{681136D4-6919-154F-C98E-BDF3E755A784}"/>
              </a:ext>
            </a:extLst>
          </p:cNvPr>
          <p:cNvSpPr/>
          <p:nvPr userDrawn="1"/>
        </p:nvSpPr>
        <p:spPr>
          <a:xfrm>
            <a:off x="661542" y="2114550"/>
            <a:ext cx="2514600" cy="1143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hlinkClick r:id="rId8"/>
            <a:extLst>
              <a:ext uri="{FF2B5EF4-FFF2-40B4-BE49-F238E27FC236}">
                <a16:creationId xmlns:a16="http://schemas.microsoft.com/office/drawing/2014/main" id="{1BBBD9C8-0BEB-FC8A-ECDA-0F313488C3E2}"/>
              </a:ext>
            </a:extLst>
          </p:cNvPr>
          <p:cNvSpPr/>
          <p:nvPr userDrawn="1"/>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hlinkClick r:id="rId9"/>
            <a:extLst>
              <a:ext uri="{FF2B5EF4-FFF2-40B4-BE49-F238E27FC236}">
                <a16:creationId xmlns:a16="http://schemas.microsoft.com/office/drawing/2014/main" id="{A5159F4D-CAA1-54F1-2402-461D4FFB8954}"/>
              </a:ext>
            </a:extLst>
          </p:cNvPr>
          <p:cNvSpPr/>
          <p:nvPr userDrawn="1"/>
        </p:nvSpPr>
        <p:spPr>
          <a:xfrm>
            <a:off x="661542" y="3347881"/>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hlinkClick r:id="rId5"/>
            <a:extLst>
              <a:ext uri="{FF2B5EF4-FFF2-40B4-BE49-F238E27FC236}">
                <a16:creationId xmlns:a16="http://schemas.microsoft.com/office/drawing/2014/main" id="{2BB34E28-01EA-92FD-9D8A-7DD3CDFE410B}"/>
              </a:ext>
            </a:extLst>
          </p:cNvPr>
          <p:cNvSpPr/>
          <p:nvPr userDrawn="1"/>
        </p:nvSpPr>
        <p:spPr>
          <a:xfrm>
            <a:off x="3200400" y="3333750"/>
            <a:ext cx="25146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66587053"/>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p:cSld name="OPTIONAL Content with Picture with Fil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3887788" y="0"/>
            <a:ext cx="5256212"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819150"/>
            <a:ext cx="2949575" cy="80010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4114800" y="209550"/>
            <a:ext cx="4800600" cy="4724400"/>
          </a:xfrm>
          <a:noFill/>
        </p:spPr>
        <p:txBody>
          <a:bodyPr/>
          <a:lstStyle>
            <a:lvl1pPr marL="0" indent="0">
              <a:buNone/>
              <a:defRPr/>
            </a:lvl1pPr>
            <a:lvl3pPr>
              <a:defRPr/>
            </a:lvl3pPr>
          </a:lstStyle>
          <a:p>
            <a:pPr lvl="0"/>
            <a:r>
              <a:rPr lang="en-US" dirty="0"/>
              <a:t>Transparent background model image or diagram ONLY (no images that already have backgrounds at all, no screenshots either). Take image to the edges and use cropping, don’t just float within it.</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457201" y="1619250"/>
            <a:ext cx="2949575" cy="31623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EAFD1F65-F171-7645-9310-3848480AA1B7}"/>
              </a:ext>
            </a:extLst>
          </p:cNvPr>
          <p:cNvSpPr>
            <a:spLocks noGrp="1"/>
          </p:cNvSpPr>
          <p:nvPr>
            <p:ph type="body" sz="quarter" idx="12" hasCustomPrompt="1"/>
          </p:nvPr>
        </p:nvSpPr>
        <p:spPr>
          <a:xfrm>
            <a:off x="4114800" y="4629150"/>
            <a:ext cx="3103378" cy="304800"/>
          </a:xfrm>
        </p:spPr>
        <p:txBody>
          <a:bodyPr>
            <a:normAutofit/>
          </a:bodyPr>
          <a:lstStyle>
            <a:lvl1pPr marL="0" indent="0">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Caption in this style only if necessary (move to be near image)</a:t>
            </a:r>
          </a:p>
        </p:txBody>
      </p:sp>
    </p:spTree>
    <p:extLst>
      <p:ext uri="{BB962C8B-B14F-4D97-AF65-F5344CB8AC3E}">
        <p14:creationId xmlns:p14="http://schemas.microsoft.com/office/powerpoint/2010/main" val="2753192910"/>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p:cSld name="Full GUI image, Title, body 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0" y="1047750"/>
            <a:ext cx="37338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3271058" y="436767"/>
            <a:ext cx="5872941" cy="4706734"/>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Full GUI image ONLY, cropped off the bottom and off the right side!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1200150"/>
            <a:ext cx="2417762" cy="15240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hasCustomPrompt="1"/>
          </p:nvPr>
        </p:nvSpPr>
        <p:spPr>
          <a:xfrm>
            <a:off x="457201" y="3028950"/>
            <a:ext cx="2417762" cy="1676400"/>
          </a:xfrm>
          <a:prstGeom prst="rect">
            <a:avLst/>
          </a:prstGeom>
        </p:spPr>
        <p:txBody>
          <a:bodyPr lIns="0">
            <a:normAutofit/>
          </a:bodyPr>
          <a:lstStyle>
            <a:lvl1pPr marL="0" indent="0">
              <a:lnSpc>
                <a:spcPct val="100000"/>
              </a:lnSpc>
              <a:buNone/>
              <a:defRPr sz="1400">
                <a:solidFill>
                  <a:schemeClr val="tx1"/>
                </a:solidFill>
                <a:latin typeface="Lato" panose="020F0502020204030203" pitchFamily="34" charset="0"/>
              </a:defRPr>
            </a:lvl1pPr>
            <a:lvl2pPr marL="292093" indent="0">
              <a:lnSpc>
                <a:spcPct val="100000"/>
              </a:lnSpc>
              <a:buFont typeface="Arial" panose="020B0604020202020204" pitchFamily="34" charset="0"/>
              <a:buNone/>
              <a:defRPr sz="1200">
                <a:solidFill>
                  <a:srgbClr val="393A39"/>
                </a:solidFill>
                <a:latin typeface="Lato" panose="020F0502020204030203" pitchFamily="34" charset="0"/>
              </a:defRPr>
            </a:lvl2pPr>
            <a:lvl3pPr marL="576248" indent="0">
              <a:lnSpc>
                <a:spcPct val="100000"/>
              </a:lnSpc>
              <a:buNone/>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 preferably no more than 5 lines</a:t>
            </a:r>
          </a:p>
        </p:txBody>
      </p:sp>
    </p:spTree>
    <p:extLst>
      <p:ext uri="{BB962C8B-B14F-4D97-AF65-F5344CB8AC3E}">
        <p14:creationId xmlns:p14="http://schemas.microsoft.com/office/powerpoint/2010/main" val="537733844"/>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Title Slid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hasCustomPrompt="1"/>
          </p:nvPr>
        </p:nvSpPr>
        <p:spPr>
          <a:xfrm>
            <a:off x="457200" y="1282701"/>
            <a:ext cx="8062912" cy="2139950"/>
          </a:xfrm>
          <a:prstGeom prst="rect">
            <a:avLst/>
          </a:prstGeom>
        </p:spPr>
        <p:txBody>
          <a:bodyPr lIns="0" anchor="b">
            <a:normAutofit/>
          </a:bodyPr>
          <a:lstStyle>
            <a:lvl1pPr>
              <a:defRPr sz="3600" b="1">
                <a:solidFill>
                  <a:schemeClr val="accent1"/>
                </a:solidFill>
                <a:latin typeface="Lato" panose="020F0502020204030203" pitchFamily="34" charset="0"/>
              </a:defRPr>
            </a:lvl1pPr>
          </a:lstStyle>
          <a:p>
            <a:r>
              <a:rPr lang="en-US" dirty="0"/>
              <a:t>Title slide, title can be move up or down or shortened from the right (don’t change left alignment)</a:t>
            </a:r>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457200" y="3441700"/>
            <a:ext cx="1837944" cy="349250"/>
          </a:xfrm>
          <a:prstGeom prst="rect">
            <a:avLst/>
          </a:prstGeom>
        </p:spPr>
        <p:txBody>
          <a:bodyPr lIns="0"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457200" y="3714750"/>
            <a:ext cx="1837944"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7" name="Text Placeholder 2">
            <a:extLst>
              <a:ext uri="{FF2B5EF4-FFF2-40B4-BE49-F238E27FC236}">
                <a16:creationId xmlns:a16="http://schemas.microsoft.com/office/drawing/2014/main" id="{3583D1A5-22CF-F34D-AF0D-75799674EC8E}"/>
              </a:ext>
            </a:extLst>
          </p:cNvPr>
          <p:cNvSpPr>
            <a:spLocks noGrp="1"/>
          </p:cNvSpPr>
          <p:nvPr>
            <p:ph type="body" idx="11" hasCustomPrompt="1"/>
          </p:nvPr>
        </p:nvSpPr>
        <p:spPr>
          <a:xfrm>
            <a:off x="2559504" y="3441700"/>
            <a:ext cx="1837944" cy="349250"/>
          </a:xfrm>
          <a:prstGeom prst="rect">
            <a:avLst/>
          </a:prstGeom>
        </p:spPr>
        <p:txBody>
          <a:bodyPr lIns="0"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8" name="Text Placeholder 2">
            <a:extLst>
              <a:ext uri="{FF2B5EF4-FFF2-40B4-BE49-F238E27FC236}">
                <a16:creationId xmlns:a16="http://schemas.microsoft.com/office/drawing/2014/main" id="{9124A687-6C32-7540-A2D4-388F8BD968F2}"/>
              </a:ext>
            </a:extLst>
          </p:cNvPr>
          <p:cNvSpPr>
            <a:spLocks noGrp="1"/>
          </p:cNvSpPr>
          <p:nvPr>
            <p:ph type="body" idx="12" hasCustomPrompt="1"/>
          </p:nvPr>
        </p:nvSpPr>
        <p:spPr>
          <a:xfrm>
            <a:off x="2559504" y="3714750"/>
            <a:ext cx="1837944" cy="453190"/>
          </a:xfrm>
          <a:prstGeom prst="rect">
            <a:avLst/>
          </a:prstGeom>
        </p:spPr>
        <p:txBody>
          <a:bodyPr lIns="0">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Tree>
    <p:extLst>
      <p:ext uri="{BB962C8B-B14F-4D97-AF65-F5344CB8AC3E}">
        <p14:creationId xmlns:p14="http://schemas.microsoft.com/office/powerpoint/2010/main" val="3084410147"/>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Title Slide (blu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AA8A8-3946-DE4F-97CB-CBC48B9F7A60}"/>
              </a:ext>
            </a:extLst>
          </p:cNvPr>
          <p:cNvSpPr/>
          <p:nvPr userDrawn="1"/>
        </p:nvSpPr>
        <p:spPr>
          <a:xfrm>
            <a:off x="1" y="0"/>
            <a:ext cx="9160329"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a:extLst>
              <a:ext uri="{FF2B5EF4-FFF2-40B4-BE49-F238E27FC236}">
                <a16:creationId xmlns:a16="http://schemas.microsoft.com/office/drawing/2014/main" id="{04FDE514-B9D5-4E6A-B99C-10D5D54F711D}"/>
              </a:ext>
            </a:extLst>
          </p:cNvPr>
          <p:cNvSpPr>
            <a:spLocks noGrp="1"/>
          </p:cNvSpPr>
          <p:nvPr>
            <p:ph type="title" hasCustomPrompt="1"/>
          </p:nvPr>
        </p:nvSpPr>
        <p:spPr>
          <a:xfrm>
            <a:off x="457200" y="3028950"/>
            <a:ext cx="8062912" cy="1231900"/>
          </a:xfrm>
          <a:prstGeom prst="rect">
            <a:avLst/>
          </a:prstGeom>
        </p:spPr>
        <p:txBody>
          <a:bodyPr lIns="0" anchor="b">
            <a:normAutofit/>
          </a:bodyPr>
          <a:lstStyle>
            <a:lvl1pPr>
              <a:defRPr sz="3600" b="1">
                <a:solidFill>
                  <a:schemeClr val="bg2"/>
                </a:solidFill>
                <a:latin typeface="Lato" panose="020F0502020204030203" pitchFamily="34" charset="0"/>
              </a:defRPr>
            </a:lvl1pPr>
          </a:lstStyle>
          <a:p>
            <a:r>
              <a:rPr lang="en-US" dirty="0"/>
              <a:t>Title slide, title can be move up or down or shortened from the right (don’t change left alignment)</a:t>
            </a:r>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457200" y="4267777"/>
            <a:ext cx="1837944" cy="349250"/>
          </a:xfrm>
          <a:prstGeom prst="rect">
            <a:avLst/>
          </a:prstGeom>
        </p:spPr>
        <p:txBody>
          <a:bodyPr lIns="0" anchor="b">
            <a:normAutofit/>
          </a:bodyPr>
          <a:lstStyle>
            <a:lvl1pPr marL="0" indent="0">
              <a:spcBef>
                <a:spcPts val="100"/>
              </a:spcBef>
              <a:buNone/>
              <a:defRPr sz="1800">
                <a:solidFill>
                  <a:schemeClr val="bg1"/>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457200" y="4540827"/>
            <a:ext cx="1837944" cy="453190"/>
          </a:xfrm>
          <a:prstGeom prst="rect">
            <a:avLst/>
          </a:prstGeom>
        </p:spPr>
        <p:txBody>
          <a:bodyPr lIns="0">
            <a:normAutofit/>
          </a:bodyPr>
          <a:lstStyle>
            <a:lvl1pPr marL="0" indent="0">
              <a:spcBef>
                <a:spcPts val="100"/>
              </a:spcBef>
              <a:buNone/>
              <a:defRPr sz="1200" b="0" i="0">
                <a:solidFill>
                  <a:schemeClr val="bg1"/>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11" name="Text Placeholder 2">
            <a:extLst>
              <a:ext uri="{FF2B5EF4-FFF2-40B4-BE49-F238E27FC236}">
                <a16:creationId xmlns:a16="http://schemas.microsoft.com/office/drawing/2014/main" id="{C6B669F9-06F9-674C-A466-9F41F054404A}"/>
              </a:ext>
            </a:extLst>
          </p:cNvPr>
          <p:cNvSpPr>
            <a:spLocks noGrp="1"/>
          </p:cNvSpPr>
          <p:nvPr>
            <p:ph type="body" idx="11" hasCustomPrompt="1"/>
          </p:nvPr>
        </p:nvSpPr>
        <p:spPr>
          <a:xfrm>
            <a:off x="2559503" y="4267777"/>
            <a:ext cx="1837944" cy="349250"/>
          </a:xfrm>
          <a:prstGeom prst="rect">
            <a:avLst/>
          </a:prstGeom>
        </p:spPr>
        <p:txBody>
          <a:bodyPr lIns="0" anchor="b">
            <a:normAutofit/>
          </a:bodyPr>
          <a:lstStyle>
            <a:lvl1pPr marL="0" indent="0">
              <a:spcBef>
                <a:spcPts val="100"/>
              </a:spcBef>
              <a:buNone/>
              <a:defRPr sz="1800">
                <a:solidFill>
                  <a:schemeClr val="bg1"/>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12" name="Text Placeholder 2">
            <a:extLst>
              <a:ext uri="{FF2B5EF4-FFF2-40B4-BE49-F238E27FC236}">
                <a16:creationId xmlns:a16="http://schemas.microsoft.com/office/drawing/2014/main" id="{F336E6D4-E374-ED4B-914F-92F896FA83BD}"/>
              </a:ext>
            </a:extLst>
          </p:cNvPr>
          <p:cNvSpPr>
            <a:spLocks noGrp="1"/>
          </p:cNvSpPr>
          <p:nvPr>
            <p:ph type="body" idx="12" hasCustomPrompt="1"/>
          </p:nvPr>
        </p:nvSpPr>
        <p:spPr>
          <a:xfrm>
            <a:off x="2559503" y="4540827"/>
            <a:ext cx="1837944" cy="453190"/>
          </a:xfrm>
          <a:prstGeom prst="rect">
            <a:avLst/>
          </a:prstGeom>
        </p:spPr>
        <p:txBody>
          <a:bodyPr lIns="0">
            <a:normAutofit/>
          </a:bodyPr>
          <a:lstStyle>
            <a:lvl1pPr marL="0" indent="0">
              <a:spcBef>
                <a:spcPts val="100"/>
              </a:spcBef>
              <a:buNone/>
              <a:defRPr sz="1200" b="0" i="0">
                <a:solidFill>
                  <a:schemeClr val="bg1"/>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Tree>
    <p:extLst>
      <p:ext uri="{BB962C8B-B14F-4D97-AF65-F5344CB8AC3E}">
        <p14:creationId xmlns:p14="http://schemas.microsoft.com/office/powerpoint/2010/main" val="1909358594"/>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Title Slide (with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hasCustomPrompt="1"/>
          </p:nvPr>
        </p:nvSpPr>
        <p:spPr>
          <a:xfrm>
            <a:off x="395289" y="1282701"/>
            <a:ext cx="8062912" cy="2139950"/>
          </a:xfrm>
          <a:prstGeom prst="rect">
            <a:avLst/>
          </a:prstGeom>
        </p:spPr>
        <p:txBody>
          <a:bodyPr lIns="0" anchor="b">
            <a:normAutofit/>
          </a:bodyPr>
          <a:lstStyle>
            <a:lvl1pPr>
              <a:defRPr sz="3600" b="1">
                <a:solidFill>
                  <a:schemeClr val="accent1"/>
                </a:solidFill>
                <a:latin typeface="Lato" panose="020F0502020204030203" pitchFamily="34" charset="0"/>
              </a:defRPr>
            </a:lvl1pPr>
          </a:lstStyle>
          <a:p>
            <a:r>
              <a:rPr lang="en-US" dirty="0"/>
              <a:t>Title slide, title can be move up or down or shortened from the right (don’t change left alignment)</a:t>
            </a:r>
          </a:p>
        </p:txBody>
      </p:sp>
      <p:sp>
        <p:nvSpPr>
          <p:cNvPr id="8" name="Text Placeholder 2">
            <a:extLst>
              <a:ext uri="{FF2B5EF4-FFF2-40B4-BE49-F238E27FC236}">
                <a16:creationId xmlns:a16="http://schemas.microsoft.com/office/drawing/2014/main" id="{04FF62A3-F460-4741-8342-309E52138A71}"/>
              </a:ext>
            </a:extLst>
          </p:cNvPr>
          <p:cNvSpPr>
            <a:spLocks noGrp="1"/>
          </p:cNvSpPr>
          <p:nvPr>
            <p:ph type="body" idx="1" hasCustomPrompt="1"/>
          </p:nvPr>
        </p:nvSpPr>
        <p:spPr>
          <a:xfrm>
            <a:off x="1600201" y="3436567"/>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9" name="Text Placeholder 2">
            <a:extLst>
              <a:ext uri="{FF2B5EF4-FFF2-40B4-BE49-F238E27FC236}">
                <a16:creationId xmlns:a16="http://schemas.microsoft.com/office/drawing/2014/main" id="{AF8AF9C0-51D9-4A91-8E30-9CA60298FBC0}"/>
              </a:ext>
            </a:extLst>
          </p:cNvPr>
          <p:cNvSpPr>
            <a:spLocks noGrp="1"/>
          </p:cNvSpPr>
          <p:nvPr>
            <p:ph type="body" idx="13" hasCustomPrompt="1"/>
          </p:nvPr>
        </p:nvSpPr>
        <p:spPr>
          <a:xfrm>
            <a:off x="1600201" y="3709617"/>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10" name="Text Placeholder 2">
            <a:extLst>
              <a:ext uri="{FF2B5EF4-FFF2-40B4-BE49-F238E27FC236}">
                <a16:creationId xmlns:a16="http://schemas.microsoft.com/office/drawing/2014/main" id="{C4298647-61D0-4FBB-8F52-37C8A845D3E8}"/>
              </a:ext>
            </a:extLst>
          </p:cNvPr>
          <p:cNvSpPr>
            <a:spLocks noGrp="1"/>
          </p:cNvSpPr>
          <p:nvPr>
            <p:ph type="body" idx="14" hasCustomPrompt="1"/>
          </p:nvPr>
        </p:nvSpPr>
        <p:spPr>
          <a:xfrm>
            <a:off x="4727267" y="3436567"/>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11" name="Text Placeholder 2">
            <a:extLst>
              <a:ext uri="{FF2B5EF4-FFF2-40B4-BE49-F238E27FC236}">
                <a16:creationId xmlns:a16="http://schemas.microsoft.com/office/drawing/2014/main" id="{F578A0BF-E876-40F4-A20B-1A438C7EEFAC}"/>
              </a:ext>
            </a:extLst>
          </p:cNvPr>
          <p:cNvSpPr>
            <a:spLocks noGrp="1"/>
          </p:cNvSpPr>
          <p:nvPr>
            <p:ph type="body" idx="15" hasCustomPrompt="1"/>
          </p:nvPr>
        </p:nvSpPr>
        <p:spPr>
          <a:xfrm>
            <a:off x="4727267" y="3709617"/>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4" name="Content Placeholder 3">
            <a:extLst>
              <a:ext uri="{FF2B5EF4-FFF2-40B4-BE49-F238E27FC236}">
                <a16:creationId xmlns:a16="http://schemas.microsoft.com/office/drawing/2014/main" id="{F649E506-AD96-463A-84F2-AAE1BB90340A}"/>
              </a:ext>
            </a:extLst>
          </p:cNvPr>
          <p:cNvSpPr>
            <a:spLocks noGrp="1"/>
          </p:cNvSpPr>
          <p:nvPr>
            <p:ph sz="quarter" idx="16"/>
          </p:nvPr>
        </p:nvSpPr>
        <p:spPr>
          <a:xfrm>
            <a:off x="395288" y="3432556"/>
            <a:ext cx="1115568" cy="1115568"/>
          </a:xfrm>
        </p:spPr>
        <p:txBody>
          <a:bodyPr/>
          <a:lstStyle/>
          <a:p>
            <a:pPr lvl="0"/>
            <a:r>
              <a:rPr lang="en-US"/>
              <a:t>Click to edit Master text styles</a:t>
            </a:r>
          </a:p>
        </p:txBody>
      </p:sp>
      <p:sp>
        <p:nvSpPr>
          <p:cNvPr id="12" name="Content Placeholder 3">
            <a:extLst>
              <a:ext uri="{FF2B5EF4-FFF2-40B4-BE49-F238E27FC236}">
                <a16:creationId xmlns:a16="http://schemas.microsoft.com/office/drawing/2014/main" id="{D8A7706D-1D21-49ED-888E-699D6B6BE78C}"/>
              </a:ext>
            </a:extLst>
          </p:cNvPr>
          <p:cNvSpPr>
            <a:spLocks noGrp="1"/>
          </p:cNvSpPr>
          <p:nvPr>
            <p:ph sz="quarter" idx="17"/>
          </p:nvPr>
        </p:nvSpPr>
        <p:spPr>
          <a:xfrm>
            <a:off x="3524359" y="3429000"/>
            <a:ext cx="1115568" cy="1115568"/>
          </a:xfrm>
        </p:spPr>
        <p:txBody>
          <a:bodyPr/>
          <a:lstStyle/>
          <a:p>
            <a:pPr lvl="0"/>
            <a:r>
              <a:rPr lang="en-US"/>
              <a:t>Click to edit Master text styles</a:t>
            </a:r>
          </a:p>
        </p:txBody>
      </p:sp>
    </p:spTree>
    <p:extLst>
      <p:ext uri="{BB962C8B-B14F-4D97-AF65-F5344CB8AC3E}">
        <p14:creationId xmlns:p14="http://schemas.microsoft.com/office/powerpoint/2010/main" val="2335216265"/>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title" preserve="1">
  <p:cSld name="Section Header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0E37-2066-457D-A866-CD6115300D34}"/>
              </a:ext>
            </a:extLst>
          </p:cNvPr>
          <p:cNvSpPr>
            <a:spLocks noGrp="1"/>
          </p:cNvSpPr>
          <p:nvPr>
            <p:ph type="ctrTitle" hasCustomPrompt="1"/>
          </p:nvPr>
        </p:nvSpPr>
        <p:spPr>
          <a:xfrm>
            <a:off x="1143000" y="841375"/>
            <a:ext cx="7010400" cy="1790700"/>
          </a:xfrm>
          <a:prstGeom prst="rect">
            <a:avLst/>
          </a:prstGeom>
        </p:spPr>
        <p:txBody>
          <a:bodyPr anchor="b">
            <a:normAutofit/>
          </a:bodyPr>
          <a:lstStyle>
            <a:lvl1pPr algn="ctr">
              <a:defRPr sz="3600" b="1">
                <a:solidFill>
                  <a:schemeClr val="accent1"/>
                </a:solidFill>
                <a:latin typeface="Lato" panose="020F0502020204030203" pitchFamily="34" charset="0"/>
              </a:defRPr>
            </a:lvl1pPr>
          </a:lstStyle>
          <a:p>
            <a:r>
              <a:rPr lang="en-US" dirty="0"/>
              <a:t>Section Header title</a:t>
            </a:r>
          </a:p>
        </p:txBody>
      </p:sp>
      <p:sp>
        <p:nvSpPr>
          <p:cNvPr id="3" name="Subtitle 2">
            <a:extLst>
              <a:ext uri="{FF2B5EF4-FFF2-40B4-BE49-F238E27FC236}">
                <a16:creationId xmlns:a16="http://schemas.microsoft.com/office/drawing/2014/main" id="{FBBC01D0-B230-4859-8CF6-4664E1E5F385}"/>
              </a:ext>
            </a:extLst>
          </p:cNvPr>
          <p:cNvSpPr>
            <a:spLocks noGrp="1"/>
          </p:cNvSpPr>
          <p:nvPr>
            <p:ph type="subTitle" idx="1" hasCustomPrompt="1"/>
          </p:nvPr>
        </p:nvSpPr>
        <p:spPr>
          <a:xfrm>
            <a:off x="1143000" y="2701926"/>
            <a:ext cx="7010400" cy="1241425"/>
          </a:xfrm>
          <a:prstGeom prst="rect">
            <a:avLst/>
          </a:prstGeom>
        </p:spPr>
        <p:txBody>
          <a:bodyPr>
            <a:normAutofit/>
          </a:bodyPr>
          <a:lstStyle>
            <a:lvl1pPr marL="0" indent="0" algn="ctr">
              <a:buNone/>
              <a:defRPr sz="1800">
                <a:solidFill>
                  <a:srgbClr val="393A39"/>
                </a:solidFill>
                <a:latin typeface="Lato" panose="020F0502020204030203"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dirty="0"/>
              <a:t>Section subtitle</a:t>
            </a:r>
          </a:p>
        </p:txBody>
      </p:sp>
    </p:spTree>
    <p:extLst>
      <p:ext uri="{BB962C8B-B14F-4D97-AF65-F5344CB8AC3E}">
        <p14:creationId xmlns:p14="http://schemas.microsoft.com/office/powerpoint/2010/main" val="3784484705"/>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Section Header (1 imag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5C75013-BE00-9D42-B3E2-0277BC8801EC}"/>
              </a:ext>
            </a:extLst>
          </p:cNvPr>
          <p:cNvSpPr/>
          <p:nvPr userDrawn="1"/>
        </p:nvSpPr>
        <p:spPr>
          <a:xfrm>
            <a:off x="685800" y="1055688"/>
            <a:ext cx="8085668" cy="40878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685800" y="1055689"/>
            <a:ext cx="8077200" cy="4087812"/>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457200" y="3058220"/>
            <a:ext cx="2650067" cy="899764"/>
          </a:xfrm>
          <a:solidFill>
            <a:schemeClr val="tx2"/>
          </a:solidFill>
        </p:spPr>
        <p:txBody>
          <a:bodyPr lIns="137160" tIns="45720" rIns="137160" bIns="45720" anchor="b" anchorCtr="0">
            <a:noAutofit/>
          </a:bodyPr>
          <a:lstStyle>
            <a:lvl1pPr marL="0" indent="0">
              <a:buNone/>
              <a:defRPr sz="2700" b="1">
                <a:solidFill>
                  <a:schemeClr val="accent3"/>
                </a:solidFill>
              </a:defRPr>
            </a:lvl1pPr>
            <a:lvl2pPr>
              <a:defRPr>
                <a:solidFill>
                  <a:schemeClr val="bg2"/>
                </a:solidFill>
              </a:defRPr>
            </a:lvl2pPr>
            <a:lvl3pPr>
              <a:defRPr>
                <a:solidFill>
                  <a:schemeClr val="bg2"/>
                </a:solidFill>
              </a:defRPr>
            </a:lvl3pPr>
          </a:lstStyle>
          <a:p>
            <a:pPr lvl="0"/>
            <a:r>
              <a:rPr lang="en-US" dirty="0"/>
              <a:t>Section Header Title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457200" y="3957986"/>
            <a:ext cx="2650067" cy="899764"/>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SHORT Body text here</a:t>
            </a:r>
          </a:p>
        </p:txBody>
      </p:sp>
      <p:sp>
        <p:nvSpPr>
          <p:cNvPr id="12" name="Text Placeholder 2">
            <a:extLst>
              <a:ext uri="{FF2B5EF4-FFF2-40B4-BE49-F238E27FC236}">
                <a16:creationId xmlns:a16="http://schemas.microsoft.com/office/drawing/2014/main" id="{BC42EB25-D658-9942-9DB4-E2923B92DF11}"/>
              </a:ext>
            </a:extLst>
          </p:cNvPr>
          <p:cNvSpPr>
            <a:spLocks noGrp="1"/>
          </p:cNvSpPr>
          <p:nvPr>
            <p:ph type="body" sz="quarter" idx="12" hasCustomPrompt="1"/>
          </p:nvPr>
        </p:nvSpPr>
        <p:spPr>
          <a:xfrm>
            <a:off x="6553200" y="4781550"/>
            <a:ext cx="2133600" cy="304800"/>
          </a:xfrm>
        </p:spPr>
        <p:txBody>
          <a:bodyPr>
            <a:normAutofit/>
          </a:bodyPr>
          <a:lstStyle>
            <a:lvl1pPr marL="0" indent="0" algn="r">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Caption in this style only if necessary</a:t>
            </a:r>
          </a:p>
        </p:txBody>
      </p:sp>
      <p:sp>
        <p:nvSpPr>
          <p:cNvPr id="14" name="Content Placeholder 3">
            <a:extLst>
              <a:ext uri="{FF2B5EF4-FFF2-40B4-BE49-F238E27FC236}">
                <a16:creationId xmlns:a16="http://schemas.microsoft.com/office/drawing/2014/main" id="{E80C21CB-A127-4642-94A3-3D6DB9505036}"/>
              </a:ext>
            </a:extLst>
          </p:cNvPr>
          <p:cNvSpPr>
            <a:spLocks noGrp="1"/>
          </p:cNvSpPr>
          <p:nvPr>
            <p:ph sz="quarter" idx="30" hasCustomPrompt="1"/>
          </p:nvPr>
        </p:nvSpPr>
        <p:spPr>
          <a:xfrm>
            <a:off x="457200" y="2674679"/>
            <a:ext cx="2650067" cy="383540"/>
          </a:xfrm>
          <a:solidFill>
            <a:schemeClr val="tx2"/>
          </a:solidFill>
        </p:spPr>
        <p:txBody>
          <a:bodyPr lIns="137160" tIns="45720" rIns="137160" bIns="0" anchor="b" anchorCtr="0">
            <a:normAutofit/>
          </a:bodyPr>
          <a:lstStyle>
            <a:lvl1pPr marL="0" indent="0">
              <a:buNone/>
              <a:defRPr sz="1200" b="1" i="0">
                <a:solidFill>
                  <a:srgbClr val="84C2EA"/>
                </a:solidFill>
                <a:latin typeface="Lato Black" panose="020F0502020204030203" pitchFamily="34" charset="77"/>
              </a:defRPr>
            </a:lvl1pPr>
            <a:lvl2pPr>
              <a:defRPr>
                <a:solidFill>
                  <a:schemeClr val="bg2"/>
                </a:solidFill>
              </a:defRPr>
            </a:lvl2pPr>
            <a:lvl3pPr>
              <a:defRPr>
                <a:solidFill>
                  <a:schemeClr val="bg2"/>
                </a:solidFill>
              </a:defRPr>
            </a:lvl3pPr>
          </a:lstStyle>
          <a:p>
            <a:pPr lvl="0"/>
            <a:r>
              <a:rPr lang="en-US" dirty="0"/>
              <a:t>SHORT HEADER ALL CAPS!</a:t>
            </a:r>
          </a:p>
        </p:txBody>
      </p:sp>
    </p:spTree>
    <p:extLst>
      <p:ext uri="{BB962C8B-B14F-4D97-AF65-F5344CB8AC3E}">
        <p14:creationId xmlns:p14="http://schemas.microsoft.com/office/powerpoint/2010/main" val="318715019"/>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type="obj" preserve="1">
  <p:cSld name="Basic: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F8A22-6A5B-4550-87C4-98CDB8846F3D}"/>
              </a:ext>
            </a:extLst>
          </p:cNvPr>
          <p:cNvSpPr>
            <a:spLocks noGrp="1"/>
          </p:cNvSpPr>
          <p:nvPr>
            <p:ph type="title" hasCustomPrompt="1"/>
          </p:nvPr>
        </p:nvSpPr>
        <p:spPr>
          <a:xfrm>
            <a:off x="457200" y="590550"/>
            <a:ext cx="8305800"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dirty="0"/>
              <a:t>Title goes here, can be aligned top middle or </a:t>
            </a:r>
            <a:r>
              <a:rPr lang="en-US" dirty="0" err="1"/>
              <a:t>botton</a:t>
            </a:r>
            <a:r>
              <a:rPr lang="en-US" dirty="0"/>
              <a:t> depending on if one or two lines or if you need more space*</a:t>
            </a:r>
          </a:p>
        </p:txBody>
      </p:sp>
      <p:sp>
        <p:nvSpPr>
          <p:cNvPr id="3" name="Content Placeholder 2">
            <a:extLst>
              <a:ext uri="{FF2B5EF4-FFF2-40B4-BE49-F238E27FC236}">
                <a16:creationId xmlns:a16="http://schemas.microsoft.com/office/drawing/2014/main" id="{B67B1DA0-7E63-4CDE-961E-607D001A9B67}"/>
              </a:ext>
            </a:extLst>
          </p:cNvPr>
          <p:cNvSpPr>
            <a:spLocks noGrp="1"/>
          </p:cNvSpPr>
          <p:nvPr>
            <p:ph idx="1"/>
          </p:nvPr>
        </p:nvSpPr>
        <p:spPr>
          <a:xfrm>
            <a:off x="457200" y="1333500"/>
            <a:ext cx="8305800" cy="3752850"/>
          </a:xfrm>
          <a:prstGeom prst="rect">
            <a:avLst/>
          </a:prstGeom>
        </p:spPr>
        <p:txBody>
          <a:bodyPr lIns="0">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913746352"/>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Basic: 2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183CD7-383B-48A0-8B71-F06BC83DEDB6}"/>
              </a:ext>
            </a:extLst>
          </p:cNvPr>
          <p:cNvSpPr>
            <a:spLocks noGrp="1"/>
          </p:cNvSpPr>
          <p:nvPr>
            <p:ph sz="half" idx="1"/>
          </p:nvPr>
        </p:nvSpPr>
        <p:spPr>
          <a:xfrm>
            <a:off x="457201" y="1333514"/>
            <a:ext cx="4112486" cy="3752837"/>
          </a:xfrm>
          <a:prstGeom prst="rect">
            <a:avLst/>
          </a:prstGeom>
        </p:spPr>
        <p:txBody>
          <a:bodyPr lIns="0">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03355965-8388-42DC-8FE0-FECC99CDC81E}"/>
              </a:ext>
            </a:extLst>
          </p:cNvPr>
          <p:cNvSpPr>
            <a:spLocks noGrp="1"/>
          </p:cNvSpPr>
          <p:nvPr>
            <p:ph sz="half" idx="2"/>
          </p:nvPr>
        </p:nvSpPr>
        <p:spPr>
          <a:xfrm>
            <a:off x="4726714" y="1333514"/>
            <a:ext cx="4036286" cy="3752837"/>
          </a:xfrm>
          <a:prstGeom prst="rect">
            <a:avLst/>
          </a:prstGeom>
        </p:spPr>
        <p:txBody>
          <a:bodyPr lIns="0">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itle 1">
            <a:extLst>
              <a:ext uri="{FF2B5EF4-FFF2-40B4-BE49-F238E27FC236}">
                <a16:creationId xmlns:a16="http://schemas.microsoft.com/office/drawing/2014/main" id="{F0C35649-F5E1-436D-BCBC-468BEAF27C9D}"/>
              </a:ext>
            </a:extLst>
          </p:cNvPr>
          <p:cNvSpPr>
            <a:spLocks noGrp="1"/>
          </p:cNvSpPr>
          <p:nvPr>
            <p:ph type="title" hasCustomPrompt="1"/>
          </p:nvPr>
        </p:nvSpPr>
        <p:spPr>
          <a:xfrm>
            <a:off x="457200" y="590563"/>
            <a:ext cx="8305801"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dirty="0"/>
              <a:t>Title goes here, can be aligned top middle or </a:t>
            </a:r>
            <a:r>
              <a:rPr lang="en-US" dirty="0" err="1"/>
              <a:t>botton</a:t>
            </a:r>
            <a:r>
              <a:rPr lang="en-US" dirty="0"/>
              <a:t> depending on if one or two lines or if you need more space*</a:t>
            </a:r>
          </a:p>
        </p:txBody>
      </p:sp>
    </p:spTree>
    <p:extLst>
      <p:ext uri="{BB962C8B-B14F-4D97-AF65-F5344CB8AC3E}">
        <p14:creationId xmlns:p14="http://schemas.microsoft.com/office/powerpoint/2010/main" val="508798953"/>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userDrawn="1">
  <p:cSld name="Basic: 2 column subtitle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855CD0-D773-472C-923C-F2A3641F6698}"/>
              </a:ext>
            </a:extLst>
          </p:cNvPr>
          <p:cNvSpPr>
            <a:spLocks noGrp="1"/>
          </p:cNvSpPr>
          <p:nvPr>
            <p:ph type="body" idx="1" hasCustomPrompt="1"/>
          </p:nvPr>
        </p:nvSpPr>
        <p:spPr>
          <a:xfrm>
            <a:off x="458789" y="1333515"/>
            <a:ext cx="4041574" cy="628631"/>
          </a:xfrm>
          <a:prstGeom prst="rect">
            <a:avLst/>
          </a:prstGeom>
        </p:spPr>
        <p:txBody>
          <a:bodyPr lIns="0" anchor="b">
            <a:normAutofit/>
          </a:bodyPr>
          <a:lstStyle>
            <a:lvl1pPr marL="0" indent="0">
              <a:buNone/>
              <a:defRPr sz="1800" b="1">
                <a:solidFill>
                  <a:srgbClr val="393A39"/>
                </a:solidFill>
                <a:latin typeface="Lato" panose="020F0502020204030203" pitchFamily="34" charset="0"/>
              </a:defRPr>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dirty="0"/>
              <a:t>Use this slide mostly to compare things</a:t>
            </a:r>
          </a:p>
        </p:txBody>
      </p:sp>
      <p:sp>
        <p:nvSpPr>
          <p:cNvPr id="4" name="Content Placeholder 3">
            <a:extLst>
              <a:ext uri="{FF2B5EF4-FFF2-40B4-BE49-F238E27FC236}">
                <a16:creationId xmlns:a16="http://schemas.microsoft.com/office/drawing/2014/main" id="{A0970D2E-452D-4D8D-8871-F92BDDC48512}"/>
              </a:ext>
            </a:extLst>
          </p:cNvPr>
          <p:cNvSpPr>
            <a:spLocks noGrp="1"/>
          </p:cNvSpPr>
          <p:nvPr>
            <p:ph sz="half" idx="2"/>
          </p:nvPr>
        </p:nvSpPr>
        <p:spPr>
          <a:xfrm>
            <a:off x="458789" y="1962146"/>
            <a:ext cx="4041574" cy="3124205"/>
          </a:xfrm>
          <a:prstGeom prst="rect">
            <a:avLst/>
          </a:prstGeom>
        </p:spPr>
        <p:txBody>
          <a:bodyPr lIns="0">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21265C34-988A-4381-BE35-3CF7874797A1}"/>
              </a:ext>
            </a:extLst>
          </p:cNvPr>
          <p:cNvSpPr>
            <a:spLocks noGrp="1"/>
          </p:cNvSpPr>
          <p:nvPr>
            <p:ph type="body" sz="quarter" idx="3"/>
          </p:nvPr>
        </p:nvSpPr>
        <p:spPr>
          <a:xfrm>
            <a:off x="4719808" y="1333515"/>
            <a:ext cx="4043192" cy="628650"/>
          </a:xfrm>
          <a:prstGeom prst="rect">
            <a:avLst/>
          </a:prstGeom>
        </p:spPr>
        <p:txBody>
          <a:bodyPr lIns="0" anchor="b">
            <a:normAutofit/>
          </a:bodyPr>
          <a:lstStyle>
            <a:lvl1pPr marL="0" indent="0">
              <a:buNone/>
              <a:defRPr sz="1800" b="1">
                <a:solidFill>
                  <a:srgbClr val="393A39"/>
                </a:solidFill>
                <a:latin typeface="Lato" panose="020F0502020204030203" pitchFamily="34" charset="0"/>
              </a:defRPr>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BAD278-0467-4156-945B-8A0C6FB1AAEA}"/>
              </a:ext>
            </a:extLst>
          </p:cNvPr>
          <p:cNvSpPr>
            <a:spLocks noGrp="1"/>
          </p:cNvSpPr>
          <p:nvPr>
            <p:ph sz="quarter" idx="4"/>
          </p:nvPr>
        </p:nvSpPr>
        <p:spPr>
          <a:xfrm>
            <a:off x="4719808" y="1962163"/>
            <a:ext cx="4043192" cy="3124187"/>
          </a:xfrm>
          <a:prstGeom prst="rect">
            <a:avLst/>
          </a:prstGeom>
        </p:spPr>
        <p:txBody>
          <a:bodyPr lIns="0">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7" name="Title 1">
            <a:extLst>
              <a:ext uri="{FF2B5EF4-FFF2-40B4-BE49-F238E27FC236}">
                <a16:creationId xmlns:a16="http://schemas.microsoft.com/office/drawing/2014/main" id="{9B9489FC-5B9D-4C9C-A962-ECD59DECD47F}"/>
              </a:ext>
            </a:extLst>
          </p:cNvPr>
          <p:cNvSpPr>
            <a:spLocks noGrp="1"/>
          </p:cNvSpPr>
          <p:nvPr>
            <p:ph type="title" hasCustomPrompt="1"/>
          </p:nvPr>
        </p:nvSpPr>
        <p:spPr>
          <a:xfrm>
            <a:off x="457200" y="590564"/>
            <a:ext cx="8305800"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dirty="0"/>
              <a:t>Title goes here, can be aligned top middle or </a:t>
            </a:r>
            <a:r>
              <a:rPr lang="en-US" dirty="0" err="1"/>
              <a:t>botton</a:t>
            </a:r>
            <a:r>
              <a:rPr lang="en-US" dirty="0"/>
              <a:t> depending on if one or two lines or if you need more space*</a:t>
            </a:r>
          </a:p>
        </p:txBody>
      </p:sp>
    </p:spTree>
    <p:extLst>
      <p:ext uri="{BB962C8B-B14F-4D97-AF65-F5344CB8AC3E}">
        <p14:creationId xmlns:p14="http://schemas.microsoft.com/office/powerpoint/2010/main" val="3501360812"/>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270762"/>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userDrawn="1">
  <p:cSld name="Basic + 1 Small Image (transparent) ">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6172200" y="0"/>
            <a:ext cx="29718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1">
            <a:extLst>
              <a:ext uri="{FF2B5EF4-FFF2-40B4-BE49-F238E27FC236}">
                <a16:creationId xmlns:a16="http://schemas.microsoft.com/office/drawing/2014/main" id="{439FB627-FD00-4FAF-95D2-71E0F07CFB84}"/>
              </a:ext>
            </a:extLst>
          </p:cNvPr>
          <p:cNvSpPr>
            <a:spLocks noGrp="1"/>
          </p:cNvSpPr>
          <p:nvPr>
            <p:ph type="title" hasCustomPrompt="1"/>
          </p:nvPr>
        </p:nvSpPr>
        <p:spPr>
          <a:xfrm>
            <a:off x="457201" y="819150"/>
            <a:ext cx="53133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dirty="0"/>
              <a:t>Title, aligned bottom, don’t hit enter</a:t>
            </a:r>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6172200" y="0"/>
            <a:ext cx="2971800" cy="5143500"/>
          </a:xfrm>
          <a:noFill/>
        </p:spPr>
        <p:txBody>
          <a:bodyPr/>
          <a:lstStyle>
            <a:lvl1pPr marL="0" indent="0">
              <a:buNone/>
              <a:defRPr/>
            </a:lvl1pPr>
            <a:lvl2pPr marL="292093" indent="0">
              <a:buFont typeface="Arial" panose="020B0604020202020204" pitchFamily="34" charset="0"/>
              <a:buNone/>
              <a:defRPr/>
            </a:lvl2pPr>
            <a:lvl3pPr marL="576248" indent="0">
              <a:buNone/>
              <a:defRPr/>
            </a:lvl3pPr>
          </a:lstStyle>
          <a:p>
            <a:pPr lvl="0"/>
            <a:r>
              <a:rPr lang="en-US" dirty="0"/>
              <a:t>Transparent background model image or diagram ONLY (no images that already have backgrounds at all, no screenshots either). Take image to the edges and use cropping, don’t just float within it.</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457201" y="1619250"/>
            <a:ext cx="5313362" cy="3162300"/>
          </a:xfrm>
          <a:prstGeom prst="rect">
            <a:avLst/>
          </a:prstGeom>
        </p:spPr>
        <p:txBody>
          <a:bodyPr lIns="0" numCol="1">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26066BEB-7D2D-5A43-9F67-5650CF5696CF}"/>
              </a:ext>
            </a:extLst>
          </p:cNvPr>
          <p:cNvSpPr>
            <a:spLocks noGrp="1"/>
          </p:cNvSpPr>
          <p:nvPr>
            <p:ph type="body" sz="quarter" idx="12" hasCustomPrompt="1"/>
          </p:nvPr>
        </p:nvSpPr>
        <p:spPr>
          <a:xfrm>
            <a:off x="6392008" y="4629150"/>
            <a:ext cx="2523392" cy="304800"/>
          </a:xfrm>
        </p:spPr>
        <p:txBody>
          <a:bodyPr>
            <a:normAutofit/>
          </a:bodyPr>
          <a:lstStyle>
            <a:lvl1pPr marL="0" indent="0">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Caption in this style only if necessary (move to be near image)</a:t>
            </a:r>
          </a:p>
        </p:txBody>
      </p:sp>
    </p:spTree>
    <p:extLst>
      <p:ext uri="{BB962C8B-B14F-4D97-AF65-F5344CB8AC3E}">
        <p14:creationId xmlns:p14="http://schemas.microsoft.com/office/powerpoint/2010/main" val="637028387"/>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preserve="1" userDrawn="1">
  <p:cSld name="Basic + 1 Image (transpar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3887788" y="0"/>
            <a:ext cx="5256212"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819150"/>
            <a:ext cx="2949575"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4114800" y="209550"/>
            <a:ext cx="4800600" cy="4724400"/>
          </a:xfrm>
          <a:noFill/>
        </p:spPr>
        <p:txBody>
          <a:bodyPr/>
          <a:lstStyle>
            <a:lvl1pPr marL="0" indent="0">
              <a:buNone/>
              <a:defRPr/>
            </a:lvl1pPr>
            <a:lvl3pPr>
              <a:defRPr/>
            </a:lvl3pPr>
          </a:lstStyle>
          <a:p>
            <a:pPr lvl="0"/>
            <a:r>
              <a:rPr lang="en-US" dirty="0"/>
              <a:t>Transparent background model image or diagram ONLY (no images that already have backgrounds at all, no screenshots either). Take image to the edges and use cropping, don’t just float within it.</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457201" y="1619250"/>
            <a:ext cx="2949575" cy="31623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EAFD1F65-F171-7645-9310-3848480AA1B7}"/>
              </a:ext>
            </a:extLst>
          </p:cNvPr>
          <p:cNvSpPr>
            <a:spLocks noGrp="1"/>
          </p:cNvSpPr>
          <p:nvPr>
            <p:ph type="body" sz="quarter" idx="12" hasCustomPrompt="1"/>
          </p:nvPr>
        </p:nvSpPr>
        <p:spPr>
          <a:xfrm>
            <a:off x="4114800" y="4629150"/>
            <a:ext cx="3103378" cy="304800"/>
          </a:xfrm>
        </p:spPr>
        <p:txBody>
          <a:bodyPr>
            <a:normAutofit/>
          </a:bodyPr>
          <a:lstStyle>
            <a:lvl1pPr marL="0" indent="0">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Caption in this style only if necessary (move to be near image)</a:t>
            </a:r>
          </a:p>
        </p:txBody>
      </p:sp>
    </p:spTree>
    <p:extLst>
      <p:ext uri="{BB962C8B-B14F-4D97-AF65-F5344CB8AC3E}">
        <p14:creationId xmlns:p14="http://schemas.microsoft.com/office/powerpoint/2010/main" val="9949247"/>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preserve="1" userDrawn="1">
  <p:cSld name="Basic + 1 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819150"/>
            <a:ext cx="2949575"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4114800" y="209550"/>
            <a:ext cx="4800600" cy="4724400"/>
          </a:xfrm>
          <a:noFill/>
        </p:spPr>
        <p:txBody>
          <a:bodyPr/>
          <a:lstStyle>
            <a:lvl1pPr marL="0" indent="0">
              <a:buNone/>
              <a:defRPr/>
            </a:lvl1pPr>
            <a:lvl3pPr>
              <a:defRPr/>
            </a:lvl3pPr>
          </a:lstStyle>
          <a:p>
            <a:pPr lvl="0"/>
            <a:r>
              <a:rPr lang="en-US" dirty="0"/>
              <a:t>This space is for images or diagrams</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hasCustomPrompt="1"/>
          </p:nvPr>
        </p:nvSpPr>
        <p:spPr>
          <a:xfrm>
            <a:off x="457201" y="1619250"/>
            <a:ext cx="2949575" cy="31623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This text box can be extended to the right if needed (do NOT change the left alignment)</a:t>
            </a:r>
          </a:p>
          <a:p>
            <a:pPr lvl="1"/>
            <a:r>
              <a:rPr lang="en-US" dirty="0"/>
              <a:t>Second level</a:t>
            </a:r>
          </a:p>
          <a:p>
            <a:pPr lvl="2"/>
            <a:r>
              <a:rPr lang="en-US" dirty="0"/>
              <a:t>Third level</a:t>
            </a:r>
          </a:p>
        </p:txBody>
      </p:sp>
      <p:sp>
        <p:nvSpPr>
          <p:cNvPr id="6" name="Text Placeholder 2">
            <a:extLst>
              <a:ext uri="{FF2B5EF4-FFF2-40B4-BE49-F238E27FC236}">
                <a16:creationId xmlns:a16="http://schemas.microsoft.com/office/drawing/2014/main" id="{0530032C-BEDF-DA40-8660-8F9EF489DC38}"/>
              </a:ext>
            </a:extLst>
          </p:cNvPr>
          <p:cNvSpPr>
            <a:spLocks noGrp="1"/>
          </p:cNvSpPr>
          <p:nvPr>
            <p:ph type="body" sz="quarter" idx="12" hasCustomPrompt="1"/>
          </p:nvPr>
        </p:nvSpPr>
        <p:spPr>
          <a:xfrm>
            <a:off x="4114800" y="4629150"/>
            <a:ext cx="3103378" cy="304800"/>
          </a:xfrm>
        </p:spPr>
        <p:txBody>
          <a:bodyPr>
            <a:normAutofit/>
          </a:bodyPr>
          <a:lstStyle>
            <a:lvl1pPr marL="0" indent="0">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Caption in this style only if necessary (move to be near image)</a:t>
            </a:r>
          </a:p>
        </p:txBody>
      </p:sp>
    </p:spTree>
    <p:extLst>
      <p:ext uri="{BB962C8B-B14F-4D97-AF65-F5344CB8AC3E}">
        <p14:creationId xmlns:p14="http://schemas.microsoft.com/office/powerpoint/2010/main" val="3907993767"/>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Full UI (uncropp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D31936-C3F8-4543-8C3C-56E4DA99C47C}"/>
              </a:ext>
            </a:extLst>
          </p:cNvPr>
          <p:cNvSpPr/>
          <p:nvPr userDrawn="1"/>
        </p:nvSpPr>
        <p:spPr>
          <a:xfrm>
            <a:off x="0" y="-19050"/>
            <a:ext cx="9144000" cy="3619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1143001" y="971551"/>
            <a:ext cx="7699124" cy="4330757"/>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Full GUI image ONLY, cropped off at the bottom a little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hasCustomPrompt="1"/>
          </p:nvPr>
        </p:nvSpPr>
        <p:spPr>
          <a:xfrm>
            <a:off x="1066800" y="115217"/>
            <a:ext cx="5410200" cy="326781"/>
          </a:xfrm>
          <a:prstGeom prst="rect">
            <a:avLst/>
          </a:prstGeom>
        </p:spPr>
        <p:txBody>
          <a:bodyPr lIns="91440" anchor="t">
            <a:normAutofit/>
          </a:bodyPr>
          <a:lstStyle>
            <a:lvl1pPr>
              <a:defRPr sz="1000" b="1" i="0">
                <a:solidFill>
                  <a:schemeClr val="accent2"/>
                </a:solidFill>
                <a:latin typeface="Lato Black" panose="020F0502020204030203" pitchFamily="34" charset="77"/>
              </a:defRPr>
            </a:lvl1pPr>
          </a:lstStyle>
          <a:p>
            <a:r>
              <a:rPr lang="en-US" dirty="0"/>
              <a:t>ALL CAPS SMALL TITLE***</a:t>
            </a:r>
          </a:p>
        </p:txBody>
      </p:sp>
      <p:pic>
        <p:nvPicPr>
          <p:cNvPr id="8" name="Picture 7">
            <a:extLst>
              <a:ext uri="{FF2B5EF4-FFF2-40B4-BE49-F238E27FC236}">
                <a16:creationId xmlns:a16="http://schemas.microsoft.com/office/drawing/2014/main" id="{19E75701-0E22-4B4A-8AA4-6D0F867616DF}"/>
              </a:ext>
            </a:extLst>
          </p:cNvPr>
          <p:cNvPicPr>
            <a:picLocks noChangeAspect="1"/>
          </p:cNvPicPr>
          <p:nvPr userDrawn="1"/>
        </p:nvPicPr>
        <p:blipFill rotWithShape="1">
          <a:blip r:embed="rId2"/>
          <a:srcRect l="24096"/>
          <a:stretch/>
        </p:blipFill>
        <p:spPr>
          <a:xfrm>
            <a:off x="0" y="115218"/>
            <a:ext cx="1066800" cy="287051"/>
          </a:xfrm>
          <a:prstGeom prst="rect">
            <a:avLst/>
          </a:prstGeom>
        </p:spPr>
      </p:pic>
      <p:pic>
        <p:nvPicPr>
          <p:cNvPr id="11" name="Picture 10">
            <a:extLst>
              <a:ext uri="{FF2B5EF4-FFF2-40B4-BE49-F238E27FC236}">
                <a16:creationId xmlns:a16="http://schemas.microsoft.com/office/drawing/2014/main" id="{DD5DBF44-D76D-FF41-BCD4-B3E4748860A2}"/>
              </a:ext>
            </a:extLst>
          </p:cNvPr>
          <p:cNvPicPr>
            <a:picLocks noChangeAspect="1"/>
          </p:cNvPicPr>
          <p:nvPr userDrawn="1"/>
        </p:nvPicPr>
        <p:blipFill>
          <a:blip r:embed="rId3"/>
          <a:stretch>
            <a:fillRect/>
          </a:stretch>
        </p:blipFill>
        <p:spPr>
          <a:xfrm>
            <a:off x="115779" y="223914"/>
            <a:ext cx="752320" cy="69658"/>
          </a:xfrm>
          <a:prstGeom prst="rect">
            <a:avLst/>
          </a:prstGeom>
        </p:spPr>
      </p:pic>
    </p:spTree>
    <p:extLst>
      <p:ext uri="{BB962C8B-B14F-4D97-AF65-F5344CB8AC3E}">
        <p14:creationId xmlns:p14="http://schemas.microsoft.com/office/powerpoint/2010/main" val="1320575030"/>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Full UI + Bullets">
    <p:spTree>
      <p:nvGrpSpPr>
        <p:cNvPr id="1" name=""/>
        <p:cNvGrpSpPr/>
        <p:nvPr/>
      </p:nvGrpSpPr>
      <p:grpSpPr>
        <a:xfrm>
          <a:off x="0" y="0"/>
          <a:ext cx="0" cy="0"/>
          <a:chOff x="0" y="0"/>
          <a:chExt cx="0" cy="0"/>
        </a:xfrm>
      </p:grpSpPr>
      <p:sp>
        <p:nvSpPr>
          <p:cNvPr id="6" name="Content Placeholder 3">
            <a:extLst>
              <a:ext uri="{FF2B5EF4-FFF2-40B4-BE49-F238E27FC236}">
                <a16:creationId xmlns:a16="http://schemas.microsoft.com/office/drawing/2014/main" id="{605A7786-1341-C946-B039-5154A953C255}"/>
              </a:ext>
            </a:extLst>
          </p:cNvPr>
          <p:cNvSpPr>
            <a:spLocks noGrp="1"/>
          </p:cNvSpPr>
          <p:nvPr>
            <p:ph sz="half" idx="18" hasCustomPrompt="1"/>
          </p:nvPr>
        </p:nvSpPr>
        <p:spPr>
          <a:xfrm>
            <a:off x="457201" y="3034641"/>
            <a:ext cx="2417762" cy="167071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This space is meant for body text not bullets</a:t>
            </a:r>
          </a:p>
          <a:p>
            <a:pPr lvl="1"/>
            <a:r>
              <a:rPr lang="en-US" dirty="0"/>
              <a:t>Second level</a:t>
            </a:r>
          </a:p>
          <a:p>
            <a:pPr lvl="2"/>
            <a:r>
              <a:rPr lang="en-US" dirty="0"/>
              <a:t>Third level</a:t>
            </a:r>
          </a:p>
        </p:txBody>
      </p:sp>
      <p:sp>
        <p:nvSpPr>
          <p:cNvPr id="2" name="Rectangle 1">
            <a:extLst>
              <a:ext uri="{FF2B5EF4-FFF2-40B4-BE49-F238E27FC236}">
                <a16:creationId xmlns:a16="http://schemas.microsoft.com/office/drawing/2014/main" id="{24948BB7-C5F7-154F-ABB6-A26EB95A5488}"/>
              </a:ext>
            </a:extLst>
          </p:cNvPr>
          <p:cNvSpPr/>
          <p:nvPr userDrawn="1"/>
        </p:nvSpPr>
        <p:spPr>
          <a:xfrm>
            <a:off x="0" y="1047750"/>
            <a:ext cx="37338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3271058" y="436767"/>
            <a:ext cx="5872941" cy="4706734"/>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Full GUI image ONLY, cropped off the bottom and off the right side!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1200150"/>
            <a:ext cx="2417762" cy="15240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559974072"/>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Full UI + 2 Subsections">
    <p:spTree>
      <p:nvGrpSpPr>
        <p:cNvPr id="1" name=""/>
        <p:cNvGrpSpPr/>
        <p:nvPr/>
      </p:nvGrpSpPr>
      <p:grpSpPr>
        <a:xfrm>
          <a:off x="0" y="0"/>
          <a:ext cx="0" cy="0"/>
          <a:chOff x="0" y="0"/>
          <a:chExt cx="0" cy="0"/>
        </a:xfrm>
      </p:grpSpPr>
      <p:sp>
        <p:nvSpPr>
          <p:cNvPr id="8" name="Content Placeholder 3">
            <a:extLst>
              <a:ext uri="{FF2B5EF4-FFF2-40B4-BE49-F238E27FC236}">
                <a16:creationId xmlns:a16="http://schemas.microsoft.com/office/drawing/2014/main" id="{C10A5AEE-B817-934D-8242-D5F59127342B}"/>
              </a:ext>
            </a:extLst>
          </p:cNvPr>
          <p:cNvSpPr>
            <a:spLocks noGrp="1"/>
          </p:cNvSpPr>
          <p:nvPr>
            <p:ph sz="quarter" idx="15" hasCustomPrompt="1"/>
          </p:nvPr>
        </p:nvSpPr>
        <p:spPr>
          <a:xfrm>
            <a:off x="-2" y="2724151"/>
            <a:ext cx="1634721" cy="685801"/>
          </a:xfrm>
          <a:solidFill>
            <a:schemeClr val="tx2"/>
          </a:solidFill>
        </p:spPr>
        <p:txBody>
          <a:bodyPr lIns="274320" tIns="137160" rIns="137160" bIns="45720" anchor="b" anchorCtr="0">
            <a:noAutofit/>
          </a:bodyPr>
          <a:lstStyle>
            <a:lvl1pPr marL="0" indent="0">
              <a:buNone/>
              <a:defRPr sz="12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1" name="Content Placeholder 3">
            <a:extLst>
              <a:ext uri="{FF2B5EF4-FFF2-40B4-BE49-F238E27FC236}">
                <a16:creationId xmlns:a16="http://schemas.microsoft.com/office/drawing/2014/main" id="{3AB85344-0F9C-6349-9259-7612E08CF13D}"/>
              </a:ext>
            </a:extLst>
          </p:cNvPr>
          <p:cNvSpPr>
            <a:spLocks noGrp="1"/>
          </p:cNvSpPr>
          <p:nvPr>
            <p:ph sz="quarter" idx="16" hasCustomPrompt="1"/>
          </p:nvPr>
        </p:nvSpPr>
        <p:spPr>
          <a:xfrm>
            <a:off x="-2" y="3409951"/>
            <a:ext cx="1634721" cy="1447800"/>
          </a:xfrm>
          <a:solidFill>
            <a:schemeClr val="tx2"/>
          </a:solidFill>
        </p:spPr>
        <p:txBody>
          <a:bodyPr lIns="274320" tIns="45720" rIns="137160" bIns="137160">
            <a:normAutofit/>
          </a:bodyPr>
          <a:lstStyle>
            <a:lvl1pPr>
              <a:defRPr>
                <a:solidFill>
                  <a:schemeClr val="bg2"/>
                </a:solidFill>
              </a:defRPr>
            </a:lvl1pPr>
            <a:lvl2pPr marL="6350" indent="0">
              <a:buFont typeface="Arial" panose="020B0604020202020204" pitchFamily="34" charset="0"/>
              <a:buNone/>
              <a:tabLst/>
              <a:defRPr sz="1100">
                <a:solidFill>
                  <a:schemeClr val="bg2"/>
                </a:solidFill>
              </a:defRPr>
            </a:lvl2pPr>
            <a:lvl3pPr>
              <a:defRPr>
                <a:solidFill>
                  <a:schemeClr val="bg2"/>
                </a:solidFill>
              </a:defRPr>
            </a:lvl3pPr>
          </a:lstStyle>
          <a:p>
            <a:pPr lvl="1"/>
            <a:r>
              <a:rPr lang="en-US" dirty="0"/>
              <a:t>Short body text</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14287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2" name="Content Placeholder 3">
            <a:extLst>
              <a:ext uri="{FF2B5EF4-FFF2-40B4-BE49-F238E27FC236}">
                <a16:creationId xmlns:a16="http://schemas.microsoft.com/office/drawing/2014/main" id="{CF2C3E51-2315-174E-85AB-DC5362D83E82}"/>
              </a:ext>
            </a:extLst>
          </p:cNvPr>
          <p:cNvSpPr>
            <a:spLocks noGrp="1"/>
          </p:cNvSpPr>
          <p:nvPr>
            <p:ph sz="quarter" idx="18" hasCustomPrompt="1"/>
          </p:nvPr>
        </p:nvSpPr>
        <p:spPr>
          <a:xfrm>
            <a:off x="1634717" y="2724151"/>
            <a:ext cx="1634721" cy="685801"/>
          </a:xfrm>
          <a:solidFill>
            <a:schemeClr val="tx2"/>
          </a:solidFill>
        </p:spPr>
        <p:txBody>
          <a:bodyPr lIns="137160" tIns="137160" rIns="274320" bIns="45720" anchor="b" anchorCtr="0">
            <a:noAutofit/>
          </a:bodyPr>
          <a:lstStyle>
            <a:lvl1pPr marL="0" indent="0">
              <a:buNone/>
              <a:defRPr sz="12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3" name="Content Placeholder 3">
            <a:extLst>
              <a:ext uri="{FF2B5EF4-FFF2-40B4-BE49-F238E27FC236}">
                <a16:creationId xmlns:a16="http://schemas.microsoft.com/office/drawing/2014/main" id="{D082C563-7E09-194A-B0C7-0427D9FEA226}"/>
              </a:ext>
            </a:extLst>
          </p:cNvPr>
          <p:cNvSpPr>
            <a:spLocks noGrp="1"/>
          </p:cNvSpPr>
          <p:nvPr>
            <p:ph sz="quarter" idx="19" hasCustomPrompt="1"/>
          </p:nvPr>
        </p:nvSpPr>
        <p:spPr>
          <a:xfrm>
            <a:off x="1634717" y="3409951"/>
            <a:ext cx="1634721" cy="1447800"/>
          </a:xfrm>
          <a:solidFill>
            <a:schemeClr val="tx2"/>
          </a:solidFill>
        </p:spPr>
        <p:txBody>
          <a:bodyPr lIns="137160" tIns="45720" rIns="274320" bIns="137160">
            <a:normAutofit/>
          </a:bodyPr>
          <a:lstStyle>
            <a:lvl1pPr>
              <a:defRPr>
                <a:solidFill>
                  <a:schemeClr val="bg2"/>
                </a:solidFill>
              </a:defRPr>
            </a:lvl1pPr>
            <a:lvl2pPr marL="6350" indent="0">
              <a:buFont typeface="Arial" panose="020B0604020202020204" pitchFamily="34" charset="0"/>
              <a:buNone/>
              <a:tabLst/>
              <a:defRPr sz="1100">
                <a:solidFill>
                  <a:schemeClr val="bg2"/>
                </a:solidFill>
              </a:defRPr>
            </a:lvl2pPr>
            <a:lvl3pPr>
              <a:defRPr>
                <a:solidFill>
                  <a:schemeClr val="bg2"/>
                </a:solidFill>
              </a:defRPr>
            </a:lvl3pPr>
          </a:lstStyle>
          <a:p>
            <a:pPr lvl="1"/>
            <a:r>
              <a:rPr lang="en-US" dirty="0"/>
              <a:t>Short body text</a:t>
            </a:r>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3271058" y="436767"/>
            <a:ext cx="5872941" cy="4706734"/>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Full GUI image ONLY, cropped off the bottom and off the right side!</a:t>
            </a:r>
          </a:p>
        </p:txBody>
      </p:sp>
    </p:spTree>
    <p:extLst>
      <p:ext uri="{BB962C8B-B14F-4D97-AF65-F5344CB8AC3E}">
        <p14:creationId xmlns:p14="http://schemas.microsoft.com/office/powerpoint/2010/main" val="2522360533"/>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userDrawn="1">
  <p:cSld name="Cropped UI + Bulle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userDrawn="1"/>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914401" y="742950"/>
            <a:ext cx="2971801" cy="44005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234180" y="1009650"/>
            <a:ext cx="422402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234180" y="2190750"/>
            <a:ext cx="422402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671471960"/>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preserve="1" userDrawn="1">
  <p:cSld name="Cropped UI + 2 Subsectio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userDrawn="1"/>
        </p:nvSpPr>
        <p:spPr>
          <a:xfrm>
            <a:off x="0" y="2603501"/>
            <a:ext cx="9144000" cy="2539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762000" y="742950"/>
            <a:ext cx="3124200" cy="44005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234180" y="1009650"/>
            <a:ext cx="4355321" cy="91440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25" name="Content Placeholder 3">
            <a:extLst>
              <a:ext uri="{FF2B5EF4-FFF2-40B4-BE49-F238E27FC236}">
                <a16:creationId xmlns:a16="http://schemas.microsoft.com/office/drawing/2014/main" id="{CDB8CB3B-090E-084B-9773-1D5AA8B26B3D}"/>
              </a:ext>
            </a:extLst>
          </p:cNvPr>
          <p:cNvSpPr>
            <a:spLocks noGrp="1"/>
          </p:cNvSpPr>
          <p:nvPr>
            <p:ph sz="quarter" idx="19" hasCustomPrompt="1"/>
          </p:nvPr>
        </p:nvSpPr>
        <p:spPr>
          <a:xfrm>
            <a:off x="4233401" y="2603500"/>
            <a:ext cx="210312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94DC190C-3A71-1240-860F-43C561E0C456}"/>
              </a:ext>
            </a:extLst>
          </p:cNvPr>
          <p:cNvSpPr>
            <a:spLocks noGrp="1"/>
          </p:cNvSpPr>
          <p:nvPr>
            <p:ph sz="quarter" idx="21" hasCustomPrompt="1"/>
          </p:nvPr>
        </p:nvSpPr>
        <p:spPr>
          <a:xfrm>
            <a:off x="6497207" y="2603500"/>
            <a:ext cx="2103119"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1" name="Content Placeholder 3">
            <a:extLst>
              <a:ext uri="{FF2B5EF4-FFF2-40B4-BE49-F238E27FC236}">
                <a16:creationId xmlns:a16="http://schemas.microsoft.com/office/drawing/2014/main" id="{5DF5F889-043E-614B-93E1-565AC48AF894}"/>
              </a:ext>
            </a:extLst>
          </p:cNvPr>
          <p:cNvSpPr>
            <a:spLocks noGrp="1"/>
          </p:cNvSpPr>
          <p:nvPr>
            <p:ph sz="half" idx="22" hasCustomPrompt="1"/>
          </p:nvPr>
        </p:nvSpPr>
        <p:spPr>
          <a:xfrm>
            <a:off x="4233402" y="2960014"/>
            <a:ext cx="2103121" cy="1743114"/>
          </a:xfrm>
          <a:prstGeom prst="rect">
            <a:avLst/>
          </a:prstGeom>
          <a:solidFill>
            <a:schemeClr val="bg1">
              <a:lumMod val="95000"/>
            </a:schemeClr>
          </a:solidFill>
          <a:ln w="6350">
            <a:solidFill>
              <a:schemeClr val="bg1">
                <a:lumMod val="95000"/>
              </a:schemeClr>
            </a:solidFill>
          </a:ln>
        </p:spPr>
        <p:txBody>
          <a:bodyPr lIns="137160" rIns="137160" bIns="91440">
            <a:normAutofit/>
          </a:bodyPr>
          <a:lstStyle>
            <a:lvl1pPr>
              <a:lnSpc>
                <a:spcPct val="100000"/>
              </a:lnSpc>
              <a:defRPr sz="12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Bullets all on the same level or body text (no sub bullets)</a:t>
            </a:r>
          </a:p>
          <a:p>
            <a:pPr lvl="1"/>
            <a:r>
              <a:rPr lang="en-US" dirty="0"/>
              <a:t>Second level</a:t>
            </a:r>
          </a:p>
          <a:p>
            <a:pPr lvl="1"/>
            <a:r>
              <a:rPr lang="en-US" dirty="0"/>
              <a:t>NEVER IMAGES</a:t>
            </a:r>
          </a:p>
        </p:txBody>
      </p:sp>
      <p:sp>
        <p:nvSpPr>
          <p:cNvPr id="12" name="Content Placeholder 3">
            <a:extLst>
              <a:ext uri="{FF2B5EF4-FFF2-40B4-BE49-F238E27FC236}">
                <a16:creationId xmlns:a16="http://schemas.microsoft.com/office/drawing/2014/main" id="{A44797D5-5F10-264E-8C89-F35D0593B862}"/>
              </a:ext>
            </a:extLst>
          </p:cNvPr>
          <p:cNvSpPr>
            <a:spLocks noGrp="1"/>
          </p:cNvSpPr>
          <p:nvPr>
            <p:ph sz="half" idx="23" hasCustomPrompt="1"/>
          </p:nvPr>
        </p:nvSpPr>
        <p:spPr>
          <a:xfrm>
            <a:off x="6497208" y="2960014"/>
            <a:ext cx="2103121" cy="1743114"/>
          </a:xfrm>
          <a:prstGeom prst="rect">
            <a:avLst/>
          </a:prstGeom>
          <a:solidFill>
            <a:schemeClr val="bg1">
              <a:lumMod val="95000"/>
            </a:schemeClr>
          </a:solidFill>
          <a:ln w="6350">
            <a:solidFill>
              <a:schemeClr val="bg1">
                <a:lumMod val="95000"/>
              </a:schemeClr>
            </a:solidFill>
          </a:ln>
        </p:spPr>
        <p:txBody>
          <a:bodyPr lIns="137160" rIns="137160" bIns="91440">
            <a:normAutofit/>
          </a:bodyPr>
          <a:lstStyle>
            <a:lvl1pPr>
              <a:lnSpc>
                <a:spcPct val="100000"/>
              </a:lnSpc>
              <a:defRPr sz="12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Bullets all on the same level or body text (no sub bullets)</a:t>
            </a:r>
          </a:p>
          <a:p>
            <a:pPr lvl="1"/>
            <a:r>
              <a:rPr lang="en-US" dirty="0"/>
              <a:t>Second level</a:t>
            </a:r>
          </a:p>
          <a:p>
            <a:pPr lvl="1"/>
            <a:r>
              <a:rPr lang="en-US" dirty="0"/>
              <a:t>NEVER IMAGES</a:t>
            </a:r>
          </a:p>
        </p:txBody>
      </p:sp>
    </p:spTree>
    <p:extLst>
      <p:ext uri="{BB962C8B-B14F-4D97-AF65-F5344CB8AC3E}">
        <p14:creationId xmlns:p14="http://schemas.microsoft.com/office/powerpoint/2010/main" val="3188232348"/>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userDrawn="1">
  <p:cSld name="Cropped UI + Body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34A35F9-142E-5446-8160-BFE436274684}"/>
              </a:ext>
            </a:extLst>
          </p:cNvPr>
          <p:cNvSpPr/>
          <p:nvPr userDrawn="1"/>
        </p:nvSpPr>
        <p:spPr>
          <a:xfrm>
            <a:off x="0" y="869462"/>
            <a:ext cx="9144000" cy="23880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914401" y="590550"/>
            <a:ext cx="2590800" cy="45529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234180" y="742950"/>
            <a:ext cx="4224020" cy="914400"/>
          </a:xfrm>
          <a:prstGeom prst="rect">
            <a:avLst/>
          </a:prstGeom>
        </p:spPr>
        <p:txBody>
          <a:bodyPr lIns="0" anchor="b">
            <a:normAutofit/>
          </a:bodyPr>
          <a:lstStyle>
            <a:lvl1pPr>
              <a:defRPr sz="2400" b="1">
                <a:solidFill>
                  <a:srgbClr val="FFD999"/>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hasCustomPrompt="1"/>
          </p:nvPr>
        </p:nvSpPr>
        <p:spPr>
          <a:xfrm>
            <a:off x="4234180" y="1771650"/>
            <a:ext cx="4224020" cy="1257300"/>
          </a:xfrm>
          <a:prstGeom prst="rect">
            <a:avLst/>
          </a:prstGeom>
        </p:spPr>
        <p:txBody>
          <a:bodyPr lIns="0" tIns="0">
            <a:normAutofit/>
          </a:bodyPr>
          <a:lstStyle>
            <a:lvl1pPr marL="0" indent="0">
              <a:lnSpc>
                <a:spcPct val="100000"/>
              </a:lnSpc>
              <a:buNone/>
              <a:defRPr sz="1400">
                <a:solidFill>
                  <a:schemeClr val="bg2"/>
                </a:solidFill>
                <a:latin typeface="Lato" panose="020F0502020204030203" pitchFamily="34" charset="0"/>
              </a:defRPr>
            </a:lvl1pPr>
            <a:lvl2pPr marL="514337" indent="-222245">
              <a:lnSpc>
                <a:spcPct val="100000"/>
              </a:lnSpc>
              <a:buFont typeface="Arial" panose="020B0604020202020204" pitchFamily="34" charset="0"/>
              <a:buChar char="•"/>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a:t>
            </a:r>
          </a:p>
          <a:p>
            <a:pPr lvl="0"/>
            <a:r>
              <a:rPr lang="en-US" dirty="0"/>
              <a:t>This makes a good section header</a:t>
            </a:r>
          </a:p>
        </p:txBody>
      </p:sp>
    </p:spTree>
    <p:extLst>
      <p:ext uri="{BB962C8B-B14F-4D97-AF65-F5344CB8AC3E}">
        <p14:creationId xmlns:p14="http://schemas.microsoft.com/office/powerpoint/2010/main" val="1930270052"/>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userDrawn="1">
  <p:cSld name="Cropped UI, Image, + Body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0F7F6CE-7B09-A540-BDAD-6FB40343D55D}"/>
              </a:ext>
            </a:extLst>
          </p:cNvPr>
          <p:cNvSpPr/>
          <p:nvPr userDrawn="1"/>
        </p:nvSpPr>
        <p:spPr>
          <a:xfrm>
            <a:off x="0" y="2799101"/>
            <a:ext cx="9144000" cy="2344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Rectangle 10">
            <a:extLst>
              <a:ext uri="{FF2B5EF4-FFF2-40B4-BE49-F238E27FC236}">
                <a16:creationId xmlns:a16="http://schemas.microsoft.com/office/drawing/2014/main" id="{CD8A0CAE-EB69-8B4A-8FD3-105C3132143E}"/>
              </a:ext>
            </a:extLst>
          </p:cNvPr>
          <p:cNvSpPr/>
          <p:nvPr userDrawn="1"/>
        </p:nvSpPr>
        <p:spPr>
          <a:xfrm>
            <a:off x="0" y="869462"/>
            <a:ext cx="9144000" cy="23880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914401" y="590550"/>
            <a:ext cx="2590800" cy="45529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234180" y="742950"/>
            <a:ext cx="4224020" cy="914400"/>
          </a:xfrm>
          <a:prstGeom prst="rect">
            <a:avLst/>
          </a:prstGeom>
        </p:spPr>
        <p:txBody>
          <a:bodyPr lIns="0" anchor="b">
            <a:normAutofit/>
          </a:bodyPr>
          <a:lstStyle>
            <a:lvl1pPr>
              <a:defRPr sz="2400" b="1">
                <a:solidFill>
                  <a:srgbClr val="FFD999"/>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hasCustomPrompt="1"/>
          </p:nvPr>
        </p:nvSpPr>
        <p:spPr>
          <a:xfrm>
            <a:off x="4234180" y="1771650"/>
            <a:ext cx="4224020" cy="1257300"/>
          </a:xfrm>
          <a:prstGeom prst="rect">
            <a:avLst/>
          </a:prstGeom>
        </p:spPr>
        <p:txBody>
          <a:bodyPr lIns="0" tIns="0">
            <a:normAutofit/>
          </a:bodyPr>
          <a:lstStyle>
            <a:lvl1pPr marL="0" indent="0">
              <a:lnSpc>
                <a:spcPct val="100000"/>
              </a:lnSpc>
              <a:buNone/>
              <a:defRPr sz="1400">
                <a:solidFill>
                  <a:schemeClr val="bg2"/>
                </a:solidFill>
                <a:latin typeface="Lato" panose="020F0502020204030203" pitchFamily="34" charset="0"/>
              </a:defRPr>
            </a:lvl1pPr>
            <a:lvl2pPr marL="514337" indent="-222245">
              <a:lnSpc>
                <a:spcPct val="100000"/>
              </a:lnSpc>
              <a:buFont typeface="Arial" panose="020B0604020202020204" pitchFamily="34" charset="0"/>
              <a:buChar char="•"/>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a:t>
            </a:r>
          </a:p>
          <a:p>
            <a:pPr lvl="0"/>
            <a:r>
              <a:rPr lang="en-US" dirty="0"/>
              <a:t>This makes a good section header</a:t>
            </a:r>
          </a:p>
        </p:txBody>
      </p:sp>
      <p:sp>
        <p:nvSpPr>
          <p:cNvPr id="8" name="Content Placeholder 3">
            <a:extLst>
              <a:ext uri="{FF2B5EF4-FFF2-40B4-BE49-F238E27FC236}">
                <a16:creationId xmlns:a16="http://schemas.microsoft.com/office/drawing/2014/main" id="{08B3BB30-8502-5A4E-842E-5E3B54FFB994}"/>
              </a:ext>
            </a:extLst>
          </p:cNvPr>
          <p:cNvSpPr>
            <a:spLocks noGrp="1"/>
          </p:cNvSpPr>
          <p:nvPr>
            <p:ph sz="quarter" idx="18" hasCustomPrompt="1"/>
          </p:nvPr>
        </p:nvSpPr>
        <p:spPr>
          <a:xfrm>
            <a:off x="3505201" y="3257551"/>
            <a:ext cx="5617563" cy="1885949"/>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SEND TO BACK, crop to dark blue box edge</a:t>
            </a:r>
          </a:p>
          <a:p>
            <a:pPr lvl="0"/>
            <a:r>
              <a:rPr lang="en-US" dirty="0"/>
              <a:t>THIS LAYOUT MUST USE AN IMAGE HERE OR SWITCH TO THE PREVIOUS LAYOUT!!!!!!!</a:t>
            </a:r>
          </a:p>
        </p:txBody>
      </p:sp>
    </p:spTree>
    <p:extLst>
      <p:ext uri="{BB962C8B-B14F-4D97-AF65-F5344CB8AC3E}">
        <p14:creationId xmlns:p14="http://schemas.microsoft.com/office/powerpoint/2010/main" val="2113055605"/>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preserve="1" userDrawn="1">
  <p:cSld name="Cropped UI Model Tre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9CE639-D2BB-D64F-B40A-36C5C81E3015}"/>
              </a:ext>
            </a:extLst>
          </p:cNvPr>
          <p:cNvSpPr/>
          <p:nvPr userDrawn="1"/>
        </p:nvSpPr>
        <p:spPr>
          <a:xfrm>
            <a:off x="5715000" y="0"/>
            <a:ext cx="3429000" cy="51435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4648200" y="590550"/>
            <a:ext cx="2590800" cy="45529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must cross over the dark blue)</a:t>
            </a:r>
          </a:p>
          <a:p>
            <a:pPr lvl="1"/>
            <a:r>
              <a:rPr lang="en-US" dirty="0"/>
              <a:t>Intended for use with model tree screenshots, you can label the screenshot in this layout as well.</a:t>
            </a:r>
          </a:p>
        </p:txBody>
      </p:sp>
      <p:sp>
        <p:nvSpPr>
          <p:cNvPr id="8" name="Title 1">
            <a:extLst>
              <a:ext uri="{FF2B5EF4-FFF2-40B4-BE49-F238E27FC236}">
                <a16:creationId xmlns:a16="http://schemas.microsoft.com/office/drawing/2014/main" id="{D8CA5CE1-E6AC-6745-95B3-14D122367006}"/>
              </a:ext>
            </a:extLst>
          </p:cNvPr>
          <p:cNvSpPr>
            <a:spLocks noGrp="1"/>
          </p:cNvSpPr>
          <p:nvPr>
            <p:ph type="title"/>
          </p:nvPr>
        </p:nvSpPr>
        <p:spPr>
          <a:xfrm>
            <a:off x="457200" y="1276350"/>
            <a:ext cx="3200399"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2" name="Content Placeholder 3">
            <a:extLst>
              <a:ext uri="{FF2B5EF4-FFF2-40B4-BE49-F238E27FC236}">
                <a16:creationId xmlns:a16="http://schemas.microsoft.com/office/drawing/2014/main" id="{5278F0E1-55A7-DA47-80E1-84BC99CCCF41}"/>
              </a:ext>
            </a:extLst>
          </p:cNvPr>
          <p:cNvSpPr>
            <a:spLocks noGrp="1"/>
          </p:cNvSpPr>
          <p:nvPr>
            <p:ph sz="half" idx="10" hasCustomPrompt="1"/>
          </p:nvPr>
        </p:nvSpPr>
        <p:spPr>
          <a:xfrm>
            <a:off x="457201" y="2076450"/>
            <a:ext cx="3200399" cy="27051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Tree>
    <p:extLst>
      <p:ext uri="{BB962C8B-B14F-4D97-AF65-F5344CB8AC3E}">
        <p14:creationId xmlns:p14="http://schemas.microsoft.com/office/powerpoint/2010/main" val="1818846301"/>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preserve="1" userDrawn="1">
  <p:cSld name="2 Cropped UI with subsectio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userDrawn="1"/>
        </p:nvSpPr>
        <p:spPr>
          <a:xfrm>
            <a:off x="0" y="3561776"/>
            <a:ext cx="9144000" cy="158172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3271811" y="309905"/>
            <a:ext cx="2742991" cy="3251872"/>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25" name="Content Placeholder 3">
            <a:extLst>
              <a:ext uri="{FF2B5EF4-FFF2-40B4-BE49-F238E27FC236}">
                <a16:creationId xmlns:a16="http://schemas.microsoft.com/office/drawing/2014/main" id="{CDB8CB3B-090E-084B-9773-1D5AA8B26B3D}"/>
              </a:ext>
            </a:extLst>
          </p:cNvPr>
          <p:cNvSpPr>
            <a:spLocks noGrp="1"/>
          </p:cNvSpPr>
          <p:nvPr>
            <p:ph sz="quarter" idx="19" hasCustomPrompt="1"/>
          </p:nvPr>
        </p:nvSpPr>
        <p:spPr>
          <a:xfrm>
            <a:off x="3271811" y="3561777"/>
            <a:ext cx="2742991"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1" name="Content Placeholder 3">
            <a:extLst>
              <a:ext uri="{FF2B5EF4-FFF2-40B4-BE49-F238E27FC236}">
                <a16:creationId xmlns:a16="http://schemas.microsoft.com/office/drawing/2014/main" id="{5DF5F889-043E-614B-93E1-565AC48AF894}"/>
              </a:ext>
            </a:extLst>
          </p:cNvPr>
          <p:cNvSpPr>
            <a:spLocks noGrp="1"/>
          </p:cNvSpPr>
          <p:nvPr>
            <p:ph sz="half" idx="22" hasCustomPrompt="1"/>
          </p:nvPr>
        </p:nvSpPr>
        <p:spPr>
          <a:xfrm>
            <a:off x="3271812" y="3918292"/>
            <a:ext cx="2742992" cy="915305"/>
          </a:xfrm>
          <a:prstGeom prst="rect">
            <a:avLst/>
          </a:prstGeom>
          <a:solidFill>
            <a:schemeClr val="bg1">
              <a:lumMod val="95000"/>
            </a:schemeClr>
          </a:solidFill>
          <a:ln w="6350">
            <a:solidFill>
              <a:schemeClr val="bg1">
                <a:lumMod val="95000"/>
              </a:schemeClr>
            </a:solidFill>
          </a:ln>
        </p:spPr>
        <p:txBody>
          <a:bodyPr lIns="137160" rIns="137160" bIns="91440">
            <a:normAutofit/>
          </a:bodyPr>
          <a:lstStyle>
            <a:lvl1pPr marL="0" indent="0">
              <a:lnSpc>
                <a:spcPct val="100000"/>
              </a:lnSpc>
              <a:buNone/>
              <a:defRPr sz="1200">
                <a:solidFill>
                  <a:srgbClr val="393A39"/>
                </a:solidFill>
                <a:latin typeface="Lato" panose="020F0502020204030203" pitchFamily="34" charset="0"/>
              </a:defRPr>
            </a:lvl1pPr>
            <a:lvl2pPr marL="292093" indent="0">
              <a:lnSpc>
                <a:spcPct val="100000"/>
              </a:lnSpc>
              <a:buFont typeface="Arial" panose="020B0604020202020204" pitchFamily="34" charset="0"/>
              <a:buNone/>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 &amp; SHORT!!!</a:t>
            </a:r>
          </a:p>
        </p:txBody>
      </p:sp>
      <p:sp>
        <p:nvSpPr>
          <p:cNvPr id="15" name="Content Placeholder 3">
            <a:extLst>
              <a:ext uri="{FF2B5EF4-FFF2-40B4-BE49-F238E27FC236}">
                <a16:creationId xmlns:a16="http://schemas.microsoft.com/office/drawing/2014/main" id="{6C8EFA91-AE2A-1C41-B6BE-2DBD7249E9CD}"/>
              </a:ext>
            </a:extLst>
          </p:cNvPr>
          <p:cNvSpPr>
            <a:spLocks noGrp="1"/>
          </p:cNvSpPr>
          <p:nvPr>
            <p:ph sz="quarter" idx="23" hasCustomPrompt="1"/>
          </p:nvPr>
        </p:nvSpPr>
        <p:spPr>
          <a:xfrm>
            <a:off x="6172408" y="309905"/>
            <a:ext cx="2742991" cy="3251872"/>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6" name="Content Placeholder 3">
            <a:extLst>
              <a:ext uri="{FF2B5EF4-FFF2-40B4-BE49-F238E27FC236}">
                <a16:creationId xmlns:a16="http://schemas.microsoft.com/office/drawing/2014/main" id="{597BA6C8-98C5-F141-AF2A-D08A2BE5E090}"/>
              </a:ext>
            </a:extLst>
          </p:cNvPr>
          <p:cNvSpPr>
            <a:spLocks noGrp="1"/>
          </p:cNvSpPr>
          <p:nvPr>
            <p:ph sz="quarter" idx="24" hasCustomPrompt="1"/>
          </p:nvPr>
        </p:nvSpPr>
        <p:spPr>
          <a:xfrm>
            <a:off x="6172408" y="3561777"/>
            <a:ext cx="2742991"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97106E21-E3D5-7347-8002-ADA87DE2541B}"/>
              </a:ext>
            </a:extLst>
          </p:cNvPr>
          <p:cNvSpPr>
            <a:spLocks noGrp="1"/>
          </p:cNvSpPr>
          <p:nvPr>
            <p:ph sz="half" idx="25" hasCustomPrompt="1"/>
          </p:nvPr>
        </p:nvSpPr>
        <p:spPr>
          <a:xfrm>
            <a:off x="6172408" y="3918292"/>
            <a:ext cx="2742992" cy="915305"/>
          </a:xfrm>
          <a:prstGeom prst="rect">
            <a:avLst/>
          </a:prstGeom>
          <a:solidFill>
            <a:schemeClr val="bg1">
              <a:lumMod val="95000"/>
            </a:schemeClr>
          </a:solidFill>
          <a:ln w="6350">
            <a:solidFill>
              <a:schemeClr val="bg1">
                <a:lumMod val="95000"/>
              </a:schemeClr>
            </a:solidFill>
          </a:ln>
        </p:spPr>
        <p:txBody>
          <a:bodyPr lIns="137160" rIns="137160" bIns="91440">
            <a:normAutofit/>
          </a:bodyPr>
          <a:lstStyle>
            <a:lvl1pPr marL="0" indent="0">
              <a:lnSpc>
                <a:spcPct val="100000"/>
              </a:lnSpc>
              <a:buNone/>
              <a:defRPr sz="1200">
                <a:solidFill>
                  <a:srgbClr val="393A39"/>
                </a:solidFill>
                <a:latin typeface="Lato" panose="020F0502020204030203" pitchFamily="34" charset="0"/>
              </a:defRPr>
            </a:lvl1pPr>
            <a:lvl2pPr marL="292093" indent="0">
              <a:lnSpc>
                <a:spcPct val="100000"/>
              </a:lnSpc>
              <a:buFont typeface="Arial" panose="020B0604020202020204" pitchFamily="34" charset="0"/>
              <a:buNone/>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 &amp; SHORT!!!</a:t>
            </a:r>
          </a:p>
        </p:txBody>
      </p:sp>
      <p:sp>
        <p:nvSpPr>
          <p:cNvPr id="18" name="Title 1">
            <a:extLst>
              <a:ext uri="{FF2B5EF4-FFF2-40B4-BE49-F238E27FC236}">
                <a16:creationId xmlns:a16="http://schemas.microsoft.com/office/drawing/2014/main" id="{B3A8D490-41BA-5142-8877-3A797812A270}"/>
              </a:ext>
            </a:extLst>
          </p:cNvPr>
          <p:cNvSpPr>
            <a:spLocks noGrp="1"/>
          </p:cNvSpPr>
          <p:nvPr>
            <p:ph type="title" hasCustomPrompt="1"/>
          </p:nvPr>
        </p:nvSpPr>
        <p:spPr>
          <a:xfrm>
            <a:off x="457201" y="12763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dirty="0"/>
              <a:t>Content slide for product </a:t>
            </a:r>
          </a:p>
        </p:txBody>
      </p:sp>
      <p:sp>
        <p:nvSpPr>
          <p:cNvPr id="19" name="Content Placeholder 3">
            <a:extLst>
              <a:ext uri="{FF2B5EF4-FFF2-40B4-BE49-F238E27FC236}">
                <a16:creationId xmlns:a16="http://schemas.microsoft.com/office/drawing/2014/main" id="{2BF24910-E5CD-024B-A38B-D054FDAB2270}"/>
              </a:ext>
            </a:extLst>
          </p:cNvPr>
          <p:cNvSpPr>
            <a:spLocks noGrp="1"/>
          </p:cNvSpPr>
          <p:nvPr>
            <p:ph sz="half" idx="10" hasCustomPrompt="1"/>
          </p:nvPr>
        </p:nvSpPr>
        <p:spPr>
          <a:xfrm>
            <a:off x="457201" y="2076450"/>
            <a:ext cx="2417762" cy="1104900"/>
          </a:xfrm>
          <a:prstGeom prst="rect">
            <a:avLst/>
          </a:prstGeom>
        </p:spPr>
        <p:txBody>
          <a:bodyPr lIns="0">
            <a:normAutofit/>
          </a:bodyPr>
          <a:lstStyle>
            <a:lvl1pPr marL="0" indent="0">
              <a:lnSpc>
                <a:spcPct val="100000"/>
              </a:lnSpc>
              <a:buNone/>
              <a:defRPr sz="1400">
                <a:solidFill>
                  <a:srgbClr val="393A39"/>
                </a:solidFill>
                <a:latin typeface="Lato" panose="020F0502020204030203" pitchFamily="34" charset="0"/>
              </a:defRPr>
            </a:lvl1pPr>
            <a:lvl2pPr marL="292093" indent="0">
              <a:lnSpc>
                <a:spcPct val="100000"/>
              </a:lnSpc>
              <a:buFont typeface="Arial" panose="020B0604020202020204" pitchFamily="34" charset="0"/>
              <a:buNone/>
              <a:defRPr sz="1200">
                <a:solidFill>
                  <a:srgbClr val="393A39"/>
                </a:solidFill>
                <a:latin typeface="Lato" panose="020F0502020204030203" pitchFamily="34" charset="0"/>
              </a:defRPr>
            </a:lvl2pPr>
            <a:lvl3pPr marL="576248" indent="0">
              <a:lnSpc>
                <a:spcPct val="100000"/>
              </a:lnSpc>
              <a:buNone/>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Title ONLY preferred, if there is body copy it should be very short! (NO BULLETS)</a:t>
            </a:r>
          </a:p>
        </p:txBody>
      </p:sp>
    </p:spTree>
    <p:extLst>
      <p:ext uri="{BB962C8B-B14F-4D97-AF65-F5344CB8AC3E}">
        <p14:creationId xmlns:p14="http://schemas.microsoft.com/office/powerpoint/2010/main" val="2329405730"/>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userDrawn="1">
  <p:cSld name="Small Cropped UI, Image, + Bullets">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0" y="0"/>
            <a:ext cx="9144000" cy="25536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9" name="Picture 18">
            <a:extLst>
              <a:ext uri="{FF2B5EF4-FFF2-40B4-BE49-F238E27FC236}">
                <a16:creationId xmlns:a16="http://schemas.microsoft.com/office/drawing/2014/main" id="{12314A6A-139E-B045-A7B0-62EE8C195F54}"/>
              </a:ext>
            </a:extLst>
          </p:cNvPr>
          <p:cNvPicPr>
            <a:picLocks noChangeAspect="1"/>
          </p:cNvPicPr>
          <p:nvPr userDrawn="1"/>
        </p:nvPicPr>
        <p:blipFill rotWithShape="1">
          <a:blip r:embed="rId2"/>
          <a:srcRect l="24096"/>
          <a:stretch/>
        </p:blipFill>
        <p:spPr>
          <a:xfrm>
            <a:off x="0" y="115218"/>
            <a:ext cx="1066800" cy="287051"/>
          </a:xfrm>
          <a:prstGeom prst="rect">
            <a:avLst/>
          </a:prstGeom>
        </p:spPr>
      </p:pic>
      <p:pic>
        <p:nvPicPr>
          <p:cNvPr id="20" name="Picture 19">
            <a:extLst>
              <a:ext uri="{FF2B5EF4-FFF2-40B4-BE49-F238E27FC236}">
                <a16:creationId xmlns:a16="http://schemas.microsoft.com/office/drawing/2014/main" id="{C764D7F7-BB88-854E-82C8-FA0A21E4A86E}"/>
              </a:ext>
            </a:extLst>
          </p:cNvPr>
          <p:cNvPicPr>
            <a:picLocks noChangeAspect="1"/>
          </p:cNvPicPr>
          <p:nvPr userDrawn="1"/>
        </p:nvPicPr>
        <p:blipFill>
          <a:blip r:embed="rId3"/>
          <a:stretch>
            <a:fillRect/>
          </a:stretch>
        </p:blipFill>
        <p:spPr>
          <a:xfrm>
            <a:off x="115779" y="223914"/>
            <a:ext cx="752320" cy="69658"/>
          </a:xfrm>
          <a:prstGeom prst="rect">
            <a:avLst/>
          </a:prstGeom>
        </p:spPr>
      </p:pic>
      <p:sp>
        <p:nvSpPr>
          <p:cNvPr id="32" name="Content Placeholder 3">
            <a:extLst>
              <a:ext uri="{FF2B5EF4-FFF2-40B4-BE49-F238E27FC236}">
                <a16:creationId xmlns:a16="http://schemas.microsoft.com/office/drawing/2014/main" id="{08F8115A-52B0-214C-9121-EF7CCB7F0CB0}"/>
              </a:ext>
            </a:extLst>
          </p:cNvPr>
          <p:cNvSpPr>
            <a:spLocks noGrp="1"/>
          </p:cNvSpPr>
          <p:nvPr>
            <p:ph sz="quarter" idx="17" hasCustomPrompt="1"/>
          </p:nvPr>
        </p:nvSpPr>
        <p:spPr>
          <a:xfrm>
            <a:off x="0" y="-1270"/>
            <a:ext cx="9144000" cy="2553616"/>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 </a:t>
            </a:r>
          </a:p>
          <a:p>
            <a:pPr lvl="0"/>
            <a:r>
              <a:rPr lang="en-US" dirty="0"/>
              <a:t>Can be broken into multiple images but there should be space in between each</a:t>
            </a:r>
          </a:p>
        </p:txBody>
      </p:sp>
      <p:sp>
        <p:nvSpPr>
          <p:cNvPr id="18" name="Title 1">
            <a:extLst>
              <a:ext uri="{FF2B5EF4-FFF2-40B4-BE49-F238E27FC236}">
                <a16:creationId xmlns:a16="http://schemas.microsoft.com/office/drawing/2014/main" id="{FC98038E-301F-8A4C-BE5E-97E84379DBA2}"/>
              </a:ext>
            </a:extLst>
          </p:cNvPr>
          <p:cNvSpPr>
            <a:spLocks noGrp="1"/>
          </p:cNvSpPr>
          <p:nvPr>
            <p:ph type="title"/>
          </p:nvPr>
        </p:nvSpPr>
        <p:spPr>
          <a:xfrm>
            <a:off x="0" y="2072542"/>
            <a:ext cx="8382000" cy="879516"/>
          </a:xfrm>
          <a:prstGeom prst="rect">
            <a:avLst/>
          </a:prstGeom>
          <a:solidFill>
            <a:schemeClr val="tx2"/>
          </a:solidFill>
        </p:spPr>
        <p:txBody>
          <a:bodyPr lIns="2834640" rIns="137160" bIns="13716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21" name="Content Placeholder 3">
            <a:extLst>
              <a:ext uri="{FF2B5EF4-FFF2-40B4-BE49-F238E27FC236}">
                <a16:creationId xmlns:a16="http://schemas.microsoft.com/office/drawing/2014/main" id="{5030816A-EC52-EF4E-9057-6C419FC49F4D}"/>
              </a:ext>
            </a:extLst>
          </p:cNvPr>
          <p:cNvSpPr>
            <a:spLocks noGrp="1"/>
          </p:cNvSpPr>
          <p:nvPr>
            <p:ph sz="quarter" idx="18" hasCustomPrompt="1"/>
          </p:nvPr>
        </p:nvSpPr>
        <p:spPr>
          <a:xfrm>
            <a:off x="368349" y="2266951"/>
            <a:ext cx="2180990" cy="2742283"/>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(must cross over the dark blue but not above it or off the page)</a:t>
            </a:r>
          </a:p>
          <a:p>
            <a:pPr lvl="1"/>
            <a:r>
              <a:rPr lang="en-US" dirty="0"/>
              <a:t>Best used with small GUI screenshots (width can change but not height, adjust left margin to title text so it is left aligned but legible)</a:t>
            </a:r>
          </a:p>
        </p:txBody>
      </p:sp>
      <p:sp>
        <p:nvSpPr>
          <p:cNvPr id="23" name="Content Placeholder 3">
            <a:extLst>
              <a:ext uri="{FF2B5EF4-FFF2-40B4-BE49-F238E27FC236}">
                <a16:creationId xmlns:a16="http://schemas.microsoft.com/office/drawing/2014/main" id="{FC958CDA-7917-0F43-A775-6AEE32A675F6}"/>
              </a:ext>
            </a:extLst>
          </p:cNvPr>
          <p:cNvSpPr>
            <a:spLocks noGrp="1"/>
          </p:cNvSpPr>
          <p:nvPr>
            <p:ph sz="half" idx="10" hasCustomPrompt="1"/>
          </p:nvPr>
        </p:nvSpPr>
        <p:spPr>
          <a:xfrm>
            <a:off x="2819401" y="3182268"/>
            <a:ext cx="5373585" cy="1827882"/>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 keep it short!</a:t>
            </a:r>
          </a:p>
          <a:p>
            <a:pPr lvl="1"/>
            <a:r>
              <a:rPr lang="en-US" dirty="0"/>
              <a:t>Keep left aligned to the title (if you adjust the title adjust this box as well)</a:t>
            </a:r>
          </a:p>
          <a:p>
            <a:pPr lvl="2"/>
            <a:r>
              <a:rPr lang="en-US" dirty="0"/>
              <a:t>Third level</a:t>
            </a:r>
          </a:p>
        </p:txBody>
      </p:sp>
    </p:spTree>
    <p:extLst>
      <p:ext uri="{BB962C8B-B14F-4D97-AF65-F5344CB8AC3E}">
        <p14:creationId xmlns:p14="http://schemas.microsoft.com/office/powerpoint/2010/main" val="98143704"/>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1 Img: Body &amp; 2 Subsections (horizont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3276600" y="438150"/>
            <a:ext cx="5867400" cy="4267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9" name="Content Placeholder 3">
            <a:extLst>
              <a:ext uri="{FF2B5EF4-FFF2-40B4-BE49-F238E27FC236}">
                <a16:creationId xmlns:a16="http://schemas.microsoft.com/office/drawing/2014/main" id="{47CEDFB9-61FB-664C-B8CB-B9845B0708A7}"/>
              </a:ext>
            </a:extLst>
          </p:cNvPr>
          <p:cNvSpPr>
            <a:spLocks noGrp="1"/>
          </p:cNvSpPr>
          <p:nvPr>
            <p:ph sz="quarter" idx="21" hasCustomPrompt="1"/>
          </p:nvPr>
        </p:nvSpPr>
        <p:spPr>
          <a:xfrm>
            <a:off x="3275214" y="433532"/>
            <a:ext cx="5944986" cy="4267201"/>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12763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9" name="Content Placeholder 3">
            <a:extLst>
              <a:ext uri="{FF2B5EF4-FFF2-40B4-BE49-F238E27FC236}">
                <a16:creationId xmlns:a16="http://schemas.microsoft.com/office/drawing/2014/main" id="{3E06FF7B-3429-C644-8CBA-4E520851CCC1}"/>
              </a:ext>
            </a:extLst>
          </p:cNvPr>
          <p:cNvSpPr>
            <a:spLocks noGrp="1"/>
          </p:cNvSpPr>
          <p:nvPr>
            <p:ph sz="quarter" idx="17" hasCustomPrompt="1"/>
          </p:nvPr>
        </p:nvSpPr>
        <p:spPr>
          <a:xfrm>
            <a:off x="6766560" y="2878463"/>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1" name="Content Placeholder 3">
            <a:extLst>
              <a:ext uri="{FF2B5EF4-FFF2-40B4-BE49-F238E27FC236}">
                <a16:creationId xmlns:a16="http://schemas.microsoft.com/office/drawing/2014/main" id="{529BFA4C-0FA9-8A4B-A56D-5092DC42B69F}"/>
              </a:ext>
            </a:extLst>
          </p:cNvPr>
          <p:cNvSpPr>
            <a:spLocks noGrp="1"/>
          </p:cNvSpPr>
          <p:nvPr>
            <p:ph sz="quarter" idx="18" hasCustomPrompt="1"/>
          </p:nvPr>
        </p:nvSpPr>
        <p:spPr>
          <a:xfrm>
            <a:off x="6766560"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never images)</a:t>
            </a:r>
          </a:p>
        </p:txBody>
      </p:sp>
      <p:sp>
        <p:nvSpPr>
          <p:cNvPr id="17" name="Content Placeholder 3">
            <a:extLst>
              <a:ext uri="{FF2B5EF4-FFF2-40B4-BE49-F238E27FC236}">
                <a16:creationId xmlns:a16="http://schemas.microsoft.com/office/drawing/2014/main" id="{6F0A16B3-E5A2-F142-A60B-3ABD6B4C506E}"/>
              </a:ext>
            </a:extLst>
          </p:cNvPr>
          <p:cNvSpPr>
            <a:spLocks noGrp="1"/>
          </p:cNvSpPr>
          <p:nvPr>
            <p:ph sz="quarter" idx="19" hasCustomPrompt="1"/>
          </p:nvPr>
        </p:nvSpPr>
        <p:spPr>
          <a:xfrm>
            <a:off x="4746172" y="2878463"/>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8" name="Content Placeholder 3">
            <a:extLst>
              <a:ext uri="{FF2B5EF4-FFF2-40B4-BE49-F238E27FC236}">
                <a16:creationId xmlns:a16="http://schemas.microsoft.com/office/drawing/2014/main" id="{261E8B46-9EEF-7442-99EE-163C31DA533A}"/>
              </a:ext>
            </a:extLst>
          </p:cNvPr>
          <p:cNvSpPr>
            <a:spLocks noGrp="1"/>
          </p:cNvSpPr>
          <p:nvPr>
            <p:ph sz="quarter" idx="20" hasCustomPrompt="1"/>
          </p:nvPr>
        </p:nvSpPr>
        <p:spPr>
          <a:xfrm>
            <a:off x="4746172"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never images)</a:t>
            </a:r>
          </a:p>
        </p:txBody>
      </p:sp>
      <p:sp>
        <p:nvSpPr>
          <p:cNvPr id="13" name="Content Placeholder 3">
            <a:extLst>
              <a:ext uri="{FF2B5EF4-FFF2-40B4-BE49-F238E27FC236}">
                <a16:creationId xmlns:a16="http://schemas.microsoft.com/office/drawing/2014/main" id="{EBEB5B93-0024-7142-918B-08276C405FC0}"/>
              </a:ext>
            </a:extLst>
          </p:cNvPr>
          <p:cNvSpPr>
            <a:spLocks noGrp="1"/>
          </p:cNvSpPr>
          <p:nvPr>
            <p:ph sz="half" idx="10" hasCustomPrompt="1"/>
          </p:nvPr>
        </p:nvSpPr>
        <p:spPr>
          <a:xfrm>
            <a:off x="457201" y="2076450"/>
            <a:ext cx="2417762" cy="27051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Tree>
    <p:extLst>
      <p:ext uri="{BB962C8B-B14F-4D97-AF65-F5344CB8AC3E}">
        <p14:creationId xmlns:p14="http://schemas.microsoft.com/office/powerpoint/2010/main" val="1985265885"/>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userDrawn="1">
  <p:cSld name="1 Img: Body &amp; 2 Subsections (vertic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3276600" y="438150"/>
            <a:ext cx="5867400" cy="4267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Content Placeholder 3">
            <a:extLst>
              <a:ext uri="{FF2B5EF4-FFF2-40B4-BE49-F238E27FC236}">
                <a16:creationId xmlns:a16="http://schemas.microsoft.com/office/drawing/2014/main" id="{3E121484-A153-5748-BC2B-E272C94905DD}"/>
              </a:ext>
            </a:extLst>
          </p:cNvPr>
          <p:cNvSpPr>
            <a:spLocks noGrp="1"/>
          </p:cNvSpPr>
          <p:nvPr>
            <p:ph sz="quarter" idx="17" hasCustomPrompt="1"/>
          </p:nvPr>
        </p:nvSpPr>
        <p:spPr>
          <a:xfrm>
            <a:off x="3275214" y="433532"/>
            <a:ext cx="5944986" cy="4267201"/>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vertical image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hasCustomPrompt="1"/>
          </p:nvPr>
        </p:nvSpPr>
        <p:spPr>
          <a:xfrm>
            <a:off x="457201" y="12763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dirty="0"/>
              <a:t>Content slide for product </a:t>
            </a:r>
          </a:p>
        </p:txBody>
      </p:sp>
      <p:sp>
        <p:nvSpPr>
          <p:cNvPr id="19" name="Content Placeholder 3">
            <a:extLst>
              <a:ext uri="{FF2B5EF4-FFF2-40B4-BE49-F238E27FC236}">
                <a16:creationId xmlns:a16="http://schemas.microsoft.com/office/drawing/2014/main" id="{0039C83E-2396-3041-88D2-08BED1B90FB3}"/>
              </a:ext>
            </a:extLst>
          </p:cNvPr>
          <p:cNvSpPr>
            <a:spLocks noGrp="1"/>
          </p:cNvSpPr>
          <p:nvPr>
            <p:ph sz="half" idx="10" hasCustomPrompt="1"/>
          </p:nvPr>
        </p:nvSpPr>
        <p:spPr>
          <a:xfrm>
            <a:off x="457201" y="2076450"/>
            <a:ext cx="2417762" cy="27051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8C71EA4F-0AEB-704F-B2AF-EC325862EE69}"/>
              </a:ext>
            </a:extLst>
          </p:cNvPr>
          <p:cNvSpPr>
            <a:spLocks noGrp="1"/>
          </p:cNvSpPr>
          <p:nvPr>
            <p:ph sz="quarter" idx="12" hasCustomPrompt="1"/>
          </p:nvPr>
        </p:nvSpPr>
        <p:spPr>
          <a:xfrm>
            <a:off x="6766560" y="285750"/>
            <a:ext cx="1920240" cy="1295400"/>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Content Placeholder 3">
            <a:extLst>
              <a:ext uri="{FF2B5EF4-FFF2-40B4-BE49-F238E27FC236}">
                <a16:creationId xmlns:a16="http://schemas.microsoft.com/office/drawing/2014/main" id="{C06C8869-223C-D542-9653-176927B288AF}"/>
              </a:ext>
            </a:extLst>
          </p:cNvPr>
          <p:cNvSpPr>
            <a:spLocks noGrp="1"/>
          </p:cNvSpPr>
          <p:nvPr>
            <p:ph sz="quarter" idx="13" hasCustomPrompt="1"/>
          </p:nvPr>
        </p:nvSpPr>
        <p:spPr>
          <a:xfrm>
            <a:off x="6766560" y="2647951"/>
            <a:ext cx="1920240" cy="9144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3" name="Content Placeholder 3">
            <a:extLst>
              <a:ext uri="{FF2B5EF4-FFF2-40B4-BE49-F238E27FC236}">
                <a16:creationId xmlns:a16="http://schemas.microsoft.com/office/drawing/2014/main" id="{AE788E41-A610-5040-A8C2-BD70D9EF3D9B}"/>
              </a:ext>
            </a:extLst>
          </p:cNvPr>
          <p:cNvSpPr>
            <a:spLocks noGrp="1"/>
          </p:cNvSpPr>
          <p:nvPr>
            <p:ph sz="quarter" idx="15" hasCustomPrompt="1"/>
          </p:nvPr>
        </p:nvSpPr>
        <p:spPr>
          <a:xfrm>
            <a:off x="6766560" y="1583328"/>
            <a:ext cx="1920240" cy="1064623"/>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(never images)</a:t>
            </a:r>
          </a:p>
        </p:txBody>
      </p:sp>
      <p:sp>
        <p:nvSpPr>
          <p:cNvPr id="24" name="Content Placeholder 3">
            <a:extLst>
              <a:ext uri="{FF2B5EF4-FFF2-40B4-BE49-F238E27FC236}">
                <a16:creationId xmlns:a16="http://schemas.microsoft.com/office/drawing/2014/main" id="{29BFBEF6-E451-974A-8990-AD98550A94D1}"/>
              </a:ext>
            </a:extLst>
          </p:cNvPr>
          <p:cNvSpPr>
            <a:spLocks noGrp="1"/>
          </p:cNvSpPr>
          <p:nvPr>
            <p:ph sz="quarter" idx="16" hasCustomPrompt="1"/>
          </p:nvPr>
        </p:nvSpPr>
        <p:spPr>
          <a:xfrm>
            <a:off x="6766560" y="3562352"/>
            <a:ext cx="1920240" cy="129539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(never images)</a:t>
            </a:r>
          </a:p>
        </p:txBody>
      </p:sp>
    </p:spTree>
    <p:extLst>
      <p:ext uri="{BB962C8B-B14F-4D97-AF65-F5344CB8AC3E}">
        <p14:creationId xmlns:p14="http://schemas.microsoft.com/office/powerpoint/2010/main" val="2226119363"/>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1 Img: 2 Subsections (horizontal)">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1A19ABD-8F20-9948-B84A-E38FAEDBE435}"/>
              </a:ext>
            </a:extLst>
          </p:cNvPr>
          <p:cNvSpPr/>
          <p:nvPr userDrawn="1"/>
        </p:nvSpPr>
        <p:spPr>
          <a:xfrm>
            <a:off x="685800" y="1574620"/>
            <a:ext cx="8077200" cy="35688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685800" y="1574620"/>
            <a:ext cx="8077200" cy="356888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457200" y="288308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457200"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4" name="Content Placeholder 3">
            <a:extLst>
              <a:ext uri="{FF2B5EF4-FFF2-40B4-BE49-F238E27FC236}">
                <a16:creationId xmlns:a16="http://schemas.microsoft.com/office/drawing/2014/main" id="{4EFE6318-65F6-574E-A6AF-2B00B6294C16}"/>
              </a:ext>
            </a:extLst>
          </p:cNvPr>
          <p:cNvSpPr>
            <a:spLocks noGrp="1"/>
          </p:cNvSpPr>
          <p:nvPr>
            <p:ph sz="quarter" idx="31" hasCustomPrompt="1"/>
          </p:nvPr>
        </p:nvSpPr>
        <p:spPr>
          <a:xfrm>
            <a:off x="2570363" y="288308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5" name="Content Placeholder 3">
            <a:extLst>
              <a:ext uri="{FF2B5EF4-FFF2-40B4-BE49-F238E27FC236}">
                <a16:creationId xmlns:a16="http://schemas.microsoft.com/office/drawing/2014/main" id="{01D9D084-191F-4748-95AA-C449BC462044}"/>
              </a:ext>
            </a:extLst>
          </p:cNvPr>
          <p:cNvSpPr>
            <a:spLocks noGrp="1"/>
          </p:cNvSpPr>
          <p:nvPr>
            <p:ph sz="quarter" idx="32" hasCustomPrompt="1"/>
          </p:nvPr>
        </p:nvSpPr>
        <p:spPr>
          <a:xfrm>
            <a:off x="2570363"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1" name="Title 1">
            <a:extLst>
              <a:ext uri="{FF2B5EF4-FFF2-40B4-BE49-F238E27FC236}">
                <a16:creationId xmlns:a16="http://schemas.microsoft.com/office/drawing/2014/main" id="{320F225D-F840-704E-90D0-82590E475F02}"/>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2" name="Text Placeholder 2">
            <a:extLst>
              <a:ext uri="{FF2B5EF4-FFF2-40B4-BE49-F238E27FC236}">
                <a16:creationId xmlns:a16="http://schemas.microsoft.com/office/drawing/2014/main" id="{BC42EB25-D658-9942-9DB4-E2923B92DF11}"/>
              </a:ext>
            </a:extLst>
          </p:cNvPr>
          <p:cNvSpPr>
            <a:spLocks noGrp="1"/>
          </p:cNvSpPr>
          <p:nvPr>
            <p:ph type="body" sz="quarter" idx="12" hasCustomPrompt="1"/>
          </p:nvPr>
        </p:nvSpPr>
        <p:spPr>
          <a:xfrm>
            <a:off x="6553200" y="4705350"/>
            <a:ext cx="2133600" cy="304800"/>
          </a:xfrm>
        </p:spPr>
        <p:txBody>
          <a:bodyPr>
            <a:normAutofit/>
          </a:bodyPr>
          <a:lstStyle>
            <a:lvl1pPr marL="0" indent="0" algn="r">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Caption in this style only if necessary (move to be near image but stay on the right side)</a:t>
            </a:r>
          </a:p>
        </p:txBody>
      </p:sp>
    </p:spTree>
    <p:extLst>
      <p:ext uri="{BB962C8B-B14F-4D97-AF65-F5344CB8AC3E}">
        <p14:creationId xmlns:p14="http://schemas.microsoft.com/office/powerpoint/2010/main" val="1308993183"/>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userDrawn="1">
  <p:cSld name="1 Img: 2 Subsections (vertic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0" y="1828800"/>
            <a:ext cx="9144000" cy="33147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4" name="Content Placeholder 3">
            <a:extLst>
              <a:ext uri="{FF2B5EF4-FFF2-40B4-BE49-F238E27FC236}">
                <a16:creationId xmlns:a16="http://schemas.microsoft.com/office/drawing/2014/main" id="{C1410587-1BDD-7048-AF53-8DFCD2C586EC}"/>
              </a:ext>
            </a:extLst>
          </p:cNvPr>
          <p:cNvSpPr>
            <a:spLocks noGrp="1"/>
          </p:cNvSpPr>
          <p:nvPr>
            <p:ph sz="quarter" idx="17" hasCustomPrompt="1"/>
          </p:nvPr>
        </p:nvSpPr>
        <p:spPr>
          <a:xfrm>
            <a:off x="0" y="1828800"/>
            <a:ext cx="9144000" cy="331470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imagery </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0" y="781050"/>
            <a:ext cx="4572000"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9" name="Content Placeholder 3">
            <a:extLst>
              <a:ext uri="{FF2B5EF4-FFF2-40B4-BE49-F238E27FC236}">
                <a16:creationId xmlns:a16="http://schemas.microsoft.com/office/drawing/2014/main" id="{9D9E0323-2132-924E-B4B6-B65DEFACA051}"/>
              </a:ext>
            </a:extLst>
          </p:cNvPr>
          <p:cNvSpPr>
            <a:spLocks noGrp="1"/>
          </p:cNvSpPr>
          <p:nvPr>
            <p:ph sz="quarter" idx="12" hasCustomPrompt="1"/>
          </p:nvPr>
        </p:nvSpPr>
        <p:spPr>
          <a:xfrm>
            <a:off x="6400800" y="516526"/>
            <a:ext cx="2196352" cy="1064624"/>
          </a:xfrm>
          <a:solidFill>
            <a:schemeClr val="tx2"/>
          </a:solidFill>
        </p:spPr>
        <p:txBody>
          <a:bodyPr lIns="137160" tIns="137160" rIns="9144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0" name="Content Placeholder 3">
            <a:extLst>
              <a:ext uri="{FF2B5EF4-FFF2-40B4-BE49-F238E27FC236}">
                <a16:creationId xmlns:a16="http://schemas.microsoft.com/office/drawing/2014/main" id="{73CF75C6-D2B9-2B40-86C2-61E17A7E58DA}"/>
              </a:ext>
            </a:extLst>
          </p:cNvPr>
          <p:cNvSpPr>
            <a:spLocks noGrp="1"/>
          </p:cNvSpPr>
          <p:nvPr>
            <p:ph sz="quarter" idx="13" hasCustomPrompt="1"/>
          </p:nvPr>
        </p:nvSpPr>
        <p:spPr>
          <a:xfrm>
            <a:off x="6400800" y="2647951"/>
            <a:ext cx="2196352" cy="9144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1" name="Content Placeholder 3">
            <a:extLst>
              <a:ext uri="{FF2B5EF4-FFF2-40B4-BE49-F238E27FC236}">
                <a16:creationId xmlns:a16="http://schemas.microsoft.com/office/drawing/2014/main" id="{EAF63C98-5ADC-4744-8C2C-754CFCA2A7C7}"/>
              </a:ext>
            </a:extLst>
          </p:cNvPr>
          <p:cNvSpPr>
            <a:spLocks noGrp="1"/>
          </p:cNvSpPr>
          <p:nvPr>
            <p:ph sz="quarter" idx="15" hasCustomPrompt="1"/>
          </p:nvPr>
        </p:nvSpPr>
        <p:spPr>
          <a:xfrm>
            <a:off x="6400800" y="1583328"/>
            <a:ext cx="2196352" cy="1064623"/>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(never images)</a:t>
            </a:r>
          </a:p>
        </p:txBody>
      </p:sp>
      <p:sp>
        <p:nvSpPr>
          <p:cNvPr id="22" name="Content Placeholder 3">
            <a:extLst>
              <a:ext uri="{FF2B5EF4-FFF2-40B4-BE49-F238E27FC236}">
                <a16:creationId xmlns:a16="http://schemas.microsoft.com/office/drawing/2014/main" id="{60F589EC-28F7-6547-A1E0-FD934D9C4717}"/>
              </a:ext>
            </a:extLst>
          </p:cNvPr>
          <p:cNvSpPr>
            <a:spLocks noGrp="1"/>
          </p:cNvSpPr>
          <p:nvPr>
            <p:ph sz="quarter" idx="16" hasCustomPrompt="1"/>
          </p:nvPr>
        </p:nvSpPr>
        <p:spPr>
          <a:xfrm>
            <a:off x="6400800" y="3562350"/>
            <a:ext cx="2196352" cy="1574620"/>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(never images)</a:t>
            </a:r>
          </a:p>
        </p:txBody>
      </p:sp>
    </p:spTree>
    <p:extLst>
      <p:ext uri="{BB962C8B-B14F-4D97-AF65-F5344CB8AC3E}">
        <p14:creationId xmlns:p14="http://schemas.microsoft.com/office/powerpoint/2010/main" val="1023416160"/>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userDrawn="1">
  <p:cSld name="1 Img: Body (horizont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0" y="1828801"/>
            <a:ext cx="9144000" cy="333015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Content Placeholder 3">
            <a:extLst>
              <a:ext uri="{FF2B5EF4-FFF2-40B4-BE49-F238E27FC236}">
                <a16:creationId xmlns:a16="http://schemas.microsoft.com/office/drawing/2014/main" id="{EB54720A-1134-1149-8C4F-29DF61A6D4F5}"/>
              </a:ext>
            </a:extLst>
          </p:cNvPr>
          <p:cNvSpPr>
            <a:spLocks noGrp="1"/>
          </p:cNvSpPr>
          <p:nvPr>
            <p:ph sz="quarter" idx="17" hasCustomPrompt="1"/>
          </p:nvPr>
        </p:nvSpPr>
        <p:spPr>
          <a:xfrm>
            <a:off x="0" y="1828800"/>
            <a:ext cx="9144000" cy="331470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imagery </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800101"/>
            <a:ext cx="3429001"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A4AE68C5-CD5D-4844-949B-A40D77CF7FF9}"/>
              </a:ext>
            </a:extLst>
          </p:cNvPr>
          <p:cNvSpPr>
            <a:spLocks noGrp="1"/>
          </p:cNvSpPr>
          <p:nvPr>
            <p:ph sz="half" idx="10" hasCustomPrompt="1"/>
          </p:nvPr>
        </p:nvSpPr>
        <p:spPr>
          <a:xfrm>
            <a:off x="4336774" y="666751"/>
            <a:ext cx="4343400" cy="933451"/>
          </a:xfrm>
          <a:prstGeom prst="rect">
            <a:avLst/>
          </a:prstGeom>
        </p:spPr>
        <p:txBody>
          <a:bodyPr anchor="b">
            <a:normAutofit/>
          </a:bodyPr>
          <a:lstStyle>
            <a:lvl1pPr marL="0" indent="0">
              <a:lnSpc>
                <a:spcPct val="100000"/>
              </a:lnSpc>
              <a:buNone/>
              <a:defRPr sz="1400">
                <a:solidFill>
                  <a:srgbClr val="393A39"/>
                </a:solidFill>
                <a:latin typeface="Lato" panose="020F0502020204030203" pitchFamily="34" charset="0"/>
              </a:defRPr>
            </a:lvl1pPr>
            <a:lvl2pPr marL="292093" indent="0">
              <a:lnSpc>
                <a:spcPct val="100000"/>
              </a:lnSpc>
              <a:buFont typeface="Arial" panose="020B0604020202020204" pitchFamily="34" charset="0"/>
              <a:buNone/>
              <a:defRPr sz="1200">
                <a:solidFill>
                  <a:srgbClr val="393A39"/>
                </a:solidFill>
                <a:latin typeface="Lato" panose="020F0502020204030203" pitchFamily="34" charset="0"/>
              </a:defRPr>
            </a:lvl2pPr>
            <a:lvl3pPr marL="576248" indent="0">
              <a:lnSpc>
                <a:spcPct val="100000"/>
              </a:lnSpc>
              <a:buNone/>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 2-3 lines max</a:t>
            </a:r>
          </a:p>
        </p:txBody>
      </p:sp>
      <p:sp>
        <p:nvSpPr>
          <p:cNvPr id="6" name="Text Placeholder 2">
            <a:extLst>
              <a:ext uri="{FF2B5EF4-FFF2-40B4-BE49-F238E27FC236}">
                <a16:creationId xmlns:a16="http://schemas.microsoft.com/office/drawing/2014/main" id="{9C9FBA76-EC57-5B44-B1FE-EAEF7BA59C51}"/>
              </a:ext>
            </a:extLst>
          </p:cNvPr>
          <p:cNvSpPr>
            <a:spLocks noGrp="1"/>
          </p:cNvSpPr>
          <p:nvPr>
            <p:ph type="body" sz="quarter" idx="18" hasCustomPrompt="1"/>
          </p:nvPr>
        </p:nvSpPr>
        <p:spPr>
          <a:xfrm>
            <a:off x="97023" y="4854151"/>
            <a:ext cx="3103378" cy="304800"/>
          </a:xfrm>
        </p:spPr>
        <p:txBody>
          <a:bodyPr>
            <a:normAutofit/>
          </a:bodyPr>
          <a:lstStyle>
            <a:lvl1pPr marL="0" indent="0">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Short  caption in this style only if necessary</a:t>
            </a:r>
          </a:p>
        </p:txBody>
      </p:sp>
    </p:spTree>
    <p:extLst>
      <p:ext uri="{BB962C8B-B14F-4D97-AF65-F5344CB8AC3E}">
        <p14:creationId xmlns:p14="http://schemas.microsoft.com/office/powerpoint/2010/main" val="2871905872"/>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userDrawn="1">
  <p:cSld name="1 Img: 4 Subsections (horizont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0" y="0"/>
            <a:ext cx="9144000" cy="29146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Content Placeholder 3">
            <a:extLst>
              <a:ext uri="{FF2B5EF4-FFF2-40B4-BE49-F238E27FC236}">
                <a16:creationId xmlns:a16="http://schemas.microsoft.com/office/drawing/2014/main" id="{C55A5EC6-0073-7947-BBE4-21D6DE8230A6}"/>
              </a:ext>
            </a:extLst>
          </p:cNvPr>
          <p:cNvSpPr>
            <a:spLocks noGrp="1"/>
          </p:cNvSpPr>
          <p:nvPr>
            <p:ph sz="quarter" idx="19" hasCustomPrompt="1"/>
          </p:nvPr>
        </p:nvSpPr>
        <p:spPr>
          <a:xfrm>
            <a:off x="4572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5" name="Content Placeholder 3">
            <a:extLst>
              <a:ext uri="{FF2B5EF4-FFF2-40B4-BE49-F238E27FC236}">
                <a16:creationId xmlns:a16="http://schemas.microsoft.com/office/drawing/2014/main" id="{3ECEF5C8-D625-7D48-953E-B6AF1C1C6455}"/>
              </a:ext>
            </a:extLst>
          </p:cNvPr>
          <p:cNvSpPr>
            <a:spLocks noGrp="1"/>
          </p:cNvSpPr>
          <p:nvPr>
            <p:ph sz="quarter" idx="20" hasCustomPrompt="1"/>
          </p:nvPr>
        </p:nvSpPr>
        <p:spPr>
          <a:xfrm>
            <a:off x="4572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16" name="Content Placeholder 3">
            <a:extLst>
              <a:ext uri="{FF2B5EF4-FFF2-40B4-BE49-F238E27FC236}">
                <a16:creationId xmlns:a16="http://schemas.microsoft.com/office/drawing/2014/main" id="{2EB91B49-F488-C145-AFFE-02764827CF01}"/>
              </a:ext>
            </a:extLst>
          </p:cNvPr>
          <p:cNvSpPr>
            <a:spLocks noGrp="1"/>
          </p:cNvSpPr>
          <p:nvPr>
            <p:ph sz="quarter" idx="21" hasCustomPrompt="1"/>
          </p:nvPr>
        </p:nvSpPr>
        <p:spPr>
          <a:xfrm>
            <a:off x="25908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AF43D2FE-FD2D-9A46-AA7F-01AA07355C0E}"/>
              </a:ext>
            </a:extLst>
          </p:cNvPr>
          <p:cNvSpPr>
            <a:spLocks noGrp="1"/>
          </p:cNvSpPr>
          <p:nvPr>
            <p:ph sz="quarter" idx="22" hasCustomPrompt="1"/>
          </p:nvPr>
        </p:nvSpPr>
        <p:spPr>
          <a:xfrm>
            <a:off x="25908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26" name="Content Placeholder 3">
            <a:extLst>
              <a:ext uri="{FF2B5EF4-FFF2-40B4-BE49-F238E27FC236}">
                <a16:creationId xmlns:a16="http://schemas.microsoft.com/office/drawing/2014/main" id="{812EEC76-2279-374F-8B62-D1B9694094F0}"/>
              </a:ext>
            </a:extLst>
          </p:cNvPr>
          <p:cNvSpPr>
            <a:spLocks noGrp="1"/>
          </p:cNvSpPr>
          <p:nvPr>
            <p:ph sz="quarter" idx="23" hasCustomPrompt="1"/>
          </p:nvPr>
        </p:nvSpPr>
        <p:spPr>
          <a:xfrm>
            <a:off x="4724400" y="347155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87BCBA6B-67C3-6043-925B-200179A70E1E}"/>
              </a:ext>
            </a:extLst>
          </p:cNvPr>
          <p:cNvSpPr>
            <a:spLocks noGrp="1"/>
          </p:cNvSpPr>
          <p:nvPr>
            <p:ph sz="quarter" idx="24" hasCustomPrompt="1"/>
          </p:nvPr>
        </p:nvSpPr>
        <p:spPr>
          <a:xfrm>
            <a:off x="4724400" y="383459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28" name="Content Placeholder 3">
            <a:extLst>
              <a:ext uri="{FF2B5EF4-FFF2-40B4-BE49-F238E27FC236}">
                <a16:creationId xmlns:a16="http://schemas.microsoft.com/office/drawing/2014/main" id="{2FAE9328-9470-0848-AC2C-8C50A5877CD5}"/>
              </a:ext>
            </a:extLst>
          </p:cNvPr>
          <p:cNvSpPr>
            <a:spLocks noGrp="1"/>
          </p:cNvSpPr>
          <p:nvPr>
            <p:ph sz="quarter" idx="25" hasCustomPrompt="1"/>
          </p:nvPr>
        </p:nvSpPr>
        <p:spPr>
          <a:xfrm>
            <a:off x="68580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9" name="Content Placeholder 3">
            <a:extLst>
              <a:ext uri="{FF2B5EF4-FFF2-40B4-BE49-F238E27FC236}">
                <a16:creationId xmlns:a16="http://schemas.microsoft.com/office/drawing/2014/main" id="{0B1D0407-5C33-864A-BF68-513C16B32567}"/>
              </a:ext>
            </a:extLst>
          </p:cNvPr>
          <p:cNvSpPr>
            <a:spLocks noGrp="1"/>
          </p:cNvSpPr>
          <p:nvPr>
            <p:ph sz="quarter" idx="26" hasCustomPrompt="1"/>
          </p:nvPr>
        </p:nvSpPr>
        <p:spPr>
          <a:xfrm>
            <a:off x="68580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pic>
        <p:nvPicPr>
          <p:cNvPr id="19" name="Picture 18">
            <a:extLst>
              <a:ext uri="{FF2B5EF4-FFF2-40B4-BE49-F238E27FC236}">
                <a16:creationId xmlns:a16="http://schemas.microsoft.com/office/drawing/2014/main" id="{12314A6A-139E-B045-A7B0-62EE8C195F54}"/>
              </a:ext>
            </a:extLst>
          </p:cNvPr>
          <p:cNvPicPr>
            <a:picLocks noChangeAspect="1"/>
          </p:cNvPicPr>
          <p:nvPr userDrawn="1"/>
        </p:nvPicPr>
        <p:blipFill rotWithShape="1">
          <a:blip r:embed="rId2"/>
          <a:srcRect l="24096"/>
          <a:stretch/>
        </p:blipFill>
        <p:spPr>
          <a:xfrm>
            <a:off x="0" y="115218"/>
            <a:ext cx="1066800" cy="287051"/>
          </a:xfrm>
          <a:prstGeom prst="rect">
            <a:avLst/>
          </a:prstGeom>
        </p:spPr>
      </p:pic>
      <p:pic>
        <p:nvPicPr>
          <p:cNvPr id="20" name="Picture 19">
            <a:extLst>
              <a:ext uri="{FF2B5EF4-FFF2-40B4-BE49-F238E27FC236}">
                <a16:creationId xmlns:a16="http://schemas.microsoft.com/office/drawing/2014/main" id="{C764D7F7-BB88-854E-82C8-FA0A21E4A86E}"/>
              </a:ext>
            </a:extLst>
          </p:cNvPr>
          <p:cNvPicPr>
            <a:picLocks noChangeAspect="1"/>
          </p:cNvPicPr>
          <p:nvPr userDrawn="1"/>
        </p:nvPicPr>
        <p:blipFill>
          <a:blip r:embed="rId3"/>
          <a:stretch>
            <a:fillRect/>
          </a:stretch>
        </p:blipFill>
        <p:spPr>
          <a:xfrm>
            <a:off x="115779" y="223914"/>
            <a:ext cx="752320" cy="69658"/>
          </a:xfrm>
          <a:prstGeom prst="rect">
            <a:avLst/>
          </a:prstGeom>
        </p:spPr>
      </p:pic>
      <p:sp>
        <p:nvSpPr>
          <p:cNvPr id="32" name="Content Placeholder 3">
            <a:extLst>
              <a:ext uri="{FF2B5EF4-FFF2-40B4-BE49-F238E27FC236}">
                <a16:creationId xmlns:a16="http://schemas.microsoft.com/office/drawing/2014/main" id="{08F8115A-52B0-214C-9121-EF7CCB7F0CB0}"/>
              </a:ext>
            </a:extLst>
          </p:cNvPr>
          <p:cNvSpPr>
            <a:spLocks noGrp="1"/>
          </p:cNvSpPr>
          <p:nvPr>
            <p:ph sz="quarter" idx="17" hasCustomPrompt="1"/>
          </p:nvPr>
        </p:nvSpPr>
        <p:spPr>
          <a:xfrm>
            <a:off x="0" y="-1270"/>
            <a:ext cx="9144000" cy="291592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a:t>
            </a:r>
          </a:p>
        </p:txBody>
      </p:sp>
      <p:sp>
        <p:nvSpPr>
          <p:cNvPr id="18" name="Title 1">
            <a:extLst>
              <a:ext uri="{FF2B5EF4-FFF2-40B4-BE49-F238E27FC236}">
                <a16:creationId xmlns:a16="http://schemas.microsoft.com/office/drawing/2014/main" id="{FC98038E-301F-8A4C-BE5E-97E84379DBA2}"/>
              </a:ext>
            </a:extLst>
          </p:cNvPr>
          <p:cNvSpPr>
            <a:spLocks noGrp="1"/>
          </p:cNvSpPr>
          <p:nvPr>
            <p:ph type="title"/>
          </p:nvPr>
        </p:nvSpPr>
        <p:spPr>
          <a:xfrm>
            <a:off x="0" y="2373810"/>
            <a:ext cx="7467600" cy="879516"/>
          </a:xfrm>
          <a:prstGeom prst="rect">
            <a:avLst/>
          </a:prstGeom>
          <a:solidFill>
            <a:schemeClr val="tx2"/>
          </a:solidFill>
        </p:spPr>
        <p:txBody>
          <a:bodyPr lIns="548640" rIns="137160" bIns="13716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952381407"/>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preserve="1" userDrawn="1">
  <p:cSld name="1 Img: 4 Subsections (large titl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0" y="0"/>
            <a:ext cx="9144000" cy="29146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Content Placeholder 3">
            <a:extLst>
              <a:ext uri="{FF2B5EF4-FFF2-40B4-BE49-F238E27FC236}">
                <a16:creationId xmlns:a16="http://schemas.microsoft.com/office/drawing/2014/main" id="{C55A5EC6-0073-7947-BBE4-21D6DE8230A6}"/>
              </a:ext>
            </a:extLst>
          </p:cNvPr>
          <p:cNvSpPr>
            <a:spLocks noGrp="1"/>
          </p:cNvSpPr>
          <p:nvPr>
            <p:ph sz="quarter" idx="19" hasCustomPrompt="1"/>
          </p:nvPr>
        </p:nvSpPr>
        <p:spPr>
          <a:xfrm>
            <a:off x="4572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5" name="Content Placeholder 3">
            <a:extLst>
              <a:ext uri="{FF2B5EF4-FFF2-40B4-BE49-F238E27FC236}">
                <a16:creationId xmlns:a16="http://schemas.microsoft.com/office/drawing/2014/main" id="{3ECEF5C8-D625-7D48-953E-B6AF1C1C6455}"/>
              </a:ext>
            </a:extLst>
          </p:cNvPr>
          <p:cNvSpPr>
            <a:spLocks noGrp="1"/>
          </p:cNvSpPr>
          <p:nvPr>
            <p:ph sz="quarter" idx="20" hasCustomPrompt="1"/>
          </p:nvPr>
        </p:nvSpPr>
        <p:spPr>
          <a:xfrm>
            <a:off x="4572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16" name="Content Placeholder 3">
            <a:extLst>
              <a:ext uri="{FF2B5EF4-FFF2-40B4-BE49-F238E27FC236}">
                <a16:creationId xmlns:a16="http://schemas.microsoft.com/office/drawing/2014/main" id="{2EB91B49-F488-C145-AFFE-02764827CF01}"/>
              </a:ext>
            </a:extLst>
          </p:cNvPr>
          <p:cNvSpPr>
            <a:spLocks noGrp="1"/>
          </p:cNvSpPr>
          <p:nvPr>
            <p:ph sz="quarter" idx="21" hasCustomPrompt="1"/>
          </p:nvPr>
        </p:nvSpPr>
        <p:spPr>
          <a:xfrm>
            <a:off x="25908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AF43D2FE-FD2D-9A46-AA7F-01AA07355C0E}"/>
              </a:ext>
            </a:extLst>
          </p:cNvPr>
          <p:cNvSpPr>
            <a:spLocks noGrp="1"/>
          </p:cNvSpPr>
          <p:nvPr>
            <p:ph sz="quarter" idx="22" hasCustomPrompt="1"/>
          </p:nvPr>
        </p:nvSpPr>
        <p:spPr>
          <a:xfrm>
            <a:off x="25908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26" name="Content Placeholder 3">
            <a:extLst>
              <a:ext uri="{FF2B5EF4-FFF2-40B4-BE49-F238E27FC236}">
                <a16:creationId xmlns:a16="http://schemas.microsoft.com/office/drawing/2014/main" id="{812EEC76-2279-374F-8B62-D1B9694094F0}"/>
              </a:ext>
            </a:extLst>
          </p:cNvPr>
          <p:cNvSpPr>
            <a:spLocks noGrp="1"/>
          </p:cNvSpPr>
          <p:nvPr>
            <p:ph sz="quarter" idx="23" hasCustomPrompt="1"/>
          </p:nvPr>
        </p:nvSpPr>
        <p:spPr>
          <a:xfrm>
            <a:off x="4724400" y="347155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87BCBA6B-67C3-6043-925B-200179A70E1E}"/>
              </a:ext>
            </a:extLst>
          </p:cNvPr>
          <p:cNvSpPr>
            <a:spLocks noGrp="1"/>
          </p:cNvSpPr>
          <p:nvPr>
            <p:ph sz="quarter" idx="24" hasCustomPrompt="1"/>
          </p:nvPr>
        </p:nvSpPr>
        <p:spPr>
          <a:xfrm>
            <a:off x="4724400" y="383459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28" name="Content Placeholder 3">
            <a:extLst>
              <a:ext uri="{FF2B5EF4-FFF2-40B4-BE49-F238E27FC236}">
                <a16:creationId xmlns:a16="http://schemas.microsoft.com/office/drawing/2014/main" id="{2FAE9328-9470-0848-AC2C-8C50A5877CD5}"/>
              </a:ext>
            </a:extLst>
          </p:cNvPr>
          <p:cNvSpPr>
            <a:spLocks noGrp="1"/>
          </p:cNvSpPr>
          <p:nvPr>
            <p:ph sz="quarter" idx="25" hasCustomPrompt="1"/>
          </p:nvPr>
        </p:nvSpPr>
        <p:spPr>
          <a:xfrm>
            <a:off x="68580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9" name="Content Placeholder 3">
            <a:extLst>
              <a:ext uri="{FF2B5EF4-FFF2-40B4-BE49-F238E27FC236}">
                <a16:creationId xmlns:a16="http://schemas.microsoft.com/office/drawing/2014/main" id="{0B1D0407-5C33-864A-BF68-513C16B32567}"/>
              </a:ext>
            </a:extLst>
          </p:cNvPr>
          <p:cNvSpPr>
            <a:spLocks noGrp="1"/>
          </p:cNvSpPr>
          <p:nvPr>
            <p:ph sz="quarter" idx="26" hasCustomPrompt="1"/>
          </p:nvPr>
        </p:nvSpPr>
        <p:spPr>
          <a:xfrm>
            <a:off x="68580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2" name="Rectangle 1">
            <a:extLst>
              <a:ext uri="{FF2B5EF4-FFF2-40B4-BE49-F238E27FC236}">
                <a16:creationId xmlns:a16="http://schemas.microsoft.com/office/drawing/2014/main" id="{F6AE7833-1F13-1049-9DAF-FBC22A380B2E}"/>
              </a:ext>
            </a:extLst>
          </p:cNvPr>
          <p:cNvSpPr/>
          <p:nvPr userDrawn="1"/>
        </p:nvSpPr>
        <p:spPr>
          <a:xfrm>
            <a:off x="0" y="293572"/>
            <a:ext cx="4038600" cy="29639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9" name="Picture 18">
            <a:extLst>
              <a:ext uri="{FF2B5EF4-FFF2-40B4-BE49-F238E27FC236}">
                <a16:creationId xmlns:a16="http://schemas.microsoft.com/office/drawing/2014/main" id="{12314A6A-139E-B045-A7B0-62EE8C195F54}"/>
              </a:ext>
            </a:extLst>
          </p:cNvPr>
          <p:cNvPicPr>
            <a:picLocks noChangeAspect="1"/>
          </p:cNvPicPr>
          <p:nvPr userDrawn="1"/>
        </p:nvPicPr>
        <p:blipFill rotWithShape="1">
          <a:blip r:embed="rId2"/>
          <a:srcRect l="24096"/>
          <a:stretch/>
        </p:blipFill>
        <p:spPr>
          <a:xfrm>
            <a:off x="0" y="115218"/>
            <a:ext cx="1066800" cy="287051"/>
          </a:xfrm>
          <a:prstGeom prst="rect">
            <a:avLst/>
          </a:prstGeom>
        </p:spPr>
      </p:pic>
      <p:pic>
        <p:nvPicPr>
          <p:cNvPr id="20" name="Picture 19">
            <a:extLst>
              <a:ext uri="{FF2B5EF4-FFF2-40B4-BE49-F238E27FC236}">
                <a16:creationId xmlns:a16="http://schemas.microsoft.com/office/drawing/2014/main" id="{C764D7F7-BB88-854E-82C8-FA0A21E4A86E}"/>
              </a:ext>
            </a:extLst>
          </p:cNvPr>
          <p:cNvPicPr>
            <a:picLocks noChangeAspect="1"/>
          </p:cNvPicPr>
          <p:nvPr userDrawn="1"/>
        </p:nvPicPr>
        <p:blipFill>
          <a:blip r:embed="rId3"/>
          <a:stretch>
            <a:fillRect/>
          </a:stretch>
        </p:blipFill>
        <p:spPr>
          <a:xfrm>
            <a:off x="115779" y="223914"/>
            <a:ext cx="752320" cy="69658"/>
          </a:xfrm>
          <a:prstGeom prst="rect">
            <a:avLst/>
          </a:prstGeom>
        </p:spPr>
      </p:pic>
      <p:sp>
        <p:nvSpPr>
          <p:cNvPr id="32" name="Content Placeholder 3">
            <a:extLst>
              <a:ext uri="{FF2B5EF4-FFF2-40B4-BE49-F238E27FC236}">
                <a16:creationId xmlns:a16="http://schemas.microsoft.com/office/drawing/2014/main" id="{08F8115A-52B0-214C-9121-EF7CCB7F0CB0}"/>
              </a:ext>
            </a:extLst>
          </p:cNvPr>
          <p:cNvSpPr>
            <a:spLocks noGrp="1"/>
          </p:cNvSpPr>
          <p:nvPr>
            <p:ph sz="quarter" idx="17" hasCustomPrompt="1"/>
          </p:nvPr>
        </p:nvSpPr>
        <p:spPr>
          <a:xfrm>
            <a:off x="4038600" y="-1270"/>
            <a:ext cx="5105400" cy="291592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more square / vertical image</a:t>
            </a:r>
          </a:p>
        </p:txBody>
      </p:sp>
      <p:sp>
        <p:nvSpPr>
          <p:cNvPr id="18" name="Title 1">
            <a:extLst>
              <a:ext uri="{FF2B5EF4-FFF2-40B4-BE49-F238E27FC236}">
                <a16:creationId xmlns:a16="http://schemas.microsoft.com/office/drawing/2014/main" id="{FC98038E-301F-8A4C-BE5E-97E84379DBA2}"/>
              </a:ext>
            </a:extLst>
          </p:cNvPr>
          <p:cNvSpPr>
            <a:spLocks noGrp="1"/>
          </p:cNvSpPr>
          <p:nvPr>
            <p:ph type="title"/>
          </p:nvPr>
        </p:nvSpPr>
        <p:spPr>
          <a:xfrm>
            <a:off x="0" y="287042"/>
            <a:ext cx="4038600" cy="2056109"/>
          </a:xfrm>
          <a:prstGeom prst="rect">
            <a:avLst/>
          </a:prstGeom>
          <a:noFill/>
        </p:spPr>
        <p:txBody>
          <a:bodyPr lIns="548640" rIns="365760" bIns="4572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21" name="Content Placeholder 3">
            <a:extLst>
              <a:ext uri="{FF2B5EF4-FFF2-40B4-BE49-F238E27FC236}">
                <a16:creationId xmlns:a16="http://schemas.microsoft.com/office/drawing/2014/main" id="{CBC1F31E-85D9-5E4B-9BA9-85B4AD8EDEEE}"/>
              </a:ext>
            </a:extLst>
          </p:cNvPr>
          <p:cNvSpPr>
            <a:spLocks noGrp="1"/>
          </p:cNvSpPr>
          <p:nvPr>
            <p:ph sz="quarter" idx="27" hasCustomPrompt="1"/>
          </p:nvPr>
        </p:nvSpPr>
        <p:spPr>
          <a:xfrm>
            <a:off x="0" y="2349680"/>
            <a:ext cx="4038600" cy="907869"/>
          </a:xfrm>
          <a:noFill/>
        </p:spPr>
        <p:txBody>
          <a:bodyPr lIns="548640" tIns="45720" rIns="182880" bIns="137160" anchor="t" anchorCtr="0">
            <a:normAutofit/>
          </a:bodyPr>
          <a:lstStyle>
            <a:lvl1pPr marL="0" indent="0">
              <a:buNone/>
              <a:defRPr sz="1200" b="0">
                <a:solidFill>
                  <a:schemeClr val="accent3"/>
                </a:solidFill>
              </a:defRPr>
            </a:lvl1pPr>
            <a:lvl2pPr>
              <a:defRPr>
                <a:solidFill>
                  <a:schemeClr val="bg2"/>
                </a:solidFill>
              </a:defRPr>
            </a:lvl2pPr>
            <a:lvl3pPr>
              <a:defRPr>
                <a:solidFill>
                  <a:schemeClr val="bg2"/>
                </a:solidFill>
              </a:defRPr>
            </a:lvl3pPr>
          </a:lstStyle>
          <a:p>
            <a:pPr lvl="0"/>
            <a:r>
              <a:rPr lang="en-US" dirty="0"/>
              <a:t>Short body copy here</a:t>
            </a:r>
          </a:p>
        </p:txBody>
      </p:sp>
    </p:spTree>
    <p:extLst>
      <p:ext uri="{BB962C8B-B14F-4D97-AF65-F5344CB8AC3E}">
        <p14:creationId xmlns:p14="http://schemas.microsoft.com/office/powerpoint/2010/main" val="705604494"/>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userDrawn="1">
  <p:cSld name="1 Img: 6 Subsections (vertic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0" y="0"/>
            <a:ext cx="43434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Rectangle 10">
            <a:extLst>
              <a:ext uri="{FF2B5EF4-FFF2-40B4-BE49-F238E27FC236}">
                <a16:creationId xmlns:a16="http://schemas.microsoft.com/office/drawing/2014/main" id="{DC1C3825-2765-004B-AADE-07B48076C16B}"/>
              </a:ext>
            </a:extLst>
          </p:cNvPr>
          <p:cNvSpPr/>
          <p:nvPr userDrawn="1"/>
        </p:nvSpPr>
        <p:spPr>
          <a:xfrm>
            <a:off x="0" y="742950"/>
            <a:ext cx="4577080" cy="111711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6" name="Content Placeholder 3">
            <a:extLst>
              <a:ext uri="{FF2B5EF4-FFF2-40B4-BE49-F238E27FC236}">
                <a16:creationId xmlns:a16="http://schemas.microsoft.com/office/drawing/2014/main" id="{812EEC76-2279-374F-8B62-D1B9694094F0}"/>
              </a:ext>
            </a:extLst>
          </p:cNvPr>
          <p:cNvSpPr>
            <a:spLocks noGrp="1"/>
          </p:cNvSpPr>
          <p:nvPr>
            <p:ph sz="quarter" idx="23" hasCustomPrompt="1"/>
          </p:nvPr>
        </p:nvSpPr>
        <p:spPr>
          <a:xfrm>
            <a:off x="4724400" y="373270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87BCBA6B-67C3-6043-925B-200179A70E1E}"/>
              </a:ext>
            </a:extLst>
          </p:cNvPr>
          <p:cNvSpPr>
            <a:spLocks noGrp="1"/>
          </p:cNvSpPr>
          <p:nvPr>
            <p:ph sz="quarter" idx="24" hasCustomPrompt="1"/>
          </p:nvPr>
        </p:nvSpPr>
        <p:spPr>
          <a:xfrm>
            <a:off x="4724400" y="409575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Remove from the bottom first if you need less than 6 items</a:t>
            </a:r>
          </a:p>
        </p:txBody>
      </p:sp>
      <p:sp>
        <p:nvSpPr>
          <p:cNvPr id="28" name="Content Placeholder 3">
            <a:extLst>
              <a:ext uri="{FF2B5EF4-FFF2-40B4-BE49-F238E27FC236}">
                <a16:creationId xmlns:a16="http://schemas.microsoft.com/office/drawing/2014/main" id="{2FAE9328-9470-0848-AC2C-8C50A5877CD5}"/>
              </a:ext>
            </a:extLst>
          </p:cNvPr>
          <p:cNvSpPr>
            <a:spLocks noGrp="1"/>
          </p:cNvSpPr>
          <p:nvPr>
            <p:ph sz="quarter" idx="25" hasCustomPrompt="1"/>
          </p:nvPr>
        </p:nvSpPr>
        <p:spPr>
          <a:xfrm>
            <a:off x="6858000" y="372617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9" name="Content Placeholder 3">
            <a:extLst>
              <a:ext uri="{FF2B5EF4-FFF2-40B4-BE49-F238E27FC236}">
                <a16:creationId xmlns:a16="http://schemas.microsoft.com/office/drawing/2014/main" id="{0B1D0407-5C33-864A-BF68-513C16B32567}"/>
              </a:ext>
            </a:extLst>
          </p:cNvPr>
          <p:cNvSpPr>
            <a:spLocks noGrp="1"/>
          </p:cNvSpPr>
          <p:nvPr>
            <p:ph sz="quarter" idx="26" hasCustomPrompt="1"/>
          </p:nvPr>
        </p:nvSpPr>
        <p:spPr>
          <a:xfrm>
            <a:off x="6858000" y="408922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You can adjust the heigh of these to fit your content, keep top and left alignments</a:t>
            </a:r>
          </a:p>
        </p:txBody>
      </p:sp>
      <p:sp>
        <p:nvSpPr>
          <p:cNvPr id="30" name="Content Placeholder 3">
            <a:extLst>
              <a:ext uri="{FF2B5EF4-FFF2-40B4-BE49-F238E27FC236}">
                <a16:creationId xmlns:a16="http://schemas.microsoft.com/office/drawing/2014/main" id="{C9D8B313-D243-E846-8D3B-ABB4B93E922C}"/>
              </a:ext>
            </a:extLst>
          </p:cNvPr>
          <p:cNvSpPr>
            <a:spLocks noGrp="1"/>
          </p:cNvSpPr>
          <p:nvPr>
            <p:ph sz="quarter" idx="27" hasCustomPrompt="1"/>
          </p:nvPr>
        </p:nvSpPr>
        <p:spPr>
          <a:xfrm>
            <a:off x="4724400" y="231030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1" name="Content Placeholder 3">
            <a:extLst>
              <a:ext uri="{FF2B5EF4-FFF2-40B4-BE49-F238E27FC236}">
                <a16:creationId xmlns:a16="http://schemas.microsoft.com/office/drawing/2014/main" id="{2BAA0604-F53F-2848-B4BD-6B32B71B85BB}"/>
              </a:ext>
            </a:extLst>
          </p:cNvPr>
          <p:cNvSpPr>
            <a:spLocks noGrp="1"/>
          </p:cNvSpPr>
          <p:nvPr>
            <p:ph sz="quarter" idx="28" hasCustomPrompt="1"/>
          </p:nvPr>
        </p:nvSpPr>
        <p:spPr>
          <a:xfrm>
            <a:off x="4724400" y="267335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32" name="Content Placeholder 3">
            <a:extLst>
              <a:ext uri="{FF2B5EF4-FFF2-40B4-BE49-F238E27FC236}">
                <a16:creationId xmlns:a16="http://schemas.microsoft.com/office/drawing/2014/main" id="{D6963282-55FC-0444-8CF4-27F51B5CEDE1}"/>
              </a:ext>
            </a:extLst>
          </p:cNvPr>
          <p:cNvSpPr>
            <a:spLocks noGrp="1"/>
          </p:cNvSpPr>
          <p:nvPr>
            <p:ph sz="quarter" idx="29" hasCustomPrompt="1"/>
          </p:nvPr>
        </p:nvSpPr>
        <p:spPr>
          <a:xfrm>
            <a:off x="6858000" y="230377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3" name="Content Placeholder 3">
            <a:extLst>
              <a:ext uri="{FF2B5EF4-FFF2-40B4-BE49-F238E27FC236}">
                <a16:creationId xmlns:a16="http://schemas.microsoft.com/office/drawing/2014/main" id="{5DF59E8E-AEA7-9947-AD18-8DD63C3ADFE2}"/>
              </a:ext>
            </a:extLst>
          </p:cNvPr>
          <p:cNvSpPr>
            <a:spLocks noGrp="1"/>
          </p:cNvSpPr>
          <p:nvPr>
            <p:ph sz="quarter" idx="30" hasCustomPrompt="1"/>
          </p:nvPr>
        </p:nvSpPr>
        <p:spPr>
          <a:xfrm>
            <a:off x="6858000" y="266682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34" name="Content Placeholder 3">
            <a:extLst>
              <a:ext uri="{FF2B5EF4-FFF2-40B4-BE49-F238E27FC236}">
                <a16:creationId xmlns:a16="http://schemas.microsoft.com/office/drawing/2014/main" id="{38F9CC85-41CC-604C-8E95-3F83B6D2082D}"/>
              </a:ext>
            </a:extLst>
          </p:cNvPr>
          <p:cNvSpPr>
            <a:spLocks noGrp="1"/>
          </p:cNvSpPr>
          <p:nvPr>
            <p:ph sz="quarter" idx="31" hasCustomPrompt="1"/>
          </p:nvPr>
        </p:nvSpPr>
        <p:spPr>
          <a:xfrm>
            <a:off x="4724400" y="91838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5" name="Content Placeholder 3">
            <a:extLst>
              <a:ext uri="{FF2B5EF4-FFF2-40B4-BE49-F238E27FC236}">
                <a16:creationId xmlns:a16="http://schemas.microsoft.com/office/drawing/2014/main" id="{DCDBF9F9-6A22-B64E-88EE-FC546CD5EFC4}"/>
              </a:ext>
            </a:extLst>
          </p:cNvPr>
          <p:cNvSpPr>
            <a:spLocks noGrp="1"/>
          </p:cNvSpPr>
          <p:nvPr>
            <p:ph sz="quarter" idx="32" hasCustomPrompt="1"/>
          </p:nvPr>
        </p:nvSpPr>
        <p:spPr>
          <a:xfrm>
            <a:off x="4724400" y="128143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36" name="Content Placeholder 3">
            <a:extLst>
              <a:ext uri="{FF2B5EF4-FFF2-40B4-BE49-F238E27FC236}">
                <a16:creationId xmlns:a16="http://schemas.microsoft.com/office/drawing/2014/main" id="{1369CBDB-563E-D345-A30B-640FC4806B94}"/>
              </a:ext>
            </a:extLst>
          </p:cNvPr>
          <p:cNvSpPr>
            <a:spLocks noGrp="1"/>
          </p:cNvSpPr>
          <p:nvPr>
            <p:ph sz="quarter" idx="33" hasCustomPrompt="1"/>
          </p:nvPr>
        </p:nvSpPr>
        <p:spPr>
          <a:xfrm>
            <a:off x="6858000" y="91185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7" name="Content Placeholder 3">
            <a:extLst>
              <a:ext uri="{FF2B5EF4-FFF2-40B4-BE49-F238E27FC236}">
                <a16:creationId xmlns:a16="http://schemas.microsoft.com/office/drawing/2014/main" id="{5B8FF45D-E7F1-2543-B070-E8BF938119C9}"/>
              </a:ext>
            </a:extLst>
          </p:cNvPr>
          <p:cNvSpPr>
            <a:spLocks noGrp="1"/>
          </p:cNvSpPr>
          <p:nvPr>
            <p:ph sz="quarter" idx="34" hasCustomPrompt="1"/>
          </p:nvPr>
        </p:nvSpPr>
        <p:spPr>
          <a:xfrm>
            <a:off x="6858000" y="127490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pic>
        <p:nvPicPr>
          <p:cNvPr id="20" name="Picture 19">
            <a:extLst>
              <a:ext uri="{FF2B5EF4-FFF2-40B4-BE49-F238E27FC236}">
                <a16:creationId xmlns:a16="http://schemas.microsoft.com/office/drawing/2014/main" id="{F5CD9F75-76C2-2A47-880F-C0095979670D}"/>
              </a:ext>
            </a:extLst>
          </p:cNvPr>
          <p:cNvPicPr>
            <a:picLocks noChangeAspect="1"/>
          </p:cNvPicPr>
          <p:nvPr userDrawn="1"/>
        </p:nvPicPr>
        <p:blipFill rotWithShape="1">
          <a:blip r:embed="rId2"/>
          <a:srcRect l="24096"/>
          <a:stretch/>
        </p:blipFill>
        <p:spPr>
          <a:xfrm>
            <a:off x="0" y="115218"/>
            <a:ext cx="1066800" cy="287051"/>
          </a:xfrm>
          <a:prstGeom prst="rect">
            <a:avLst/>
          </a:prstGeom>
        </p:spPr>
      </p:pic>
      <p:pic>
        <p:nvPicPr>
          <p:cNvPr id="21" name="Picture 20">
            <a:extLst>
              <a:ext uri="{FF2B5EF4-FFF2-40B4-BE49-F238E27FC236}">
                <a16:creationId xmlns:a16="http://schemas.microsoft.com/office/drawing/2014/main" id="{B10DE0E9-8C99-4D46-8B07-92DD1F616ED8}"/>
              </a:ext>
            </a:extLst>
          </p:cNvPr>
          <p:cNvPicPr>
            <a:picLocks noChangeAspect="1"/>
          </p:cNvPicPr>
          <p:nvPr userDrawn="1"/>
        </p:nvPicPr>
        <p:blipFill>
          <a:blip r:embed="rId3"/>
          <a:stretch>
            <a:fillRect/>
          </a:stretch>
        </p:blipFill>
        <p:spPr>
          <a:xfrm>
            <a:off x="115779" y="223914"/>
            <a:ext cx="752320" cy="69658"/>
          </a:xfrm>
          <a:prstGeom prst="rect">
            <a:avLst/>
          </a:prstGeom>
        </p:spPr>
      </p:pic>
      <p:sp>
        <p:nvSpPr>
          <p:cNvPr id="40" name="Content Placeholder 3">
            <a:extLst>
              <a:ext uri="{FF2B5EF4-FFF2-40B4-BE49-F238E27FC236}">
                <a16:creationId xmlns:a16="http://schemas.microsoft.com/office/drawing/2014/main" id="{C3B0F173-C8FD-6E46-AC7E-AD6F9B58D364}"/>
              </a:ext>
            </a:extLst>
          </p:cNvPr>
          <p:cNvSpPr>
            <a:spLocks noGrp="1"/>
          </p:cNvSpPr>
          <p:nvPr>
            <p:ph sz="quarter" idx="17" hasCustomPrompt="1"/>
          </p:nvPr>
        </p:nvSpPr>
        <p:spPr>
          <a:xfrm>
            <a:off x="-5080" y="0"/>
            <a:ext cx="4343400" cy="5144770"/>
          </a:xfrm>
          <a:noFill/>
        </p:spPr>
        <p:txBody>
          <a:bodyPr lIns="137160" tIns="457200" rIns="91440" bIns="91440" anchor="b"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more square / vertical image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0" y="742950"/>
            <a:ext cx="4572000" cy="1117110"/>
          </a:xfrm>
          <a:prstGeom prst="rect">
            <a:avLst/>
          </a:prstGeom>
          <a:solidFill>
            <a:schemeClr val="tx2"/>
          </a:solidFill>
        </p:spPr>
        <p:txBody>
          <a:bodyPr lIns="457200" tIns="182880" rIns="182880" bIns="182880" anchor="b">
            <a:normAutofit/>
          </a:bodyPr>
          <a:lstStyle>
            <a:lvl1pPr algn="r">
              <a:defRPr sz="2400" b="1">
                <a:solidFill>
                  <a:schemeClr val="bg2"/>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106768194"/>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2 Img: Body (2 colum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01008-E090-374B-937A-7AF9D65FE376}"/>
              </a:ext>
            </a:extLst>
          </p:cNvPr>
          <p:cNvSpPr/>
          <p:nvPr userDrawn="1"/>
        </p:nvSpPr>
        <p:spPr>
          <a:xfrm>
            <a:off x="5984632" y="1"/>
            <a:ext cx="3159369" cy="264795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Rectangle 1">
            <a:extLst>
              <a:ext uri="{FF2B5EF4-FFF2-40B4-BE49-F238E27FC236}">
                <a16:creationId xmlns:a16="http://schemas.microsoft.com/office/drawing/2014/main" id="{01A19ABD-8F20-9948-B84A-E38FAEDBE435}"/>
              </a:ext>
            </a:extLst>
          </p:cNvPr>
          <p:cNvSpPr/>
          <p:nvPr userDrawn="1"/>
        </p:nvSpPr>
        <p:spPr>
          <a:xfrm>
            <a:off x="0" y="1"/>
            <a:ext cx="5867400" cy="264795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0" y="-1"/>
            <a:ext cx="5867400" cy="264795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5984632" y="1"/>
            <a:ext cx="3159368" cy="264795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1" name="Title 1">
            <a:extLst>
              <a:ext uri="{FF2B5EF4-FFF2-40B4-BE49-F238E27FC236}">
                <a16:creationId xmlns:a16="http://schemas.microsoft.com/office/drawing/2014/main" id="{320F225D-F840-704E-90D0-82590E475F02}"/>
              </a:ext>
            </a:extLst>
          </p:cNvPr>
          <p:cNvSpPr>
            <a:spLocks noGrp="1"/>
          </p:cNvSpPr>
          <p:nvPr>
            <p:ph type="title"/>
          </p:nvPr>
        </p:nvSpPr>
        <p:spPr>
          <a:xfrm>
            <a:off x="457200" y="274320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6" name="Content Placeholder 3">
            <a:extLst>
              <a:ext uri="{FF2B5EF4-FFF2-40B4-BE49-F238E27FC236}">
                <a16:creationId xmlns:a16="http://schemas.microsoft.com/office/drawing/2014/main" id="{BEB2B3C0-BE3D-C642-9655-D583015F60A2}"/>
              </a:ext>
            </a:extLst>
          </p:cNvPr>
          <p:cNvSpPr>
            <a:spLocks noGrp="1"/>
          </p:cNvSpPr>
          <p:nvPr>
            <p:ph sz="half" idx="10" hasCustomPrompt="1"/>
          </p:nvPr>
        </p:nvSpPr>
        <p:spPr>
          <a:xfrm>
            <a:off x="457201" y="3505199"/>
            <a:ext cx="7924799" cy="1276351"/>
          </a:xfrm>
          <a:prstGeom prst="rect">
            <a:avLst/>
          </a:prstGeom>
        </p:spPr>
        <p:txBody>
          <a:bodyPr lIns="0" numCol="2" spcCol="27432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A simple list all in second level bullets in two columns or a short statement no bullets is what this space is meant for</a:t>
            </a:r>
          </a:p>
          <a:p>
            <a:pPr lvl="1"/>
            <a:r>
              <a:rPr lang="en-US" dirty="0"/>
              <a:t>Second level</a:t>
            </a:r>
          </a:p>
          <a:p>
            <a:pPr lvl="2"/>
            <a:r>
              <a:rPr lang="en-US" dirty="0"/>
              <a:t>Third level</a:t>
            </a:r>
          </a:p>
        </p:txBody>
      </p:sp>
      <p:pic>
        <p:nvPicPr>
          <p:cNvPr id="8" name="Picture 7">
            <a:extLst>
              <a:ext uri="{FF2B5EF4-FFF2-40B4-BE49-F238E27FC236}">
                <a16:creationId xmlns:a16="http://schemas.microsoft.com/office/drawing/2014/main" id="{DBB37FCC-D24D-994D-A24E-BB2E71C19291}"/>
              </a:ext>
            </a:extLst>
          </p:cNvPr>
          <p:cNvPicPr>
            <a:picLocks noChangeAspect="1"/>
          </p:cNvPicPr>
          <p:nvPr userDrawn="1"/>
        </p:nvPicPr>
        <p:blipFill rotWithShape="1">
          <a:blip r:embed="rId2"/>
          <a:srcRect l="24096"/>
          <a:stretch/>
        </p:blipFill>
        <p:spPr>
          <a:xfrm>
            <a:off x="0" y="115218"/>
            <a:ext cx="1066800" cy="287051"/>
          </a:xfrm>
          <a:prstGeom prst="rect">
            <a:avLst/>
          </a:prstGeom>
        </p:spPr>
      </p:pic>
      <p:pic>
        <p:nvPicPr>
          <p:cNvPr id="9" name="Picture 8">
            <a:extLst>
              <a:ext uri="{FF2B5EF4-FFF2-40B4-BE49-F238E27FC236}">
                <a16:creationId xmlns:a16="http://schemas.microsoft.com/office/drawing/2014/main" id="{0855F3B6-F7B6-284E-BFFE-48E02FCC8082}"/>
              </a:ext>
            </a:extLst>
          </p:cNvPr>
          <p:cNvPicPr>
            <a:picLocks noChangeAspect="1"/>
          </p:cNvPicPr>
          <p:nvPr userDrawn="1"/>
        </p:nvPicPr>
        <p:blipFill>
          <a:blip r:embed="rId3"/>
          <a:stretch>
            <a:fillRect/>
          </a:stretch>
        </p:blipFill>
        <p:spPr>
          <a:xfrm>
            <a:off x="115779" y="223914"/>
            <a:ext cx="752320" cy="69658"/>
          </a:xfrm>
          <a:prstGeom prst="rect">
            <a:avLst/>
          </a:prstGeom>
        </p:spPr>
      </p:pic>
    </p:spTree>
    <p:extLst>
      <p:ext uri="{BB962C8B-B14F-4D97-AF65-F5344CB8AC3E}">
        <p14:creationId xmlns:p14="http://schemas.microsoft.com/office/powerpoint/2010/main" val="446345124"/>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2 Img: 2 Subsections (equa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DE880E-D4F2-E340-948C-FA17EE464C92}"/>
              </a:ext>
            </a:extLst>
          </p:cNvPr>
          <p:cNvSpPr/>
          <p:nvPr userDrawn="1"/>
        </p:nvSpPr>
        <p:spPr>
          <a:xfrm>
            <a:off x="4709162" y="1428751"/>
            <a:ext cx="3657600" cy="37147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Rectangle 1">
            <a:extLst>
              <a:ext uri="{FF2B5EF4-FFF2-40B4-BE49-F238E27FC236}">
                <a16:creationId xmlns:a16="http://schemas.microsoft.com/office/drawing/2014/main" id="{E90536AE-01BB-8045-A38A-303A59E98089}"/>
              </a:ext>
            </a:extLst>
          </p:cNvPr>
          <p:cNvSpPr/>
          <p:nvPr userDrawn="1"/>
        </p:nvSpPr>
        <p:spPr>
          <a:xfrm>
            <a:off x="467497" y="1428751"/>
            <a:ext cx="3657600" cy="37147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noChangeAspect="1"/>
          </p:cNvSpPr>
          <p:nvPr>
            <p:ph sz="quarter" idx="29" hasCustomPrompt="1"/>
          </p:nvPr>
        </p:nvSpPr>
        <p:spPr>
          <a:xfrm>
            <a:off x="467497" y="1428751"/>
            <a:ext cx="3657600" cy="371475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53" name="Content Placeholder 3">
            <a:extLst>
              <a:ext uri="{FF2B5EF4-FFF2-40B4-BE49-F238E27FC236}">
                <a16:creationId xmlns:a16="http://schemas.microsoft.com/office/drawing/2014/main" id="{62E5E021-2EE8-AE4F-B572-C897E954C923}"/>
              </a:ext>
            </a:extLst>
          </p:cNvPr>
          <p:cNvSpPr>
            <a:spLocks noGrp="1" noChangeAspect="1"/>
          </p:cNvSpPr>
          <p:nvPr>
            <p:ph sz="quarter" idx="30" hasCustomPrompt="1"/>
          </p:nvPr>
        </p:nvSpPr>
        <p:spPr>
          <a:xfrm>
            <a:off x="4709162" y="1428751"/>
            <a:ext cx="3657600" cy="371475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2514600" y="280035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2514600" y="3486151"/>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54" name="Content Placeholder 3">
            <a:extLst>
              <a:ext uri="{FF2B5EF4-FFF2-40B4-BE49-F238E27FC236}">
                <a16:creationId xmlns:a16="http://schemas.microsoft.com/office/drawing/2014/main" id="{4EFE6318-65F6-574E-A6AF-2B00B6294C16}"/>
              </a:ext>
            </a:extLst>
          </p:cNvPr>
          <p:cNvSpPr>
            <a:spLocks noGrp="1"/>
          </p:cNvSpPr>
          <p:nvPr>
            <p:ph sz="quarter" idx="31" hasCustomPrompt="1"/>
          </p:nvPr>
        </p:nvSpPr>
        <p:spPr>
          <a:xfrm>
            <a:off x="6756265" y="280035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5" name="Content Placeholder 3">
            <a:extLst>
              <a:ext uri="{FF2B5EF4-FFF2-40B4-BE49-F238E27FC236}">
                <a16:creationId xmlns:a16="http://schemas.microsoft.com/office/drawing/2014/main" id="{01D9D084-191F-4748-95AA-C449BC462044}"/>
              </a:ext>
            </a:extLst>
          </p:cNvPr>
          <p:cNvSpPr>
            <a:spLocks noGrp="1"/>
          </p:cNvSpPr>
          <p:nvPr>
            <p:ph sz="quarter" idx="32" hasCustomPrompt="1"/>
          </p:nvPr>
        </p:nvSpPr>
        <p:spPr>
          <a:xfrm>
            <a:off x="6756265" y="3486151"/>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56" name="Title 1">
            <a:extLst>
              <a:ext uri="{FF2B5EF4-FFF2-40B4-BE49-F238E27FC236}">
                <a16:creationId xmlns:a16="http://schemas.microsoft.com/office/drawing/2014/main" id="{779D5A6B-338A-F24D-A1D4-D3D1F6AE648C}"/>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087384763"/>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2 Img: 2 Subsections (1 larg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01008-E090-374B-937A-7AF9D65FE376}"/>
              </a:ext>
            </a:extLst>
          </p:cNvPr>
          <p:cNvSpPr/>
          <p:nvPr userDrawn="1"/>
        </p:nvSpPr>
        <p:spPr>
          <a:xfrm>
            <a:off x="6248400" y="1574620"/>
            <a:ext cx="2895600" cy="35688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Rectangle 1">
            <a:extLst>
              <a:ext uri="{FF2B5EF4-FFF2-40B4-BE49-F238E27FC236}">
                <a16:creationId xmlns:a16="http://schemas.microsoft.com/office/drawing/2014/main" id="{01A19ABD-8F20-9948-B84A-E38FAEDBE435}"/>
              </a:ext>
            </a:extLst>
          </p:cNvPr>
          <p:cNvSpPr/>
          <p:nvPr userDrawn="1"/>
        </p:nvSpPr>
        <p:spPr>
          <a:xfrm>
            <a:off x="1" y="1574620"/>
            <a:ext cx="5527431" cy="35688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1" y="1574620"/>
            <a:ext cx="5527431" cy="3568881"/>
          </a:xfrm>
          <a:no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3901694" y="288308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3901694"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6248400" y="1574620"/>
            <a:ext cx="2895600" cy="3568881"/>
          </a:xfrm>
          <a:no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54" name="Content Placeholder 3">
            <a:extLst>
              <a:ext uri="{FF2B5EF4-FFF2-40B4-BE49-F238E27FC236}">
                <a16:creationId xmlns:a16="http://schemas.microsoft.com/office/drawing/2014/main" id="{4EFE6318-65F6-574E-A6AF-2B00B6294C16}"/>
              </a:ext>
            </a:extLst>
          </p:cNvPr>
          <p:cNvSpPr>
            <a:spLocks noGrp="1"/>
          </p:cNvSpPr>
          <p:nvPr>
            <p:ph sz="quarter" idx="31" hasCustomPrompt="1"/>
          </p:nvPr>
        </p:nvSpPr>
        <p:spPr>
          <a:xfrm>
            <a:off x="6014857" y="288308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5" name="Content Placeholder 3">
            <a:extLst>
              <a:ext uri="{FF2B5EF4-FFF2-40B4-BE49-F238E27FC236}">
                <a16:creationId xmlns:a16="http://schemas.microsoft.com/office/drawing/2014/main" id="{01D9D084-191F-4748-95AA-C449BC462044}"/>
              </a:ext>
            </a:extLst>
          </p:cNvPr>
          <p:cNvSpPr>
            <a:spLocks noGrp="1"/>
          </p:cNvSpPr>
          <p:nvPr>
            <p:ph sz="quarter" idx="32" hasCustomPrompt="1"/>
          </p:nvPr>
        </p:nvSpPr>
        <p:spPr>
          <a:xfrm>
            <a:off x="6014857"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11" name="Title 1">
            <a:extLst>
              <a:ext uri="{FF2B5EF4-FFF2-40B4-BE49-F238E27FC236}">
                <a16:creationId xmlns:a16="http://schemas.microsoft.com/office/drawing/2014/main" id="{320F225D-F840-704E-90D0-82590E475F02}"/>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117187134"/>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2 Img: paired, 2 Subsection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6B05F-53E1-8945-B16F-0DF3CF82F24C}"/>
              </a:ext>
            </a:extLst>
          </p:cNvPr>
          <p:cNvSpPr/>
          <p:nvPr userDrawn="1"/>
        </p:nvSpPr>
        <p:spPr>
          <a:xfrm>
            <a:off x="0" y="3347728"/>
            <a:ext cx="9144000" cy="1795772"/>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467497" y="3697857"/>
            <a:ext cx="4023360" cy="1083694"/>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467497" y="1428750"/>
            <a:ext cx="4023360" cy="1909396"/>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7497" y="3341341"/>
            <a:ext cx="40233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8" name="Content Placeholder 3">
            <a:extLst>
              <a:ext uri="{FF2B5EF4-FFF2-40B4-BE49-F238E27FC236}">
                <a16:creationId xmlns:a16="http://schemas.microsoft.com/office/drawing/2014/main" id="{9F462960-F6E0-1F47-9992-B0808AB8B3DB}"/>
              </a:ext>
            </a:extLst>
          </p:cNvPr>
          <p:cNvSpPr>
            <a:spLocks noGrp="1"/>
          </p:cNvSpPr>
          <p:nvPr>
            <p:ph sz="half" idx="30" hasCustomPrompt="1"/>
          </p:nvPr>
        </p:nvSpPr>
        <p:spPr>
          <a:xfrm>
            <a:off x="4722974" y="3697857"/>
            <a:ext cx="4023360" cy="1083694"/>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19" name="Content Placeholder 3">
            <a:extLst>
              <a:ext uri="{FF2B5EF4-FFF2-40B4-BE49-F238E27FC236}">
                <a16:creationId xmlns:a16="http://schemas.microsoft.com/office/drawing/2014/main" id="{AD116F9F-6368-7345-A08A-884ECE8BF88F}"/>
              </a:ext>
            </a:extLst>
          </p:cNvPr>
          <p:cNvSpPr>
            <a:spLocks noGrp="1"/>
          </p:cNvSpPr>
          <p:nvPr>
            <p:ph sz="quarter" idx="31" hasCustomPrompt="1"/>
          </p:nvPr>
        </p:nvSpPr>
        <p:spPr>
          <a:xfrm>
            <a:off x="4722974" y="1428750"/>
            <a:ext cx="4023360" cy="1909396"/>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20" name="Content Placeholder 3">
            <a:extLst>
              <a:ext uri="{FF2B5EF4-FFF2-40B4-BE49-F238E27FC236}">
                <a16:creationId xmlns:a16="http://schemas.microsoft.com/office/drawing/2014/main" id="{16A9DCB3-1BC9-EA4E-B87A-4380F9F9DF2F}"/>
              </a:ext>
            </a:extLst>
          </p:cNvPr>
          <p:cNvSpPr>
            <a:spLocks noGrp="1"/>
          </p:cNvSpPr>
          <p:nvPr>
            <p:ph sz="quarter" idx="32" hasCustomPrompt="1"/>
          </p:nvPr>
        </p:nvSpPr>
        <p:spPr>
          <a:xfrm>
            <a:off x="4722974" y="3341341"/>
            <a:ext cx="40233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Title 1">
            <a:extLst>
              <a:ext uri="{FF2B5EF4-FFF2-40B4-BE49-F238E27FC236}">
                <a16:creationId xmlns:a16="http://schemas.microsoft.com/office/drawing/2014/main" id="{3DE7F42C-D2D9-4642-9E56-0728CC9098A7}"/>
              </a:ext>
            </a:extLst>
          </p:cNvPr>
          <p:cNvSpPr>
            <a:spLocks noGrp="1"/>
          </p:cNvSpPr>
          <p:nvPr>
            <p:ph type="title"/>
          </p:nvPr>
        </p:nvSpPr>
        <p:spPr>
          <a:xfrm>
            <a:off x="457200" y="590550"/>
            <a:ext cx="8305800" cy="74295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500557039"/>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userDrawn="1">
  <p:cSld name="3 Img: Body ">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A8F918A-EF77-FD4D-BE1F-C758B655E4B1}"/>
              </a:ext>
            </a:extLst>
          </p:cNvPr>
          <p:cNvSpPr/>
          <p:nvPr userDrawn="1"/>
        </p:nvSpPr>
        <p:spPr>
          <a:xfrm>
            <a:off x="3671416" y="302684"/>
            <a:ext cx="2566988" cy="15367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Rectangle 11">
            <a:extLst>
              <a:ext uri="{FF2B5EF4-FFF2-40B4-BE49-F238E27FC236}">
                <a16:creationId xmlns:a16="http://schemas.microsoft.com/office/drawing/2014/main" id="{C5198B12-F0DC-FC40-A343-A79509F228C4}"/>
              </a:ext>
            </a:extLst>
          </p:cNvPr>
          <p:cNvSpPr/>
          <p:nvPr userDrawn="1"/>
        </p:nvSpPr>
        <p:spPr>
          <a:xfrm>
            <a:off x="3671416" y="1929468"/>
            <a:ext cx="2566988" cy="32140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3" name="Rectangle 12">
            <a:extLst>
              <a:ext uri="{FF2B5EF4-FFF2-40B4-BE49-F238E27FC236}">
                <a16:creationId xmlns:a16="http://schemas.microsoft.com/office/drawing/2014/main" id="{15BC1452-772F-BB4B-94B4-41012A92321B}"/>
              </a:ext>
            </a:extLst>
          </p:cNvPr>
          <p:cNvSpPr/>
          <p:nvPr userDrawn="1"/>
        </p:nvSpPr>
        <p:spPr>
          <a:xfrm>
            <a:off x="6339591" y="0"/>
            <a:ext cx="2566988" cy="32140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3671416" y="302685"/>
            <a:ext cx="2566988" cy="153670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6339591" y="0"/>
            <a:ext cx="2566988" cy="3214032"/>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pic>
        <p:nvPicPr>
          <p:cNvPr id="8" name="Picture 7">
            <a:extLst>
              <a:ext uri="{FF2B5EF4-FFF2-40B4-BE49-F238E27FC236}">
                <a16:creationId xmlns:a16="http://schemas.microsoft.com/office/drawing/2014/main" id="{DBB37FCC-D24D-994D-A24E-BB2E71C19291}"/>
              </a:ext>
            </a:extLst>
          </p:cNvPr>
          <p:cNvPicPr>
            <a:picLocks noChangeAspect="1"/>
          </p:cNvPicPr>
          <p:nvPr userDrawn="1"/>
        </p:nvPicPr>
        <p:blipFill rotWithShape="1">
          <a:blip r:embed="rId2"/>
          <a:srcRect l="24096"/>
          <a:stretch/>
        </p:blipFill>
        <p:spPr>
          <a:xfrm>
            <a:off x="0" y="115218"/>
            <a:ext cx="1066800" cy="287051"/>
          </a:xfrm>
          <a:prstGeom prst="rect">
            <a:avLst/>
          </a:prstGeom>
        </p:spPr>
      </p:pic>
      <p:pic>
        <p:nvPicPr>
          <p:cNvPr id="9" name="Picture 8">
            <a:extLst>
              <a:ext uri="{FF2B5EF4-FFF2-40B4-BE49-F238E27FC236}">
                <a16:creationId xmlns:a16="http://schemas.microsoft.com/office/drawing/2014/main" id="{0855F3B6-F7B6-284E-BFFE-48E02FCC8082}"/>
              </a:ext>
            </a:extLst>
          </p:cNvPr>
          <p:cNvPicPr>
            <a:picLocks noChangeAspect="1"/>
          </p:cNvPicPr>
          <p:nvPr userDrawn="1"/>
        </p:nvPicPr>
        <p:blipFill>
          <a:blip r:embed="rId3"/>
          <a:stretch>
            <a:fillRect/>
          </a:stretch>
        </p:blipFill>
        <p:spPr>
          <a:xfrm>
            <a:off x="115779" y="223914"/>
            <a:ext cx="752320" cy="69658"/>
          </a:xfrm>
          <a:prstGeom prst="rect">
            <a:avLst/>
          </a:prstGeom>
        </p:spPr>
      </p:pic>
      <p:sp>
        <p:nvSpPr>
          <p:cNvPr id="14" name="Content Placeholder 3">
            <a:extLst>
              <a:ext uri="{FF2B5EF4-FFF2-40B4-BE49-F238E27FC236}">
                <a16:creationId xmlns:a16="http://schemas.microsoft.com/office/drawing/2014/main" id="{92912BC2-1EE2-D842-A2B7-DE5424A867EB}"/>
              </a:ext>
            </a:extLst>
          </p:cNvPr>
          <p:cNvSpPr>
            <a:spLocks noGrp="1"/>
          </p:cNvSpPr>
          <p:nvPr>
            <p:ph sz="quarter" idx="31" hasCustomPrompt="1"/>
          </p:nvPr>
        </p:nvSpPr>
        <p:spPr>
          <a:xfrm>
            <a:off x="3671416" y="1929117"/>
            <a:ext cx="2566988" cy="321403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7" name="Content Placeholder 3">
            <a:extLst>
              <a:ext uri="{FF2B5EF4-FFF2-40B4-BE49-F238E27FC236}">
                <a16:creationId xmlns:a16="http://schemas.microsoft.com/office/drawing/2014/main" id="{DB54329B-39FA-9948-8527-46859415990F}"/>
              </a:ext>
            </a:extLst>
          </p:cNvPr>
          <p:cNvSpPr>
            <a:spLocks noGrp="1"/>
          </p:cNvSpPr>
          <p:nvPr>
            <p:ph sz="half" idx="10" hasCustomPrompt="1"/>
          </p:nvPr>
        </p:nvSpPr>
        <p:spPr>
          <a:xfrm>
            <a:off x="457201" y="2076450"/>
            <a:ext cx="2417762" cy="27051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 keep it short!</a:t>
            </a:r>
          </a:p>
          <a:p>
            <a:pPr lvl="1"/>
            <a:r>
              <a:rPr lang="en-US" dirty="0"/>
              <a:t>This slide makes a good section header as well</a:t>
            </a:r>
          </a:p>
          <a:p>
            <a:pPr lvl="2"/>
            <a:r>
              <a:rPr lang="en-US" dirty="0"/>
              <a:t>Third level</a:t>
            </a:r>
          </a:p>
        </p:txBody>
      </p:sp>
      <p:sp>
        <p:nvSpPr>
          <p:cNvPr id="18" name="Content Placeholder 3">
            <a:extLst>
              <a:ext uri="{FF2B5EF4-FFF2-40B4-BE49-F238E27FC236}">
                <a16:creationId xmlns:a16="http://schemas.microsoft.com/office/drawing/2014/main" id="{9E3929EB-8C6F-D945-92EC-B79572580E77}"/>
              </a:ext>
            </a:extLst>
          </p:cNvPr>
          <p:cNvSpPr>
            <a:spLocks noGrp="1"/>
          </p:cNvSpPr>
          <p:nvPr>
            <p:ph sz="quarter" idx="19" hasCustomPrompt="1"/>
          </p:nvPr>
        </p:nvSpPr>
        <p:spPr>
          <a:xfrm>
            <a:off x="6339591" y="3333751"/>
            <a:ext cx="2271010" cy="457200"/>
          </a:xfrm>
          <a:noFill/>
        </p:spPr>
        <p:txBody>
          <a:bodyPr lIns="137160" tIns="137160" rIns="137160" bIns="45720" anchor="b" anchorCtr="0">
            <a:normAutofit/>
          </a:bodyPr>
          <a:lstStyle>
            <a:lvl1pPr marL="0" indent="0">
              <a:buNone/>
              <a:defRPr sz="12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9" name="Content Placeholder 3">
            <a:extLst>
              <a:ext uri="{FF2B5EF4-FFF2-40B4-BE49-F238E27FC236}">
                <a16:creationId xmlns:a16="http://schemas.microsoft.com/office/drawing/2014/main" id="{075A62B3-5B8F-BA41-B788-72BE2AD41F88}"/>
              </a:ext>
            </a:extLst>
          </p:cNvPr>
          <p:cNvSpPr>
            <a:spLocks noGrp="1"/>
          </p:cNvSpPr>
          <p:nvPr>
            <p:ph sz="quarter" idx="20" hasCustomPrompt="1"/>
          </p:nvPr>
        </p:nvSpPr>
        <p:spPr>
          <a:xfrm>
            <a:off x="6339591" y="3790952"/>
            <a:ext cx="2271010" cy="1066799"/>
          </a:xfrm>
          <a:noFill/>
        </p:spPr>
        <p:txBody>
          <a:bodyPr lIns="137160" tIns="45720" rIns="137160" bIns="13716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Body text here or switch to caption style and caption text for all images here</a:t>
            </a:r>
          </a:p>
        </p:txBody>
      </p:sp>
      <p:sp>
        <p:nvSpPr>
          <p:cNvPr id="20" name="Title 1">
            <a:extLst>
              <a:ext uri="{FF2B5EF4-FFF2-40B4-BE49-F238E27FC236}">
                <a16:creationId xmlns:a16="http://schemas.microsoft.com/office/drawing/2014/main" id="{9A9DABC8-BCD1-5C4D-B4BF-6B162B734EDF}"/>
              </a:ext>
            </a:extLst>
          </p:cNvPr>
          <p:cNvSpPr>
            <a:spLocks noGrp="1"/>
          </p:cNvSpPr>
          <p:nvPr>
            <p:ph type="title"/>
          </p:nvPr>
        </p:nvSpPr>
        <p:spPr>
          <a:xfrm>
            <a:off x="457201" y="12763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469738065"/>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userDrawn="1">
  <p:cSld name="3 Img: 3 Subsections (equal)">
    <p:spTree>
      <p:nvGrpSpPr>
        <p:cNvPr id="1" name=""/>
        <p:cNvGrpSpPr/>
        <p:nvPr/>
      </p:nvGrpSpPr>
      <p:grpSpPr>
        <a:xfrm>
          <a:off x="0" y="0"/>
          <a:ext cx="0" cy="0"/>
          <a:chOff x="0" y="0"/>
          <a:chExt cx="0" cy="0"/>
        </a:xfrm>
      </p:grpSpPr>
      <p:sp>
        <p:nvSpPr>
          <p:cNvPr id="32" name="Content Placeholder 3">
            <a:extLst>
              <a:ext uri="{FF2B5EF4-FFF2-40B4-BE49-F238E27FC236}">
                <a16:creationId xmlns:a16="http://schemas.microsoft.com/office/drawing/2014/main" id="{15AC7A20-C69C-BC4D-B437-E55CF39D7423}"/>
              </a:ext>
            </a:extLst>
          </p:cNvPr>
          <p:cNvSpPr>
            <a:spLocks noGrp="1" noChangeAspect="1"/>
          </p:cNvSpPr>
          <p:nvPr>
            <p:ph sz="quarter" idx="29" hasCustomPrompt="1"/>
          </p:nvPr>
        </p:nvSpPr>
        <p:spPr>
          <a:xfrm>
            <a:off x="467498" y="1574620"/>
            <a:ext cx="2351903" cy="356888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1219200" y="3022420"/>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1219200"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12" name="Content Placeholder 3">
            <a:extLst>
              <a:ext uri="{FF2B5EF4-FFF2-40B4-BE49-F238E27FC236}">
                <a16:creationId xmlns:a16="http://schemas.microsoft.com/office/drawing/2014/main" id="{4E63FEF0-55B6-114F-A6B3-FE428535D08B}"/>
              </a:ext>
            </a:extLst>
          </p:cNvPr>
          <p:cNvSpPr>
            <a:spLocks noGrp="1" noChangeAspect="1"/>
          </p:cNvSpPr>
          <p:nvPr>
            <p:ph sz="quarter" idx="30" hasCustomPrompt="1"/>
          </p:nvPr>
        </p:nvSpPr>
        <p:spPr>
          <a:xfrm>
            <a:off x="3324998" y="1574620"/>
            <a:ext cx="2351903" cy="356888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3" name="Content Placeholder 3">
            <a:extLst>
              <a:ext uri="{FF2B5EF4-FFF2-40B4-BE49-F238E27FC236}">
                <a16:creationId xmlns:a16="http://schemas.microsoft.com/office/drawing/2014/main" id="{D19597BF-E7E9-484A-BB29-705E3DB3619A}"/>
              </a:ext>
            </a:extLst>
          </p:cNvPr>
          <p:cNvSpPr>
            <a:spLocks noGrp="1"/>
          </p:cNvSpPr>
          <p:nvPr>
            <p:ph sz="quarter" idx="31" hasCustomPrompt="1"/>
          </p:nvPr>
        </p:nvSpPr>
        <p:spPr>
          <a:xfrm>
            <a:off x="4076700" y="3022420"/>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4" name="Content Placeholder 3">
            <a:extLst>
              <a:ext uri="{FF2B5EF4-FFF2-40B4-BE49-F238E27FC236}">
                <a16:creationId xmlns:a16="http://schemas.microsoft.com/office/drawing/2014/main" id="{4F08115A-6F4C-7C43-884F-8400F57087DB}"/>
              </a:ext>
            </a:extLst>
          </p:cNvPr>
          <p:cNvSpPr>
            <a:spLocks noGrp="1"/>
          </p:cNvSpPr>
          <p:nvPr>
            <p:ph sz="quarter" idx="32" hasCustomPrompt="1"/>
          </p:nvPr>
        </p:nvSpPr>
        <p:spPr>
          <a:xfrm>
            <a:off x="4076700"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15" name="Content Placeholder 3">
            <a:extLst>
              <a:ext uri="{FF2B5EF4-FFF2-40B4-BE49-F238E27FC236}">
                <a16:creationId xmlns:a16="http://schemas.microsoft.com/office/drawing/2014/main" id="{BDBF2A4A-AD2B-F046-A13E-2CC51186C7DE}"/>
              </a:ext>
            </a:extLst>
          </p:cNvPr>
          <p:cNvSpPr>
            <a:spLocks noGrp="1" noChangeAspect="1"/>
          </p:cNvSpPr>
          <p:nvPr>
            <p:ph sz="quarter" idx="33" hasCustomPrompt="1"/>
          </p:nvPr>
        </p:nvSpPr>
        <p:spPr>
          <a:xfrm>
            <a:off x="6182498" y="1574620"/>
            <a:ext cx="2351903" cy="356888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32CD13D8-C553-9B43-ABFB-5E9C875FADCB}"/>
              </a:ext>
            </a:extLst>
          </p:cNvPr>
          <p:cNvSpPr>
            <a:spLocks noGrp="1"/>
          </p:cNvSpPr>
          <p:nvPr>
            <p:ph sz="quarter" idx="34" hasCustomPrompt="1"/>
          </p:nvPr>
        </p:nvSpPr>
        <p:spPr>
          <a:xfrm>
            <a:off x="6934200" y="3022420"/>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E42E96DA-05ED-D243-90F0-D4A7AC201BF5}"/>
              </a:ext>
            </a:extLst>
          </p:cNvPr>
          <p:cNvSpPr>
            <a:spLocks noGrp="1"/>
          </p:cNvSpPr>
          <p:nvPr>
            <p:ph sz="quarter" idx="35" hasCustomPrompt="1"/>
          </p:nvPr>
        </p:nvSpPr>
        <p:spPr>
          <a:xfrm>
            <a:off x="6934200"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18" name="Title 1">
            <a:extLst>
              <a:ext uri="{FF2B5EF4-FFF2-40B4-BE49-F238E27FC236}">
                <a16:creationId xmlns:a16="http://schemas.microsoft.com/office/drawing/2014/main" id="{2247E371-F507-CA44-87CD-5FE9F1C457AF}"/>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53022919"/>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userDrawn="1">
  <p:cSld name="3 Img: 3 Subsections ">
    <p:spTree>
      <p:nvGrpSpPr>
        <p:cNvPr id="1" name=""/>
        <p:cNvGrpSpPr/>
        <p:nvPr/>
      </p:nvGrpSpPr>
      <p:grpSpPr>
        <a:xfrm>
          <a:off x="0" y="0"/>
          <a:ext cx="0" cy="0"/>
          <a:chOff x="0" y="0"/>
          <a:chExt cx="0" cy="0"/>
        </a:xfrm>
      </p:grpSpPr>
      <p:sp>
        <p:nvSpPr>
          <p:cNvPr id="32" name="Content Placeholder 3">
            <a:extLst>
              <a:ext uri="{FF2B5EF4-FFF2-40B4-BE49-F238E27FC236}">
                <a16:creationId xmlns:a16="http://schemas.microsoft.com/office/drawing/2014/main" id="{15AC7A20-C69C-BC4D-B437-E55CF39D7423}"/>
              </a:ext>
            </a:extLst>
          </p:cNvPr>
          <p:cNvSpPr>
            <a:spLocks noGrp="1" noChangeAspect="1"/>
          </p:cNvSpPr>
          <p:nvPr>
            <p:ph sz="quarter" idx="29" hasCustomPrompt="1"/>
          </p:nvPr>
        </p:nvSpPr>
        <p:spPr>
          <a:xfrm>
            <a:off x="467497" y="1574620"/>
            <a:ext cx="2651760" cy="297833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2" name="Content Placeholder 3">
            <a:extLst>
              <a:ext uri="{FF2B5EF4-FFF2-40B4-BE49-F238E27FC236}">
                <a16:creationId xmlns:a16="http://schemas.microsoft.com/office/drawing/2014/main" id="{4E63FEF0-55B6-114F-A6B3-FE428535D08B}"/>
              </a:ext>
            </a:extLst>
          </p:cNvPr>
          <p:cNvSpPr>
            <a:spLocks noGrp="1" noChangeAspect="1"/>
          </p:cNvSpPr>
          <p:nvPr>
            <p:ph sz="quarter" idx="30" hasCustomPrompt="1"/>
          </p:nvPr>
        </p:nvSpPr>
        <p:spPr>
          <a:xfrm>
            <a:off x="3246120" y="1574620"/>
            <a:ext cx="2651760" cy="297833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5" name="Content Placeholder 3">
            <a:extLst>
              <a:ext uri="{FF2B5EF4-FFF2-40B4-BE49-F238E27FC236}">
                <a16:creationId xmlns:a16="http://schemas.microsoft.com/office/drawing/2014/main" id="{BDBF2A4A-AD2B-F046-A13E-2CC51186C7DE}"/>
              </a:ext>
            </a:extLst>
          </p:cNvPr>
          <p:cNvSpPr>
            <a:spLocks noGrp="1" noChangeAspect="1"/>
          </p:cNvSpPr>
          <p:nvPr>
            <p:ph sz="quarter" idx="33" hasCustomPrompt="1"/>
          </p:nvPr>
        </p:nvSpPr>
        <p:spPr>
          <a:xfrm>
            <a:off x="6111240" y="1574620"/>
            <a:ext cx="2651760" cy="297833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8" name="Title 1">
            <a:extLst>
              <a:ext uri="{FF2B5EF4-FFF2-40B4-BE49-F238E27FC236}">
                <a16:creationId xmlns:a16="http://schemas.microsoft.com/office/drawing/2014/main" id="{2247E371-F507-CA44-87CD-5FE9F1C457AF}"/>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3" name="Content Placeholder 3">
            <a:extLst>
              <a:ext uri="{FF2B5EF4-FFF2-40B4-BE49-F238E27FC236}">
                <a16:creationId xmlns:a16="http://schemas.microsoft.com/office/drawing/2014/main" id="{D19597BF-E7E9-484A-BB29-705E3DB3619A}"/>
              </a:ext>
            </a:extLst>
          </p:cNvPr>
          <p:cNvSpPr>
            <a:spLocks noGrp="1"/>
          </p:cNvSpPr>
          <p:nvPr>
            <p:ph sz="quarter" idx="31" hasCustomPrompt="1"/>
          </p:nvPr>
        </p:nvSpPr>
        <p:spPr>
          <a:xfrm>
            <a:off x="4422277" y="3022420"/>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4" name="Content Placeholder 3">
            <a:extLst>
              <a:ext uri="{FF2B5EF4-FFF2-40B4-BE49-F238E27FC236}">
                <a16:creationId xmlns:a16="http://schemas.microsoft.com/office/drawing/2014/main" id="{4F08115A-6F4C-7C43-884F-8400F57087DB}"/>
              </a:ext>
            </a:extLst>
          </p:cNvPr>
          <p:cNvSpPr>
            <a:spLocks noGrp="1"/>
          </p:cNvSpPr>
          <p:nvPr>
            <p:ph sz="quarter" idx="32" hasCustomPrompt="1"/>
          </p:nvPr>
        </p:nvSpPr>
        <p:spPr>
          <a:xfrm>
            <a:off x="4422277"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16" name="Content Placeholder 3">
            <a:extLst>
              <a:ext uri="{FF2B5EF4-FFF2-40B4-BE49-F238E27FC236}">
                <a16:creationId xmlns:a16="http://schemas.microsoft.com/office/drawing/2014/main" id="{32CD13D8-C553-9B43-ABFB-5E9C875FADCB}"/>
              </a:ext>
            </a:extLst>
          </p:cNvPr>
          <p:cNvSpPr>
            <a:spLocks noGrp="1"/>
          </p:cNvSpPr>
          <p:nvPr>
            <p:ph sz="quarter" idx="34" hasCustomPrompt="1"/>
          </p:nvPr>
        </p:nvSpPr>
        <p:spPr>
          <a:xfrm>
            <a:off x="6479677" y="3022420"/>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E42E96DA-05ED-D243-90F0-D4A7AC201BF5}"/>
              </a:ext>
            </a:extLst>
          </p:cNvPr>
          <p:cNvSpPr>
            <a:spLocks noGrp="1"/>
          </p:cNvSpPr>
          <p:nvPr>
            <p:ph sz="quarter" idx="35" hasCustomPrompt="1"/>
          </p:nvPr>
        </p:nvSpPr>
        <p:spPr>
          <a:xfrm>
            <a:off x="6479677"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2364877" y="3022420"/>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2364877"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Tree>
    <p:extLst>
      <p:ext uri="{BB962C8B-B14F-4D97-AF65-F5344CB8AC3E}">
        <p14:creationId xmlns:p14="http://schemas.microsoft.com/office/powerpoint/2010/main" val="3724910341"/>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userDrawn="1">
  <p:cSld name="3 Img: paired, 3 Subsection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6B05F-53E1-8945-B16F-0DF3CF82F24C}"/>
              </a:ext>
            </a:extLst>
          </p:cNvPr>
          <p:cNvSpPr/>
          <p:nvPr userDrawn="1"/>
        </p:nvSpPr>
        <p:spPr>
          <a:xfrm>
            <a:off x="0" y="2887848"/>
            <a:ext cx="9144000" cy="2255653"/>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467497" y="3237976"/>
            <a:ext cx="2651760" cy="1490472"/>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467497" y="1397375"/>
            <a:ext cx="2651760" cy="1490472"/>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7497" y="2881461"/>
            <a:ext cx="26517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1" name="Content Placeholder 3">
            <a:extLst>
              <a:ext uri="{FF2B5EF4-FFF2-40B4-BE49-F238E27FC236}">
                <a16:creationId xmlns:a16="http://schemas.microsoft.com/office/drawing/2014/main" id="{16B809F6-FA4E-924A-B401-7F4C46B121C1}"/>
              </a:ext>
            </a:extLst>
          </p:cNvPr>
          <p:cNvSpPr>
            <a:spLocks noGrp="1"/>
          </p:cNvSpPr>
          <p:nvPr>
            <p:ph sz="half" idx="30" hasCustomPrompt="1"/>
          </p:nvPr>
        </p:nvSpPr>
        <p:spPr>
          <a:xfrm>
            <a:off x="3291840" y="3237976"/>
            <a:ext cx="2651760" cy="1490472"/>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6" name="Content Placeholder 3">
            <a:extLst>
              <a:ext uri="{FF2B5EF4-FFF2-40B4-BE49-F238E27FC236}">
                <a16:creationId xmlns:a16="http://schemas.microsoft.com/office/drawing/2014/main" id="{1A592BC2-CD25-7946-B073-3B5CE272ECA1}"/>
              </a:ext>
            </a:extLst>
          </p:cNvPr>
          <p:cNvSpPr>
            <a:spLocks noGrp="1"/>
          </p:cNvSpPr>
          <p:nvPr>
            <p:ph sz="quarter" idx="31" hasCustomPrompt="1"/>
          </p:nvPr>
        </p:nvSpPr>
        <p:spPr>
          <a:xfrm>
            <a:off x="3291840" y="1397375"/>
            <a:ext cx="2651760" cy="1490472"/>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7" name="Content Placeholder 3">
            <a:extLst>
              <a:ext uri="{FF2B5EF4-FFF2-40B4-BE49-F238E27FC236}">
                <a16:creationId xmlns:a16="http://schemas.microsoft.com/office/drawing/2014/main" id="{1C023B6E-F50F-6B4F-BB0D-25BB7E8C8591}"/>
              </a:ext>
            </a:extLst>
          </p:cNvPr>
          <p:cNvSpPr>
            <a:spLocks noGrp="1"/>
          </p:cNvSpPr>
          <p:nvPr>
            <p:ph sz="quarter" idx="32" hasCustomPrompt="1"/>
          </p:nvPr>
        </p:nvSpPr>
        <p:spPr>
          <a:xfrm>
            <a:off x="3291840" y="2881461"/>
            <a:ext cx="26517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8" name="Content Placeholder 3">
            <a:extLst>
              <a:ext uri="{FF2B5EF4-FFF2-40B4-BE49-F238E27FC236}">
                <a16:creationId xmlns:a16="http://schemas.microsoft.com/office/drawing/2014/main" id="{05509D20-557E-7F4F-8618-542438C490BA}"/>
              </a:ext>
            </a:extLst>
          </p:cNvPr>
          <p:cNvSpPr>
            <a:spLocks noGrp="1"/>
          </p:cNvSpPr>
          <p:nvPr>
            <p:ph sz="half" idx="33" hasCustomPrompt="1"/>
          </p:nvPr>
        </p:nvSpPr>
        <p:spPr>
          <a:xfrm>
            <a:off x="6116183" y="3237976"/>
            <a:ext cx="2651760" cy="1490472"/>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9" name="Content Placeholder 3">
            <a:extLst>
              <a:ext uri="{FF2B5EF4-FFF2-40B4-BE49-F238E27FC236}">
                <a16:creationId xmlns:a16="http://schemas.microsoft.com/office/drawing/2014/main" id="{157A14B8-DB9F-0649-A945-CCC8C7777ABD}"/>
              </a:ext>
            </a:extLst>
          </p:cNvPr>
          <p:cNvSpPr>
            <a:spLocks noGrp="1"/>
          </p:cNvSpPr>
          <p:nvPr>
            <p:ph sz="quarter" idx="34" hasCustomPrompt="1"/>
          </p:nvPr>
        </p:nvSpPr>
        <p:spPr>
          <a:xfrm>
            <a:off x="6116183" y="1397375"/>
            <a:ext cx="2651760" cy="1490472"/>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0" name="Content Placeholder 3">
            <a:extLst>
              <a:ext uri="{FF2B5EF4-FFF2-40B4-BE49-F238E27FC236}">
                <a16:creationId xmlns:a16="http://schemas.microsoft.com/office/drawing/2014/main" id="{CDA1F315-0513-4B41-A677-CA87DD3A63B4}"/>
              </a:ext>
            </a:extLst>
          </p:cNvPr>
          <p:cNvSpPr>
            <a:spLocks noGrp="1"/>
          </p:cNvSpPr>
          <p:nvPr>
            <p:ph sz="quarter" idx="35" hasCustomPrompt="1"/>
          </p:nvPr>
        </p:nvSpPr>
        <p:spPr>
          <a:xfrm>
            <a:off x="6116183" y="2881461"/>
            <a:ext cx="26517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3" name="Title 1">
            <a:extLst>
              <a:ext uri="{FF2B5EF4-FFF2-40B4-BE49-F238E27FC236}">
                <a16:creationId xmlns:a16="http://schemas.microsoft.com/office/drawing/2014/main" id="{5EFE7D30-4EBF-A243-AE4D-EE54C9A43989}"/>
              </a:ext>
            </a:extLst>
          </p:cNvPr>
          <p:cNvSpPr>
            <a:spLocks noGrp="1"/>
          </p:cNvSpPr>
          <p:nvPr>
            <p:ph type="title"/>
          </p:nvPr>
        </p:nvSpPr>
        <p:spPr>
          <a:xfrm>
            <a:off x="457200" y="590550"/>
            <a:ext cx="8305800" cy="74295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326464315"/>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userDrawn="1">
  <p:cSld name="4 Img: Body ">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F1CB3C-159C-3347-BFAC-E45F31299484}"/>
              </a:ext>
            </a:extLst>
          </p:cNvPr>
          <p:cNvSpPr/>
          <p:nvPr userDrawn="1"/>
        </p:nvSpPr>
        <p:spPr>
          <a:xfrm>
            <a:off x="503338" y="819150"/>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0" name="Rectangle 19">
            <a:extLst>
              <a:ext uri="{FF2B5EF4-FFF2-40B4-BE49-F238E27FC236}">
                <a16:creationId xmlns:a16="http://schemas.microsoft.com/office/drawing/2014/main" id="{2BEE92EE-CB1A-564D-AFDA-ECC078177899}"/>
              </a:ext>
            </a:extLst>
          </p:cNvPr>
          <p:cNvSpPr/>
          <p:nvPr userDrawn="1"/>
        </p:nvSpPr>
        <p:spPr>
          <a:xfrm>
            <a:off x="2540115" y="819150"/>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1" name="Rectangle 20">
            <a:extLst>
              <a:ext uri="{FF2B5EF4-FFF2-40B4-BE49-F238E27FC236}">
                <a16:creationId xmlns:a16="http://schemas.microsoft.com/office/drawing/2014/main" id="{113ADE27-8124-2E48-9321-9D361EB8E511}"/>
              </a:ext>
            </a:extLst>
          </p:cNvPr>
          <p:cNvSpPr/>
          <p:nvPr userDrawn="1"/>
        </p:nvSpPr>
        <p:spPr>
          <a:xfrm>
            <a:off x="2548581" y="2893719"/>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2" name="Rectangle 21">
            <a:extLst>
              <a:ext uri="{FF2B5EF4-FFF2-40B4-BE49-F238E27FC236}">
                <a16:creationId xmlns:a16="http://schemas.microsoft.com/office/drawing/2014/main" id="{942C7726-2FB8-454D-88F1-E8C59C67CCDE}"/>
              </a:ext>
            </a:extLst>
          </p:cNvPr>
          <p:cNvSpPr/>
          <p:nvPr userDrawn="1"/>
        </p:nvSpPr>
        <p:spPr>
          <a:xfrm>
            <a:off x="4624723" y="2893719"/>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503337" y="819150"/>
            <a:ext cx="1965960" cy="1965958"/>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2558874" y="2886101"/>
            <a:ext cx="1947202" cy="1973579"/>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pic>
        <p:nvPicPr>
          <p:cNvPr id="8" name="Picture 7">
            <a:extLst>
              <a:ext uri="{FF2B5EF4-FFF2-40B4-BE49-F238E27FC236}">
                <a16:creationId xmlns:a16="http://schemas.microsoft.com/office/drawing/2014/main" id="{DBB37FCC-D24D-994D-A24E-BB2E71C19291}"/>
              </a:ext>
            </a:extLst>
          </p:cNvPr>
          <p:cNvPicPr>
            <a:picLocks noChangeAspect="1"/>
          </p:cNvPicPr>
          <p:nvPr userDrawn="1"/>
        </p:nvPicPr>
        <p:blipFill rotWithShape="1">
          <a:blip r:embed="rId2"/>
          <a:srcRect l="24096"/>
          <a:stretch/>
        </p:blipFill>
        <p:spPr>
          <a:xfrm>
            <a:off x="0" y="115218"/>
            <a:ext cx="1066800" cy="287051"/>
          </a:xfrm>
          <a:prstGeom prst="rect">
            <a:avLst/>
          </a:prstGeom>
        </p:spPr>
      </p:pic>
      <p:pic>
        <p:nvPicPr>
          <p:cNvPr id="9" name="Picture 8">
            <a:extLst>
              <a:ext uri="{FF2B5EF4-FFF2-40B4-BE49-F238E27FC236}">
                <a16:creationId xmlns:a16="http://schemas.microsoft.com/office/drawing/2014/main" id="{0855F3B6-F7B6-284E-BFFE-48E02FCC8082}"/>
              </a:ext>
            </a:extLst>
          </p:cNvPr>
          <p:cNvPicPr>
            <a:picLocks noChangeAspect="1"/>
          </p:cNvPicPr>
          <p:nvPr userDrawn="1"/>
        </p:nvPicPr>
        <p:blipFill>
          <a:blip r:embed="rId3"/>
          <a:stretch>
            <a:fillRect/>
          </a:stretch>
        </p:blipFill>
        <p:spPr>
          <a:xfrm>
            <a:off x="115779" y="223914"/>
            <a:ext cx="752320" cy="69658"/>
          </a:xfrm>
          <a:prstGeom prst="rect">
            <a:avLst/>
          </a:prstGeom>
        </p:spPr>
      </p:pic>
      <p:sp>
        <p:nvSpPr>
          <p:cNvPr id="14" name="Content Placeholder 3">
            <a:extLst>
              <a:ext uri="{FF2B5EF4-FFF2-40B4-BE49-F238E27FC236}">
                <a16:creationId xmlns:a16="http://schemas.microsoft.com/office/drawing/2014/main" id="{92912BC2-1EE2-D842-A2B7-DE5424A867EB}"/>
              </a:ext>
            </a:extLst>
          </p:cNvPr>
          <p:cNvSpPr>
            <a:spLocks noGrp="1"/>
          </p:cNvSpPr>
          <p:nvPr>
            <p:ph sz="quarter" idx="31" hasCustomPrompt="1"/>
          </p:nvPr>
        </p:nvSpPr>
        <p:spPr>
          <a:xfrm>
            <a:off x="2540854" y="819151"/>
            <a:ext cx="1965221" cy="1965959"/>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7" name="Content Placeholder 3">
            <a:extLst>
              <a:ext uri="{FF2B5EF4-FFF2-40B4-BE49-F238E27FC236}">
                <a16:creationId xmlns:a16="http://schemas.microsoft.com/office/drawing/2014/main" id="{DB54329B-39FA-9948-8527-46859415990F}"/>
              </a:ext>
            </a:extLst>
          </p:cNvPr>
          <p:cNvSpPr>
            <a:spLocks noGrp="1"/>
          </p:cNvSpPr>
          <p:nvPr>
            <p:ph sz="half" idx="10" hasCustomPrompt="1"/>
          </p:nvPr>
        </p:nvSpPr>
        <p:spPr>
          <a:xfrm>
            <a:off x="4852144" y="1695451"/>
            <a:ext cx="2691656" cy="943227"/>
          </a:xfrm>
          <a:prstGeom prst="rect">
            <a:avLst/>
          </a:prstGeom>
        </p:spPr>
        <p:txBody>
          <a:bodyPr lIns="0">
            <a:normAutofit/>
          </a:bodyPr>
          <a:lstStyle>
            <a:lvl1pPr marL="0" indent="0">
              <a:lnSpc>
                <a:spcPct val="100000"/>
              </a:lnSpc>
              <a:buNone/>
              <a:defRPr sz="1400">
                <a:solidFill>
                  <a:srgbClr val="393A39"/>
                </a:solidFill>
                <a:latin typeface="Lato" panose="020F0502020204030203" pitchFamily="34" charset="0"/>
              </a:defRPr>
            </a:lvl1pPr>
            <a:lvl2pPr marL="292093" indent="0">
              <a:lnSpc>
                <a:spcPct val="100000"/>
              </a:lnSpc>
              <a:buFont typeface="Arial" panose="020B0604020202020204" pitchFamily="34" charset="0"/>
              <a:buNone/>
              <a:defRPr sz="1200">
                <a:solidFill>
                  <a:srgbClr val="393A39"/>
                </a:solidFill>
                <a:latin typeface="Lato" panose="020F0502020204030203" pitchFamily="34" charset="0"/>
              </a:defRPr>
            </a:lvl2pPr>
            <a:lvl3pPr marL="576248" indent="0">
              <a:lnSpc>
                <a:spcPct val="100000"/>
              </a:lnSpc>
              <a:buNone/>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 keep it short!</a:t>
            </a:r>
          </a:p>
          <a:p>
            <a:pPr lvl="0"/>
            <a:r>
              <a:rPr lang="en-US" dirty="0"/>
              <a:t>Good section header</a:t>
            </a:r>
          </a:p>
        </p:txBody>
      </p:sp>
      <p:sp>
        <p:nvSpPr>
          <p:cNvPr id="18" name="Content Placeholder 3">
            <a:extLst>
              <a:ext uri="{FF2B5EF4-FFF2-40B4-BE49-F238E27FC236}">
                <a16:creationId xmlns:a16="http://schemas.microsoft.com/office/drawing/2014/main" id="{9E3929EB-8C6F-D945-92EC-B79572580E77}"/>
              </a:ext>
            </a:extLst>
          </p:cNvPr>
          <p:cNvSpPr>
            <a:spLocks noGrp="1"/>
          </p:cNvSpPr>
          <p:nvPr>
            <p:ph sz="quarter" idx="19" hasCustomPrompt="1"/>
          </p:nvPr>
        </p:nvSpPr>
        <p:spPr>
          <a:xfrm>
            <a:off x="503338" y="2886100"/>
            <a:ext cx="1935062" cy="457200"/>
          </a:xfrm>
          <a:noFill/>
        </p:spPr>
        <p:txBody>
          <a:bodyPr lIns="137160" tIns="137160" rIns="137160" bIns="45720" anchor="b" anchorCtr="0">
            <a:normAutofit/>
          </a:bodyPr>
          <a:lstStyle>
            <a:lvl1pPr marL="0" indent="0">
              <a:buNone/>
              <a:defRPr sz="1200" b="1">
                <a:solidFill>
                  <a:schemeClr val="accent2"/>
                </a:solidFill>
              </a:defRPr>
            </a:lvl1pPr>
            <a:lvl2pPr>
              <a:defRPr>
                <a:solidFill>
                  <a:schemeClr val="bg2"/>
                </a:solidFill>
              </a:defRPr>
            </a:lvl2pPr>
            <a:lvl3pPr>
              <a:defRPr>
                <a:solidFill>
                  <a:schemeClr val="bg2"/>
                </a:solidFill>
              </a:defRPr>
            </a:lvl3pPr>
          </a:lstStyle>
          <a:p>
            <a:pPr lvl="0"/>
            <a:r>
              <a:rPr lang="en-US" dirty="0"/>
              <a:t>Optional Short Title Here</a:t>
            </a:r>
          </a:p>
        </p:txBody>
      </p:sp>
      <p:sp>
        <p:nvSpPr>
          <p:cNvPr id="19" name="Content Placeholder 3">
            <a:extLst>
              <a:ext uri="{FF2B5EF4-FFF2-40B4-BE49-F238E27FC236}">
                <a16:creationId xmlns:a16="http://schemas.microsoft.com/office/drawing/2014/main" id="{075A62B3-5B8F-BA41-B788-72BE2AD41F88}"/>
              </a:ext>
            </a:extLst>
          </p:cNvPr>
          <p:cNvSpPr>
            <a:spLocks noGrp="1"/>
          </p:cNvSpPr>
          <p:nvPr>
            <p:ph sz="quarter" idx="20" hasCustomPrompt="1"/>
          </p:nvPr>
        </p:nvSpPr>
        <p:spPr>
          <a:xfrm>
            <a:off x="503338" y="3343301"/>
            <a:ext cx="1935062" cy="1066799"/>
          </a:xfrm>
          <a:noFill/>
        </p:spPr>
        <p:txBody>
          <a:bodyPr lIns="137160" tIns="45720" rIns="137160" bIns="13716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Body text here or caption text for all images (swap to caption style)</a:t>
            </a:r>
          </a:p>
        </p:txBody>
      </p:sp>
      <p:sp>
        <p:nvSpPr>
          <p:cNvPr id="23" name="Content Placeholder 3">
            <a:extLst>
              <a:ext uri="{FF2B5EF4-FFF2-40B4-BE49-F238E27FC236}">
                <a16:creationId xmlns:a16="http://schemas.microsoft.com/office/drawing/2014/main" id="{B9EB7CA6-DB6B-5C45-9FED-7ADC8E9AB8DD}"/>
              </a:ext>
            </a:extLst>
          </p:cNvPr>
          <p:cNvSpPr>
            <a:spLocks noGrp="1"/>
          </p:cNvSpPr>
          <p:nvPr>
            <p:ph sz="quarter" idx="32" hasCustomPrompt="1"/>
          </p:nvPr>
        </p:nvSpPr>
        <p:spPr>
          <a:xfrm>
            <a:off x="4624723" y="2893719"/>
            <a:ext cx="1965960" cy="196596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4" name="Title 1">
            <a:extLst>
              <a:ext uri="{FF2B5EF4-FFF2-40B4-BE49-F238E27FC236}">
                <a16:creationId xmlns:a16="http://schemas.microsoft.com/office/drawing/2014/main" id="{718AC106-9290-5445-A767-ECBF76EA403D}"/>
              </a:ext>
            </a:extLst>
          </p:cNvPr>
          <p:cNvSpPr>
            <a:spLocks noGrp="1"/>
          </p:cNvSpPr>
          <p:nvPr>
            <p:ph type="title"/>
          </p:nvPr>
        </p:nvSpPr>
        <p:spPr>
          <a:xfrm>
            <a:off x="4852144" y="8953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855664224"/>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userDrawn="1">
  <p:cSld name="4 Img: 4 Subsections (equal)">
    <p:spTree>
      <p:nvGrpSpPr>
        <p:cNvPr id="1" name=""/>
        <p:cNvGrpSpPr/>
        <p:nvPr/>
      </p:nvGrpSpPr>
      <p:grpSpPr>
        <a:xfrm>
          <a:off x="0" y="0"/>
          <a:ext cx="0" cy="0"/>
          <a:chOff x="0" y="0"/>
          <a:chExt cx="0" cy="0"/>
        </a:xfrm>
      </p:grpSpPr>
      <p:sp>
        <p:nvSpPr>
          <p:cNvPr id="32" name="Content Placeholder 3">
            <a:extLst>
              <a:ext uri="{FF2B5EF4-FFF2-40B4-BE49-F238E27FC236}">
                <a16:creationId xmlns:a16="http://schemas.microsoft.com/office/drawing/2014/main" id="{15AC7A20-C69C-BC4D-B437-E55CF39D7423}"/>
              </a:ext>
            </a:extLst>
          </p:cNvPr>
          <p:cNvSpPr>
            <a:spLocks noGrp="1" noChangeAspect="1"/>
          </p:cNvSpPr>
          <p:nvPr>
            <p:ph sz="quarter" idx="29" hasCustomPrompt="1"/>
          </p:nvPr>
        </p:nvSpPr>
        <p:spPr>
          <a:xfrm>
            <a:off x="449705" y="1342272"/>
            <a:ext cx="2971800" cy="1762879"/>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2" name="Content Placeholder 3">
            <a:extLst>
              <a:ext uri="{FF2B5EF4-FFF2-40B4-BE49-F238E27FC236}">
                <a16:creationId xmlns:a16="http://schemas.microsoft.com/office/drawing/2014/main" id="{4E63FEF0-55B6-114F-A6B3-FE428535D08B}"/>
              </a:ext>
            </a:extLst>
          </p:cNvPr>
          <p:cNvSpPr>
            <a:spLocks noGrp="1" noChangeAspect="1"/>
          </p:cNvSpPr>
          <p:nvPr>
            <p:ph sz="quarter" idx="30" hasCustomPrompt="1"/>
          </p:nvPr>
        </p:nvSpPr>
        <p:spPr>
          <a:xfrm>
            <a:off x="4782808" y="1342272"/>
            <a:ext cx="2971800" cy="1762879"/>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8" name="Title 1">
            <a:extLst>
              <a:ext uri="{FF2B5EF4-FFF2-40B4-BE49-F238E27FC236}">
                <a16:creationId xmlns:a16="http://schemas.microsoft.com/office/drawing/2014/main" id="{2247E371-F507-CA44-87CD-5FE9F1C457AF}"/>
              </a:ext>
            </a:extLst>
          </p:cNvPr>
          <p:cNvSpPr>
            <a:spLocks noGrp="1"/>
          </p:cNvSpPr>
          <p:nvPr>
            <p:ph type="title"/>
          </p:nvPr>
        </p:nvSpPr>
        <p:spPr>
          <a:xfrm>
            <a:off x="457200" y="590550"/>
            <a:ext cx="8305800" cy="742950"/>
          </a:xfrm>
          <a:prstGeom prst="rect">
            <a:avLst/>
          </a:prstGeom>
        </p:spPr>
        <p:txBody>
          <a:bodyPr lIns="0" anchor="t">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3" name="Content Placeholder 3">
            <a:extLst>
              <a:ext uri="{FF2B5EF4-FFF2-40B4-BE49-F238E27FC236}">
                <a16:creationId xmlns:a16="http://schemas.microsoft.com/office/drawing/2014/main" id="{D19597BF-E7E9-484A-BB29-705E3DB3619A}"/>
              </a:ext>
            </a:extLst>
          </p:cNvPr>
          <p:cNvSpPr>
            <a:spLocks noGrp="1"/>
          </p:cNvSpPr>
          <p:nvPr>
            <p:ph sz="quarter" idx="31" hasCustomPrompt="1"/>
          </p:nvPr>
        </p:nvSpPr>
        <p:spPr>
          <a:xfrm>
            <a:off x="6582111" y="1760381"/>
            <a:ext cx="2207123" cy="533400"/>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4" name="Content Placeholder 3">
            <a:extLst>
              <a:ext uri="{FF2B5EF4-FFF2-40B4-BE49-F238E27FC236}">
                <a16:creationId xmlns:a16="http://schemas.microsoft.com/office/drawing/2014/main" id="{4F08115A-6F4C-7C43-884F-8400F57087DB}"/>
              </a:ext>
            </a:extLst>
          </p:cNvPr>
          <p:cNvSpPr>
            <a:spLocks noGrp="1"/>
          </p:cNvSpPr>
          <p:nvPr>
            <p:ph sz="quarter" idx="32" hasCustomPrompt="1"/>
          </p:nvPr>
        </p:nvSpPr>
        <p:spPr>
          <a:xfrm>
            <a:off x="6582111" y="2293782"/>
            <a:ext cx="2207123" cy="914399"/>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2244064" y="1760381"/>
            <a:ext cx="2207123" cy="533400"/>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2244064" y="2293782"/>
            <a:ext cx="2207123" cy="914399"/>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19" name="Content Placeholder 3">
            <a:extLst>
              <a:ext uri="{FF2B5EF4-FFF2-40B4-BE49-F238E27FC236}">
                <a16:creationId xmlns:a16="http://schemas.microsoft.com/office/drawing/2014/main" id="{883CEC0D-877D-B04D-90D5-E1CF01A8E507}"/>
              </a:ext>
            </a:extLst>
          </p:cNvPr>
          <p:cNvSpPr>
            <a:spLocks noGrp="1" noChangeAspect="1"/>
          </p:cNvSpPr>
          <p:nvPr>
            <p:ph sz="quarter" idx="33" hasCustomPrompt="1"/>
          </p:nvPr>
        </p:nvSpPr>
        <p:spPr>
          <a:xfrm>
            <a:off x="449705" y="3380934"/>
            <a:ext cx="2971800" cy="1762879"/>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0" name="Content Placeholder 3">
            <a:extLst>
              <a:ext uri="{FF2B5EF4-FFF2-40B4-BE49-F238E27FC236}">
                <a16:creationId xmlns:a16="http://schemas.microsoft.com/office/drawing/2014/main" id="{32EDD358-615C-1649-8F62-18AA2762B14B}"/>
              </a:ext>
            </a:extLst>
          </p:cNvPr>
          <p:cNvSpPr>
            <a:spLocks noGrp="1" noChangeAspect="1"/>
          </p:cNvSpPr>
          <p:nvPr>
            <p:ph sz="quarter" idx="34" hasCustomPrompt="1"/>
          </p:nvPr>
        </p:nvSpPr>
        <p:spPr>
          <a:xfrm>
            <a:off x="4782808" y="3380934"/>
            <a:ext cx="2971800" cy="1762879"/>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1" name="Content Placeholder 3">
            <a:extLst>
              <a:ext uri="{FF2B5EF4-FFF2-40B4-BE49-F238E27FC236}">
                <a16:creationId xmlns:a16="http://schemas.microsoft.com/office/drawing/2014/main" id="{3DE15FF4-7BD2-3E49-A5C0-C8CA65B4B785}"/>
              </a:ext>
            </a:extLst>
          </p:cNvPr>
          <p:cNvSpPr>
            <a:spLocks noGrp="1"/>
          </p:cNvSpPr>
          <p:nvPr>
            <p:ph sz="quarter" idx="35" hasCustomPrompt="1"/>
          </p:nvPr>
        </p:nvSpPr>
        <p:spPr>
          <a:xfrm>
            <a:off x="6582111" y="3695701"/>
            <a:ext cx="2207123" cy="533400"/>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Content Placeholder 3">
            <a:extLst>
              <a:ext uri="{FF2B5EF4-FFF2-40B4-BE49-F238E27FC236}">
                <a16:creationId xmlns:a16="http://schemas.microsoft.com/office/drawing/2014/main" id="{82F4A441-80AB-0C40-A5FA-A586E9B69FDF}"/>
              </a:ext>
            </a:extLst>
          </p:cNvPr>
          <p:cNvSpPr>
            <a:spLocks noGrp="1"/>
          </p:cNvSpPr>
          <p:nvPr>
            <p:ph sz="quarter" idx="36" hasCustomPrompt="1"/>
          </p:nvPr>
        </p:nvSpPr>
        <p:spPr>
          <a:xfrm>
            <a:off x="6582111" y="4229102"/>
            <a:ext cx="2207123" cy="914399"/>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23" name="Content Placeholder 3">
            <a:extLst>
              <a:ext uri="{FF2B5EF4-FFF2-40B4-BE49-F238E27FC236}">
                <a16:creationId xmlns:a16="http://schemas.microsoft.com/office/drawing/2014/main" id="{C9704E0E-1158-9D4A-9FA9-6CD1F03D8AE6}"/>
              </a:ext>
            </a:extLst>
          </p:cNvPr>
          <p:cNvSpPr>
            <a:spLocks noGrp="1"/>
          </p:cNvSpPr>
          <p:nvPr>
            <p:ph sz="quarter" idx="37" hasCustomPrompt="1"/>
          </p:nvPr>
        </p:nvSpPr>
        <p:spPr>
          <a:xfrm>
            <a:off x="2244064" y="3695701"/>
            <a:ext cx="2207123" cy="533400"/>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4" name="Content Placeholder 3">
            <a:extLst>
              <a:ext uri="{FF2B5EF4-FFF2-40B4-BE49-F238E27FC236}">
                <a16:creationId xmlns:a16="http://schemas.microsoft.com/office/drawing/2014/main" id="{4FBBFCD9-FC54-FE47-8A78-0FE43B5C3E43}"/>
              </a:ext>
            </a:extLst>
          </p:cNvPr>
          <p:cNvSpPr>
            <a:spLocks noGrp="1"/>
          </p:cNvSpPr>
          <p:nvPr>
            <p:ph sz="quarter" idx="38" hasCustomPrompt="1"/>
          </p:nvPr>
        </p:nvSpPr>
        <p:spPr>
          <a:xfrm>
            <a:off x="2244064" y="4229102"/>
            <a:ext cx="2207123" cy="914399"/>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Tree>
    <p:extLst>
      <p:ext uri="{BB962C8B-B14F-4D97-AF65-F5344CB8AC3E}">
        <p14:creationId xmlns:p14="http://schemas.microsoft.com/office/powerpoint/2010/main" val="2723680670"/>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userDrawn="1">
  <p:cSld name="4 Img: Body Text (righ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1138D1D-0960-574D-8616-915D22FDBD79}"/>
              </a:ext>
            </a:extLst>
          </p:cNvPr>
          <p:cNvSpPr/>
          <p:nvPr userDrawn="1"/>
        </p:nvSpPr>
        <p:spPr>
          <a:xfrm>
            <a:off x="5715000" y="0"/>
            <a:ext cx="3429000" cy="51435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72327"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57200" y="1504950"/>
            <a:ext cx="1965960" cy="1472184"/>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72327"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87454"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87454"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02581"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02581"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12" name="Content Placeholder 3">
            <a:extLst>
              <a:ext uri="{FF2B5EF4-FFF2-40B4-BE49-F238E27FC236}">
                <a16:creationId xmlns:a16="http://schemas.microsoft.com/office/drawing/2014/main" id="{F12BC52A-186A-9B43-A602-388B5540D1E9}"/>
              </a:ext>
            </a:extLst>
          </p:cNvPr>
          <p:cNvSpPr>
            <a:spLocks noGrp="1"/>
          </p:cNvSpPr>
          <p:nvPr>
            <p:ph sz="half" idx="10" hasCustomPrompt="1"/>
          </p:nvPr>
        </p:nvSpPr>
        <p:spPr>
          <a:xfrm>
            <a:off x="457200" y="3486149"/>
            <a:ext cx="4864512" cy="1243222"/>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 Body text is preferred over bullets</a:t>
            </a:r>
          </a:p>
          <a:p>
            <a:pPr lvl="1"/>
            <a:r>
              <a:rPr lang="en-US" dirty="0"/>
              <a:t>Second level</a:t>
            </a:r>
          </a:p>
          <a:p>
            <a:pPr lvl="2"/>
            <a:r>
              <a:rPr lang="en-US" dirty="0"/>
              <a:t>Third level</a:t>
            </a:r>
          </a:p>
        </p:txBody>
      </p:sp>
      <p:sp>
        <p:nvSpPr>
          <p:cNvPr id="13" name="Title 1">
            <a:extLst>
              <a:ext uri="{FF2B5EF4-FFF2-40B4-BE49-F238E27FC236}">
                <a16:creationId xmlns:a16="http://schemas.microsoft.com/office/drawing/2014/main" id="{AC332FC9-5E40-7F4A-ADF7-3D2ADB4F03AF}"/>
              </a:ext>
            </a:extLst>
          </p:cNvPr>
          <p:cNvSpPr>
            <a:spLocks noGrp="1"/>
          </p:cNvSpPr>
          <p:nvPr>
            <p:ph type="title"/>
          </p:nvPr>
        </p:nvSpPr>
        <p:spPr>
          <a:xfrm>
            <a:off x="457200" y="590550"/>
            <a:ext cx="51054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651066451"/>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userDrawn="1">
  <p:cSld name="4 Img: Body Text (lef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34551FB-B332-9440-9C5C-BC9D2C8CEF62}"/>
              </a:ext>
            </a:extLst>
          </p:cNvPr>
          <p:cNvSpPr/>
          <p:nvPr userDrawn="1"/>
        </p:nvSpPr>
        <p:spPr>
          <a:xfrm>
            <a:off x="0" y="0"/>
            <a:ext cx="3429000" cy="51435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pic>
        <p:nvPicPr>
          <p:cNvPr id="15" name="Picture 14">
            <a:extLst>
              <a:ext uri="{FF2B5EF4-FFF2-40B4-BE49-F238E27FC236}">
                <a16:creationId xmlns:a16="http://schemas.microsoft.com/office/drawing/2014/main" id="{F801C095-FC4F-B548-86F9-AF8655C17916}"/>
              </a:ext>
            </a:extLst>
          </p:cNvPr>
          <p:cNvPicPr>
            <a:picLocks noChangeAspect="1"/>
          </p:cNvPicPr>
          <p:nvPr userDrawn="1"/>
        </p:nvPicPr>
        <p:blipFill rotWithShape="1">
          <a:blip r:embed="rId2"/>
          <a:srcRect l="24096"/>
          <a:stretch/>
        </p:blipFill>
        <p:spPr>
          <a:xfrm>
            <a:off x="0" y="115218"/>
            <a:ext cx="1066800" cy="287051"/>
          </a:xfrm>
          <a:prstGeom prst="rect">
            <a:avLst/>
          </a:prstGeom>
        </p:spPr>
      </p:pic>
      <p:pic>
        <p:nvPicPr>
          <p:cNvPr id="17" name="Picture 16">
            <a:extLst>
              <a:ext uri="{FF2B5EF4-FFF2-40B4-BE49-F238E27FC236}">
                <a16:creationId xmlns:a16="http://schemas.microsoft.com/office/drawing/2014/main" id="{E31FA408-826D-594C-99A2-F4CA1B6EF291}"/>
              </a:ext>
            </a:extLst>
          </p:cNvPr>
          <p:cNvPicPr>
            <a:picLocks noChangeAspect="1"/>
          </p:cNvPicPr>
          <p:nvPr userDrawn="1"/>
        </p:nvPicPr>
        <p:blipFill>
          <a:blip r:embed="rId3"/>
          <a:stretch>
            <a:fillRect/>
          </a:stretch>
        </p:blipFill>
        <p:spPr>
          <a:xfrm>
            <a:off x="115779" y="223914"/>
            <a:ext cx="752320" cy="69658"/>
          </a:xfrm>
          <a:prstGeom prst="rect">
            <a:avLst/>
          </a:prstGeom>
        </p:spPr>
      </p:pic>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72327"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57200" y="1504950"/>
            <a:ext cx="1965960" cy="1472184"/>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72327"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87454"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87454"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02581"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02581"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12" name="Content Placeholder 3">
            <a:extLst>
              <a:ext uri="{FF2B5EF4-FFF2-40B4-BE49-F238E27FC236}">
                <a16:creationId xmlns:a16="http://schemas.microsoft.com/office/drawing/2014/main" id="{F12BC52A-186A-9B43-A602-388B5540D1E9}"/>
              </a:ext>
            </a:extLst>
          </p:cNvPr>
          <p:cNvSpPr>
            <a:spLocks noGrp="1"/>
          </p:cNvSpPr>
          <p:nvPr>
            <p:ph sz="half" idx="10" hasCustomPrompt="1"/>
          </p:nvPr>
        </p:nvSpPr>
        <p:spPr>
          <a:xfrm>
            <a:off x="3733800" y="3486149"/>
            <a:ext cx="4864512" cy="1243222"/>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 Body text is preferred over bullets</a:t>
            </a:r>
          </a:p>
          <a:p>
            <a:pPr lvl="1"/>
            <a:r>
              <a:rPr lang="en-US" dirty="0"/>
              <a:t>Second level</a:t>
            </a:r>
          </a:p>
          <a:p>
            <a:pPr lvl="2"/>
            <a:r>
              <a:rPr lang="en-US" dirty="0"/>
              <a:t>Third level</a:t>
            </a:r>
          </a:p>
        </p:txBody>
      </p:sp>
      <p:sp>
        <p:nvSpPr>
          <p:cNvPr id="13" name="Title 1">
            <a:extLst>
              <a:ext uri="{FF2B5EF4-FFF2-40B4-BE49-F238E27FC236}">
                <a16:creationId xmlns:a16="http://schemas.microsoft.com/office/drawing/2014/main" id="{AC332FC9-5E40-7F4A-ADF7-3D2ADB4F03AF}"/>
              </a:ext>
            </a:extLst>
          </p:cNvPr>
          <p:cNvSpPr>
            <a:spLocks noGrp="1"/>
          </p:cNvSpPr>
          <p:nvPr>
            <p:ph type="title"/>
          </p:nvPr>
        </p:nvSpPr>
        <p:spPr>
          <a:xfrm>
            <a:off x="3733801" y="590550"/>
            <a:ext cx="5034741"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007627367"/>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preserve="1" userDrawn="1">
  <p:cSld name="4 Img: paired, 4 Subsections (body)">
    <p:spTree>
      <p:nvGrpSpPr>
        <p:cNvPr id="1" name=""/>
        <p:cNvGrpSpPr/>
        <p:nvPr/>
      </p:nvGrpSpPr>
      <p:grpSpPr>
        <a:xfrm>
          <a:off x="0" y="0"/>
          <a:ext cx="0" cy="0"/>
          <a:chOff x="0" y="0"/>
          <a:chExt cx="0" cy="0"/>
        </a:xfrm>
      </p:grpSpPr>
      <p:sp>
        <p:nvSpPr>
          <p:cNvPr id="47" name="Content Placeholder 3">
            <a:extLst>
              <a:ext uri="{FF2B5EF4-FFF2-40B4-BE49-F238E27FC236}">
                <a16:creationId xmlns:a16="http://schemas.microsoft.com/office/drawing/2014/main" id="{88FAD3AE-C209-DD41-8D9F-F3C291DF9248}"/>
              </a:ext>
            </a:extLst>
          </p:cNvPr>
          <p:cNvSpPr>
            <a:spLocks noGrp="1"/>
          </p:cNvSpPr>
          <p:nvPr>
            <p:ph sz="quarter" idx="22" hasCustomPrompt="1"/>
          </p:nvPr>
        </p:nvSpPr>
        <p:spPr>
          <a:xfrm>
            <a:off x="2580968" y="1885950"/>
            <a:ext cx="1965960" cy="147218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57200" y="1885950"/>
            <a:ext cx="1965960" cy="1474470"/>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0" name="Rectangle 9">
            <a:extLst>
              <a:ext uri="{FF2B5EF4-FFF2-40B4-BE49-F238E27FC236}">
                <a16:creationId xmlns:a16="http://schemas.microsoft.com/office/drawing/2014/main" id="{4BF6B05F-53E1-8945-B16F-0DF3CF82F24C}"/>
              </a:ext>
            </a:extLst>
          </p:cNvPr>
          <p:cNvSpPr/>
          <p:nvPr userDrawn="1"/>
        </p:nvSpPr>
        <p:spPr>
          <a:xfrm>
            <a:off x="0" y="3358136"/>
            <a:ext cx="9144000" cy="1785365"/>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17" name="Content Placeholder 3">
            <a:extLst>
              <a:ext uri="{FF2B5EF4-FFF2-40B4-BE49-F238E27FC236}">
                <a16:creationId xmlns:a16="http://schemas.microsoft.com/office/drawing/2014/main" id="{F509B63B-1486-3540-B785-BB3D12EDB3BE}"/>
              </a:ext>
            </a:extLst>
          </p:cNvPr>
          <p:cNvSpPr>
            <a:spLocks noGrp="1"/>
          </p:cNvSpPr>
          <p:nvPr>
            <p:ph sz="quarter" idx="20" hasCustomPrompt="1"/>
          </p:nvPr>
        </p:nvSpPr>
        <p:spPr>
          <a:xfrm>
            <a:off x="457200" y="3714650"/>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33581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8" name="Content Placeholder 3">
            <a:extLst>
              <a:ext uri="{FF2B5EF4-FFF2-40B4-BE49-F238E27FC236}">
                <a16:creationId xmlns:a16="http://schemas.microsoft.com/office/drawing/2014/main" id="{216EF5B3-14E5-2446-9E37-8D3DA7F83FA6}"/>
              </a:ext>
            </a:extLst>
          </p:cNvPr>
          <p:cNvSpPr>
            <a:spLocks noGrp="1"/>
          </p:cNvSpPr>
          <p:nvPr>
            <p:ph sz="quarter" idx="23" hasCustomPrompt="1"/>
          </p:nvPr>
        </p:nvSpPr>
        <p:spPr>
          <a:xfrm>
            <a:off x="2580968" y="3714650"/>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49" name="Content Placeholder 3">
            <a:extLst>
              <a:ext uri="{FF2B5EF4-FFF2-40B4-BE49-F238E27FC236}">
                <a16:creationId xmlns:a16="http://schemas.microsoft.com/office/drawing/2014/main" id="{A33A5FF1-7CDE-394A-8F8F-43478A103928}"/>
              </a:ext>
            </a:extLst>
          </p:cNvPr>
          <p:cNvSpPr>
            <a:spLocks noGrp="1"/>
          </p:cNvSpPr>
          <p:nvPr>
            <p:ph sz="quarter" idx="24" hasCustomPrompt="1"/>
          </p:nvPr>
        </p:nvSpPr>
        <p:spPr>
          <a:xfrm>
            <a:off x="2580968" y="33581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0" name="Content Placeholder 3">
            <a:extLst>
              <a:ext uri="{FF2B5EF4-FFF2-40B4-BE49-F238E27FC236}">
                <a16:creationId xmlns:a16="http://schemas.microsoft.com/office/drawing/2014/main" id="{37AD7603-46FC-F347-AF65-9A5A450E8717}"/>
              </a:ext>
            </a:extLst>
          </p:cNvPr>
          <p:cNvSpPr>
            <a:spLocks noGrp="1"/>
          </p:cNvSpPr>
          <p:nvPr>
            <p:ph sz="quarter" idx="25" hasCustomPrompt="1"/>
          </p:nvPr>
        </p:nvSpPr>
        <p:spPr>
          <a:xfrm>
            <a:off x="4717024" y="1885950"/>
            <a:ext cx="1965960" cy="147218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1" name="Content Placeholder 3">
            <a:extLst>
              <a:ext uri="{FF2B5EF4-FFF2-40B4-BE49-F238E27FC236}">
                <a16:creationId xmlns:a16="http://schemas.microsoft.com/office/drawing/2014/main" id="{B34E1369-EF0E-B046-97D9-6341F2F2EA21}"/>
              </a:ext>
            </a:extLst>
          </p:cNvPr>
          <p:cNvSpPr>
            <a:spLocks noGrp="1"/>
          </p:cNvSpPr>
          <p:nvPr>
            <p:ph sz="quarter" idx="26" hasCustomPrompt="1"/>
          </p:nvPr>
        </p:nvSpPr>
        <p:spPr>
          <a:xfrm>
            <a:off x="4717024" y="3714650"/>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2" name="Content Placeholder 3">
            <a:extLst>
              <a:ext uri="{FF2B5EF4-FFF2-40B4-BE49-F238E27FC236}">
                <a16:creationId xmlns:a16="http://schemas.microsoft.com/office/drawing/2014/main" id="{63659F40-D8CA-2341-9DFD-6BA8E4B8640E}"/>
              </a:ext>
            </a:extLst>
          </p:cNvPr>
          <p:cNvSpPr>
            <a:spLocks noGrp="1"/>
          </p:cNvSpPr>
          <p:nvPr>
            <p:ph sz="quarter" idx="27" hasCustomPrompt="1"/>
          </p:nvPr>
        </p:nvSpPr>
        <p:spPr>
          <a:xfrm>
            <a:off x="4717024" y="33581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3" name="Content Placeholder 3">
            <a:extLst>
              <a:ext uri="{FF2B5EF4-FFF2-40B4-BE49-F238E27FC236}">
                <a16:creationId xmlns:a16="http://schemas.microsoft.com/office/drawing/2014/main" id="{A35135FD-AD75-964F-B113-BD252DDE92D5}"/>
              </a:ext>
            </a:extLst>
          </p:cNvPr>
          <p:cNvSpPr>
            <a:spLocks noGrp="1"/>
          </p:cNvSpPr>
          <p:nvPr>
            <p:ph sz="quarter" idx="28" hasCustomPrompt="1"/>
          </p:nvPr>
        </p:nvSpPr>
        <p:spPr>
          <a:xfrm>
            <a:off x="6840792" y="1885950"/>
            <a:ext cx="1965960" cy="147218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4" name="Content Placeholder 3">
            <a:extLst>
              <a:ext uri="{FF2B5EF4-FFF2-40B4-BE49-F238E27FC236}">
                <a16:creationId xmlns:a16="http://schemas.microsoft.com/office/drawing/2014/main" id="{D177B7A0-E491-2949-A749-674B4894CD6E}"/>
              </a:ext>
            </a:extLst>
          </p:cNvPr>
          <p:cNvSpPr>
            <a:spLocks noGrp="1"/>
          </p:cNvSpPr>
          <p:nvPr>
            <p:ph sz="quarter" idx="29" hasCustomPrompt="1"/>
          </p:nvPr>
        </p:nvSpPr>
        <p:spPr>
          <a:xfrm>
            <a:off x="6840792" y="3714650"/>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5" name="Content Placeholder 3">
            <a:extLst>
              <a:ext uri="{FF2B5EF4-FFF2-40B4-BE49-F238E27FC236}">
                <a16:creationId xmlns:a16="http://schemas.microsoft.com/office/drawing/2014/main" id="{B176513E-FA18-374C-AD1F-242628F462B4}"/>
              </a:ext>
            </a:extLst>
          </p:cNvPr>
          <p:cNvSpPr>
            <a:spLocks noGrp="1"/>
          </p:cNvSpPr>
          <p:nvPr>
            <p:ph sz="quarter" idx="30" hasCustomPrompt="1"/>
          </p:nvPr>
        </p:nvSpPr>
        <p:spPr>
          <a:xfrm>
            <a:off x="6840792" y="33581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8" name="Title 1">
            <a:extLst>
              <a:ext uri="{FF2B5EF4-FFF2-40B4-BE49-F238E27FC236}">
                <a16:creationId xmlns:a16="http://schemas.microsoft.com/office/drawing/2014/main" id="{2FA1BC06-C30C-E541-AF0C-1F21C8CBC4D8}"/>
              </a:ext>
            </a:extLst>
          </p:cNvPr>
          <p:cNvSpPr>
            <a:spLocks noGrp="1"/>
          </p:cNvSpPr>
          <p:nvPr>
            <p:ph type="title"/>
          </p:nvPr>
        </p:nvSpPr>
        <p:spPr>
          <a:xfrm>
            <a:off x="457200" y="829818"/>
            <a:ext cx="8305800" cy="74295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826418711"/>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preserve="1" userDrawn="1">
  <p:cSld name="4 Img: paired, 4 Subsections (bullets)">
    <p:spTree>
      <p:nvGrpSpPr>
        <p:cNvPr id="1" name=""/>
        <p:cNvGrpSpPr/>
        <p:nvPr/>
      </p:nvGrpSpPr>
      <p:grpSpPr>
        <a:xfrm>
          <a:off x="0" y="0"/>
          <a:ext cx="0" cy="0"/>
          <a:chOff x="0" y="0"/>
          <a:chExt cx="0" cy="0"/>
        </a:xfrm>
      </p:grpSpPr>
      <p:sp>
        <p:nvSpPr>
          <p:cNvPr id="34" name="Content Placeholder 3">
            <a:extLst>
              <a:ext uri="{FF2B5EF4-FFF2-40B4-BE49-F238E27FC236}">
                <a16:creationId xmlns:a16="http://schemas.microsoft.com/office/drawing/2014/main" id="{E80BBB08-8B4C-AE45-BE9F-2ACF045CF6F5}"/>
              </a:ext>
            </a:extLst>
          </p:cNvPr>
          <p:cNvSpPr>
            <a:spLocks noGrp="1"/>
          </p:cNvSpPr>
          <p:nvPr>
            <p:ph sz="quarter" idx="31" hasCustomPrompt="1"/>
          </p:nvPr>
        </p:nvSpPr>
        <p:spPr>
          <a:xfrm>
            <a:off x="2591861" y="1567918"/>
            <a:ext cx="1965960" cy="110642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0" name="Rectangle 9">
            <a:extLst>
              <a:ext uri="{FF2B5EF4-FFF2-40B4-BE49-F238E27FC236}">
                <a16:creationId xmlns:a16="http://schemas.microsoft.com/office/drawing/2014/main" id="{4BF6B05F-53E1-8945-B16F-0DF3CF82F24C}"/>
              </a:ext>
            </a:extLst>
          </p:cNvPr>
          <p:cNvSpPr/>
          <p:nvPr userDrawn="1"/>
        </p:nvSpPr>
        <p:spPr>
          <a:xfrm>
            <a:off x="0" y="2683923"/>
            <a:ext cx="9144000" cy="2459578"/>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467497" y="3034051"/>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467497" y="1572803"/>
            <a:ext cx="1963970" cy="1104733"/>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7497" y="26775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3" name="Content Placeholder 3">
            <a:extLst>
              <a:ext uri="{FF2B5EF4-FFF2-40B4-BE49-F238E27FC236}">
                <a16:creationId xmlns:a16="http://schemas.microsoft.com/office/drawing/2014/main" id="{E53B2EB1-5F25-BD49-8343-92C06FD36ABC}"/>
              </a:ext>
            </a:extLst>
          </p:cNvPr>
          <p:cNvSpPr>
            <a:spLocks noGrp="1"/>
          </p:cNvSpPr>
          <p:nvPr>
            <p:ph sz="half" idx="30" hasCustomPrompt="1"/>
          </p:nvPr>
        </p:nvSpPr>
        <p:spPr>
          <a:xfrm>
            <a:off x="2591861" y="3034051"/>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5" name="Content Placeholder 3">
            <a:extLst>
              <a:ext uri="{FF2B5EF4-FFF2-40B4-BE49-F238E27FC236}">
                <a16:creationId xmlns:a16="http://schemas.microsoft.com/office/drawing/2014/main" id="{A464B442-D9C7-B94E-AD26-8A4ED3539C0A}"/>
              </a:ext>
            </a:extLst>
          </p:cNvPr>
          <p:cNvSpPr>
            <a:spLocks noGrp="1"/>
          </p:cNvSpPr>
          <p:nvPr>
            <p:ph sz="quarter" idx="32" hasCustomPrompt="1"/>
          </p:nvPr>
        </p:nvSpPr>
        <p:spPr>
          <a:xfrm>
            <a:off x="2591861" y="26775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4" name="Content Placeholder 3">
            <a:extLst>
              <a:ext uri="{FF2B5EF4-FFF2-40B4-BE49-F238E27FC236}">
                <a16:creationId xmlns:a16="http://schemas.microsoft.com/office/drawing/2014/main" id="{A0A4139A-772F-2F43-93E6-4E6798EEF1CD}"/>
              </a:ext>
            </a:extLst>
          </p:cNvPr>
          <p:cNvSpPr>
            <a:spLocks noGrp="1"/>
          </p:cNvSpPr>
          <p:nvPr>
            <p:ph sz="quarter" idx="33" hasCustomPrompt="1"/>
          </p:nvPr>
        </p:nvSpPr>
        <p:spPr>
          <a:xfrm>
            <a:off x="4712240" y="1567918"/>
            <a:ext cx="1965960" cy="110642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5" name="Content Placeholder 3">
            <a:extLst>
              <a:ext uri="{FF2B5EF4-FFF2-40B4-BE49-F238E27FC236}">
                <a16:creationId xmlns:a16="http://schemas.microsoft.com/office/drawing/2014/main" id="{B587A25C-C1CD-4A4E-AE0C-EDF159D1AD75}"/>
              </a:ext>
            </a:extLst>
          </p:cNvPr>
          <p:cNvSpPr>
            <a:spLocks noGrp="1"/>
          </p:cNvSpPr>
          <p:nvPr>
            <p:ph sz="half" idx="34" hasCustomPrompt="1"/>
          </p:nvPr>
        </p:nvSpPr>
        <p:spPr>
          <a:xfrm>
            <a:off x="4712240" y="3034051"/>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46" name="Content Placeholder 3">
            <a:extLst>
              <a:ext uri="{FF2B5EF4-FFF2-40B4-BE49-F238E27FC236}">
                <a16:creationId xmlns:a16="http://schemas.microsoft.com/office/drawing/2014/main" id="{006D9C7B-BE1F-2F48-9932-F7A5274B0C86}"/>
              </a:ext>
            </a:extLst>
          </p:cNvPr>
          <p:cNvSpPr>
            <a:spLocks noGrp="1"/>
          </p:cNvSpPr>
          <p:nvPr>
            <p:ph sz="quarter" idx="35" hasCustomPrompt="1"/>
          </p:nvPr>
        </p:nvSpPr>
        <p:spPr>
          <a:xfrm>
            <a:off x="4712240" y="26775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7" name="Content Placeholder 3">
            <a:extLst>
              <a:ext uri="{FF2B5EF4-FFF2-40B4-BE49-F238E27FC236}">
                <a16:creationId xmlns:a16="http://schemas.microsoft.com/office/drawing/2014/main" id="{4D16B98F-3C8A-4E4A-9AA5-82EDAB577C03}"/>
              </a:ext>
            </a:extLst>
          </p:cNvPr>
          <p:cNvSpPr>
            <a:spLocks noGrp="1"/>
          </p:cNvSpPr>
          <p:nvPr>
            <p:ph sz="quarter" idx="36" hasCustomPrompt="1"/>
          </p:nvPr>
        </p:nvSpPr>
        <p:spPr>
          <a:xfrm>
            <a:off x="6828634" y="1567918"/>
            <a:ext cx="1965960" cy="110642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8" name="Content Placeholder 3">
            <a:extLst>
              <a:ext uri="{FF2B5EF4-FFF2-40B4-BE49-F238E27FC236}">
                <a16:creationId xmlns:a16="http://schemas.microsoft.com/office/drawing/2014/main" id="{457B1C0B-C0BA-1340-A85D-FFCE14C89447}"/>
              </a:ext>
            </a:extLst>
          </p:cNvPr>
          <p:cNvSpPr>
            <a:spLocks noGrp="1"/>
          </p:cNvSpPr>
          <p:nvPr>
            <p:ph sz="half" idx="37" hasCustomPrompt="1"/>
          </p:nvPr>
        </p:nvSpPr>
        <p:spPr>
          <a:xfrm>
            <a:off x="6828634" y="3034051"/>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49" name="Content Placeholder 3">
            <a:extLst>
              <a:ext uri="{FF2B5EF4-FFF2-40B4-BE49-F238E27FC236}">
                <a16:creationId xmlns:a16="http://schemas.microsoft.com/office/drawing/2014/main" id="{F952A9E0-6228-5148-BA9C-12C66B2ADE02}"/>
              </a:ext>
            </a:extLst>
          </p:cNvPr>
          <p:cNvSpPr>
            <a:spLocks noGrp="1"/>
          </p:cNvSpPr>
          <p:nvPr>
            <p:ph sz="quarter" idx="38" hasCustomPrompt="1"/>
          </p:nvPr>
        </p:nvSpPr>
        <p:spPr>
          <a:xfrm>
            <a:off x="6828634" y="26775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Title 1">
            <a:extLst>
              <a:ext uri="{FF2B5EF4-FFF2-40B4-BE49-F238E27FC236}">
                <a16:creationId xmlns:a16="http://schemas.microsoft.com/office/drawing/2014/main" id="{2CD41E1C-45C4-2E4C-AB71-F892A91A1EAC}"/>
              </a:ext>
            </a:extLst>
          </p:cNvPr>
          <p:cNvSpPr>
            <a:spLocks noGrp="1"/>
          </p:cNvSpPr>
          <p:nvPr>
            <p:ph type="title"/>
          </p:nvPr>
        </p:nvSpPr>
        <p:spPr>
          <a:xfrm>
            <a:off x="457200" y="590550"/>
            <a:ext cx="8305800" cy="74295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970022477"/>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preserve="1" userDrawn="1">
  <p:cSld name="5 Img: paired, 5 Subsections (bullet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6B05F-53E1-8945-B16F-0DF3CF82F24C}"/>
              </a:ext>
            </a:extLst>
          </p:cNvPr>
          <p:cNvSpPr/>
          <p:nvPr userDrawn="1"/>
        </p:nvSpPr>
        <p:spPr>
          <a:xfrm>
            <a:off x="0" y="2683923"/>
            <a:ext cx="9144000" cy="2459578"/>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381022" y="3034051"/>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381022" y="148286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381022" y="2677535"/>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68" name="Content Placeholder 3">
            <a:extLst>
              <a:ext uri="{FF2B5EF4-FFF2-40B4-BE49-F238E27FC236}">
                <a16:creationId xmlns:a16="http://schemas.microsoft.com/office/drawing/2014/main" id="{8B594A98-55B7-1246-AEE0-5FDE3E436BED}"/>
              </a:ext>
            </a:extLst>
          </p:cNvPr>
          <p:cNvSpPr>
            <a:spLocks noGrp="1"/>
          </p:cNvSpPr>
          <p:nvPr>
            <p:ph sz="half" idx="30" hasCustomPrompt="1"/>
          </p:nvPr>
        </p:nvSpPr>
        <p:spPr>
          <a:xfrm>
            <a:off x="2095522" y="3034051"/>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69" name="Content Placeholder 3">
            <a:extLst>
              <a:ext uri="{FF2B5EF4-FFF2-40B4-BE49-F238E27FC236}">
                <a16:creationId xmlns:a16="http://schemas.microsoft.com/office/drawing/2014/main" id="{9135D390-8302-B148-B61C-F2EB0A6B8E60}"/>
              </a:ext>
            </a:extLst>
          </p:cNvPr>
          <p:cNvSpPr>
            <a:spLocks noGrp="1"/>
          </p:cNvSpPr>
          <p:nvPr>
            <p:ph sz="quarter" idx="31" hasCustomPrompt="1"/>
          </p:nvPr>
        </p:nvSpPr>
        <p:spPr>
          <a:xfrm>
            <a:off x="2095524" y="148286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0" name="Content Placeholder 3">
            <a:extLst>
              <a:ext uri="{FF2B5EF4-FFF2-40B4-BE49-F238E27FC236}">
                <a16:creationId xmlns:a16="http://schemas.microsoft.com/office/drawing/2014/main" id="{C429E927-13E4-5749-A6B0-9E7C5F36071B}"/>
              </a:ext>
            </a:extLst>
          </p:cNvPr>
          <p:cNvSpPr>
            <a:spLocks noGrp="1"/>
          </p:cNvSpPr>
          <p:nvPr>
            <p:ph sz="quarter" idx="32" hasCustomPrompt="1"/>
          </p:nvPr>
        </p:nvSpPr>
        <p:spPr>
          <a:xfrm>
            <a:off x="2095522" y="2677535"/>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71" name="Content Placeholder 3">
            <a:extLst>
              <a:ext uri="{FF2B5EF4-FFF2-40B4-BE49-F238E27FC236}">
                <a16:creationId xmlns:a16="http://schemas.microsoft.com/office/drawing/2014/main" id="{1C342233-4927-944A-8984-5E2A1A231A9E}"/>
              </a:ext>
            </a:extLst>
          </p:cNvPr>
          <p:cNvSpPr>
            <a:spLocks noGrp="1"/>
          </p:cNvSpPr>
          <p:nvPr>
            <p:ph sz="half" idx="33" hasCustomPrompt="1"/>
          </p:nvPr>
        </p:nvSpPr>
        <p:spPr>
          <a:xfrm>
            <a:off x="3810018" y="3034051"/>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72" name="Content Placeholder 3">
            <a:extLst>
              <a:ext uri="{FF2B5EF4-FFF2-40B4-BE49-F238E27FC236}">
                <a16:creationId xmlns:a16="http://schemas.microsoft.com/office/drawing/2014/main" id="{E5DADEB8-A31C-2947-9FF2-B8C7C448170A}"/>
              </a:ext>
            </a:extLst>
          </p:cNvPr>
          <p:cNvSpPr>
            <a:spLocks noGrp="1"/>
          </p:cNvSpPr>
          <p:nvPr>
            <p:ph sz="quarter" idx="34" hasCustomPrompt="1"/>
          </p:nvPr>
        </p:nvSpPr>
        <p:spPr>
          <a:xfrm>
            <a:off x="3810020" y="148286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3" name="Content Placeholder 3">
            <a:extLst>
              <a:ext uri="{FF2B5EF4-FFF2-40B4-BE49-F238E27FC236}">
                <a16:creationId xmlns:a16="http://schemas.microsoft.com/office/drawing/2014/main" id="{EBD1B705-DE93-7C47-9AF9-6ECF4F926A39}"/>
              </a:ext>
            </a:extLst>
          </p:cNvPr>
          <p:cNvSpPr>
            <a:spLocks noGrp="1"/>
          </p:cNvSpPr>
          <p:nvPr>
            <p:ph sz="quarter" idx="35" hasCustomPrompt="1"/>
          </p:nvPr>
        </p:nvSpPr>
        <p:spPr>
          <a:xfrm>
            <a:off x="3810018" y="2677535"/>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74" name="Content Placeholder 3">
            <a:extLst>
              <a:ext uri="{FF2B5EF4-FFF2-40B4-BE49-F238E27FC236}">
                <a16:creationId xmlns:a16="http://schemas.microsoft.com/office/drawing/2014/main" id="{E182A473-23D7-FC41-8E6E-928368EE742D}"/>
              </a:ext>
            </a:extLst>
          </p:cNvPr>
          <p:cNvSpPr>
            <a:spLocks noGrp="1"/>
          </p:cNvSpPr>
          <p:nvPr>
            <p:ph sz="half" idx="36" hasCustomPrompt="1"/>
          </p:nvPr>
        </p:nvSpPr>
        <p:spPr>
          <a:xfrm>
            <a:off x="5524510" y="3034051"/>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75" name="Content Placeholder 3">
            <a:extLst>
              <a:ext uri="{FF2B5EF4-FFF2-40B4-BE49-F238E27FC236}">
                <a16:creationId xmlns:a16="http://schemas.microsoft.com/office/drawing/2014/main" id="{65B64471-861D-1C41-A965-8FC89E3EEDD9}"/>
              </a:ext>
            </a:extLst>
          </p:cNvPr>
          <p:cNvSpPr>
            <a:spLocks noGrp="1"/>
          </p:cNvSpPr>
          <p:nvPr>
            <p:ph sz="quarter" idx="37" hasCustomPrompt="1"/>
          </p:nvPr>
        </p:nvSpPr>
        <p:spPr>
          <a:xfrm>
            <a:off x="5524512" y="148286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6" name="Content Placeholder 3">
            <a:extLst>
              <a:ext uri="{FF2B5EF4-FFF2-40B4-BE49-F238E27FC236}">
                <a16:creationId xmlns:a16="http://schemas.microsoft.com/office/drawing/2014/main" id="{F1669C60-8680-4649-8495-52945E083E58}"/>
              </a:ext>
            </a:extLst>
          </p:cNvPr>
          <p:cNvSpPr>
            <a:spLocks noGrp="1"/>
          </p:cNvSpPr>
          <p:nvPr>
            <p:ph sz="quarter" idx="38" hasCustomPrompt="1"/>
          </p:nvPr>
        </p:nvSpPr>
        <p:spPr>
          <a:xfrm>
            <a:off x="5524510" y="2677535"/>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77" name="Content Placeholder 3">
            <a:extLst>
              <a:ext uri="{FF2B5EF4-FFF2-40B4-BE49-F238E27FC236}">
                <a16:creationId xmlns:a16="http://schemas.microsoft.com/office/drawing/2014/main" id="{338917CB-5AD5-4944-A65E-AA566160C114}"/>
              </a:ext>
            </a:extLst>
          </p:cNvPr>
          <p:cNvSpPr>
            <a:spLocks noGrp="1"/>
          </p:cNvSpPr>
          <p:nvPr>
            <p:ph sz="half" idx="39" hasCustomPrompt="1"/>
          </p:nvPr>
        </p:nvSpPr>
        <p:spPr>
          <a:xfrm>
            <a:off x="7238998" y="3034051"/>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78" name="Content Placeholder 3">
            <a:extLst>
              <a:ext uri="{FF2B5EF4-FFF2-40B4-BE49-F238E27FC236}">
                <a16:creationId xmlns:a16="http://schemas.microsoft.com/office/drawing/2014/main" id="{692BBACE-53AB-9C45-BC70-65A594691A6D}"/>
              </a:ext>
            </a:extLst>
          </p:cNvPr>
          <p:cNvSpPr>
            <a:spLocks noGrp="1"/>
          </p:cNvSpPr>
          <p:nvPr>
            <p:ph sz="quarter" idx="40" hasCustomPrompt="1"/>
          </p:nvPr>
        </p:nvSpPr>
        <p:spPr>
          <a:xfrm>
            <a:off x="7239000" y="148286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9" name="Content Placeholder 3">
            <a:extLst>
              <a:ext uri="{FF2B5EF4-FFF2-40B4-BE49-F238E27FC236}">
                <a16:creationId xmlns:a16="http://schemas.microsoft.com/office/drawing/2014/main" id="{894634CD-6884-094D-9979-41AB688FEAC9}"/>
              </a:ext>
            </a:extLst>
          </p:cNvPr>
          <p:cNvSpPr>
            <a:spLocks noGrp="1"/>
          </p:cNvSpPr>
          <p:nvPr>
            <p:ph sz="quarter" idx="41" hasCustomPrompt="1"/>
          </p:nvPr>
        </p:nvSpPr>
        <p:spPr>
          <a:xfrm>
            <a:off x="7238998" y="2677535"/>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80" name="Title 1">
            <a:extLst>
              <a:ext uri="{FF2B5EF4-FFF2-40B4-BE49-F238E27FC236}">
                <a16:creationId xmlns:a16="http://schemas.microsoft.com/office/drawing/2014/main" id="{1ACB9DE9-1DE3-FD4C-840A-5CED7A2C46B3}"/>
              </a:ext>
            </a:extLst>
          </p:cNvPr>
          <p:cNvSpPr>
            <a:spLocks noGrp="1"/>
          </p:cNvSpPr>
          <p:nvPr>
            <p:ph type="title"/>
          </p:nvPr>
        </p:nvSpPr>
        <p:spPr>
          <a:xfrm>
            <a:off x="457200" y="590550"/>
            <a:ext cx="8305800" cy="742950"/>
          </a:xfrm>
          <a:prstGeom prst="rect">
            <a:avLst/>
          </a:prstGeom>
        </p:spPr>
        <p:txBody>
          <a:bodyPr lIns="9144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341100260"/>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preserve="1" userDrawn="1">
  <p:cSld name="Img only: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6B05F-53E1-8945-B16F-0DF3CF82F24C}"/>
              </a:ext>
            </a:extLst>
          </p:cNvPr>
          <p:cNvSpPr/>
          <p:nvPr userDrawn="1"/>
        </p:nvSpPr>
        <p:spPr>
          <a:xfrm>
            <a:off x="0" y="2876550"/>
            <a:ext cx="9144000" cy="226695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1555355" y="1387824"/>
            <a:ext cx="6033292" cy="3393727"/>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(exception for the software background, but NEVER white). Crop at the edges!</a:t>
            </a:r>
          </a:p>
        </p:txBody>
      </p:sp>
      <p:sp>
        <p:nvSpPr>
          <p:cNvPr id="19" name="Text Placeholder 2">
            <a:extLst>
              <a:ext uri="{FF2B5EF4-FFF2-40B4-BE49-F238E27FC236}">
                <a16:creationId xmlns:a16="http://schemas.microsoft.com/office/drawing/2014/main" id="{20501915-90EE-1846-8F71-3B5AA397CBA9}"/>
              </a:ext>
            </a:extLst>
          </p:cNvPr>
          <p:cNvSpPr>
            <a:spLocks noGrp="1"/>
          </p:cNvSpPr>
          <p:nvPr>
            <p:ph type="body" sz="quarter" idx="18" hasCustomPrompt="1"/>
          </p:nvPr>
        </p:nvSpPr>
        <p:spPr>
          <a:xfrm>
            <a:off x="1555355" y="4838700"/>
            <a:ext cx="3103378" cy="304800"/>
          </a:xfrm>
        </p:spPr>
        <p:txBody>
          <a:bodyPr>
            <a:normAutofit/>
          </a:bodyPr>
          <a:lstStyle>
            <a:lvl1pPr marL="0" indent="0">
              <a:buNone/>
              <a:defRPr sz="900" b="0" i="1">
                <a:solidFill>
                  <a:schemeClr val="bg1">
                    <a:lumMod val="75000"/>
                  </a:schemeClr>
                </a:solidFill>
                <a:latin typeface="Lato" panose="020F0502020204030203" pitchFamily="34" charset="77"/>
              </a:defRPr>
            </a:lvl1pPr>
            <a:lvl2pPr marL="457189" indent="0">
              <a:buNone/>
              <a:defRPr/>
            </a:lvl2pPr>
            <a:lvl3pPr marL="914378" indent="0">
              <a:buNone/>
              <a:defRPr/>
            </a:lvl3pPr>
          </a:lstStyle>
          <a:p>
            <a:pPr lvl="0"/>
            <a:r>
              <a:rPr lang="en-US" dirty="0"/>
              <a:t>Short  caption in this style only if necessary</a:t>
            </a:r>
          </a:p>
        </p:txBody>
      </p:sp>
      <p:sp>
        <p:nvSpPr>
          <p:cNvPr id="20" name="Title 1">
            <a:extLst>
              <a:ext uri="{FF2B5EF4-FFF2-40B4-BE49-F238E27FC236}">
                <a16:creationId xmlns:a16="http://schemas.microsoft.com/office/drawing/2014/main" id="{A926AAB5-0EF8-C144-BDC0-B1C98EDAAB2A}"/>
              </a:ext>
            </a:extLst>
          </p:cNvPr>
          <p:cNvSpPr>
            <a:spLocks noGrp="1"/>
          </p:cNvSpPr>
          <p:nvPr>
            <p:ph type="title"/>
          </p:nvPr>
        </p:nvSpPr>
        <p:spPr>
          <a:xfrm>
            <a:off x="457200" y="590550"/>
            <a:ext cx="8305800"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44206822"/>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preserve="1" userDrawn="1">
  <p:cSld name="Img only: 4 (righ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1138D1D-0960-574D-8616-915D22FDBD79}"/>
              </a:ext>
            </a:extLst>
          </p:cNvPr>
          <p:cNvSpPr/>
          <p:nvPr userDrawn="1"/>
        </p:nvSpPr>
        <p:spPr>
          <a:xfrm>
            <a:off x="838200" y="2343150"/>
            <a:ext cx="8305800" cy="23622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1" name="Content Placeholder 3">
            <a:extLst>
              <a:ext uri="{FF2B5EF4-FFF2-40B4-BE49-F238E27FC236}">
                <a16:creationId xmlns:a16="http://schemas.microsoft.com/office/drawing/2014/main" id="{74168FC2-68FD-3D40-9EE2-F1CBFA5B7B64}"/>
              </a:ext>
            </a:extLst>
          </p:cNvPr>
          <p:cNvSpPr>
            <a:spLocks noGrp="1" noChangeAspect="1"/>
          </p:cNvSpPr>
          <p:nvPr>
            <p:ph sz="quarter" idx="29" hasCustomPrompt="1"/>
          </p:nvPr>
        </p:nvSpPr>
        <p:spPr>
          <a:xfrm>
            <a:off x="2584615"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noChangeAspect="1"/>
          </p:cNvSpPr>
          <p:nvPr>
            <p:ph sz="quarter" idx="21" hasCustomPrompt="1"/>
          </p:nvPr>
        </p:nvSpPr>
        <p:spPr>
          <a:xfrm>
            <a:off x="469488"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noChangeAspect="1"/>
          </p:cNvSpPr>
          <p:nvPr>
            <p:ph sz="quarter" idx="32" hasCustomPrompt="1"/>
          </p:nvPr>
        </p:nvSpPr>
        <p:spPr>
          <a:xfrm>
            <a:off x="4699742"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noChangeAspect="1"/>
          </p:cNvSpPr>
          <p:nvPr>
            <p:ph sz="quarter" idx="35" hasCustomPrompt="1"/>
          </p:nvPr>
        </p:nvSpPr>
        <p:spPr>
          <a:xfrm>
            <a:off x="6814869"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0" name="Title 1">
            <a:extLst>
              <a:ext uri="{FF2B5EF4-FFF2-40B4-BE49-F238E27FC236}">
                <a16:creationId xmlns:a16="http://schemas.microsoft.com/office/drawing/2014/main" id="{B9DC4B7C-6E2A-B849-8A1D-4166BC982008}"/>
              </a:ext>
            </a:extLst>
          </p:cNvPr>
          <p:cNvSpPr>
            <a:spLocks noGrp="1"/>
          </p:cNvSpPr>
          <p:nvPr>
            <p:ph type="title"/>
          </p:nvPr>
        </p:nvSpPr>
        <p:spPr>
          <a:xfrm>
            <a:off x="457200" y="590550"/>
            <a:ext cx="8305800"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919158579"/>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preserve="1" userDrawn="1">
  <p:cSld name="Img only: 4 (lef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1138D1D-0960-574D-8616-915D22FDBD79}"/>
              </a:ext>
            </a:extLst>
          </p:cNvPr>
          <p:cNvSpPr/>
          <p:nvPr userDrawn="1"/>
        </p:nvSpPr>
        <p:spPr>
          <a:xfrm>
            <a:off x="0" y="2343150"/>
            <a:ext cx="8305800" cy="23622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1" name="Content Placeholder 3">
            <a:extLst>
              <a:ext uri="{FF2B5EF4-FFF2-40B4-BE49-F238E27FC236}">
                <a16:creationId xmlns:a16="http://schemas.microsoft.com/office/drawing/2014/main" id="{74168FC2-68FD-3D40-9EE2-F1CBFA5B7B64}"/>
              </a:ext>
            </a:extLst>
          </p:cNvPr>
          <p:cNvSpPr>
            <a:spLocks noGrp="1" noChangeAspect="1"/>
          </p:cNvSpPr>
          <p:nvPr>
            <p:ph sz="quarter" idx="29" hasCustomPrompt="1"/>
          </p:nvPr>
        </p:nvSpPr>
        <p:spPr>
          <a:xfrm>
            <a:off x="2584615"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noChangeAspect="1"/>
          </p:cNvSpPr>
          <p:nvPr>
            <p:ph sz="quarter" idx="21" hasCustomPrompt="1"/>
          </p:nvPr>
        </p:nvSpPr>
        <p:spPr>
          <a:xfrm>
            <a:off x="469488"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noChangeAspect="1"/>
          </p:cNvSpPr>
          <p:nvPr>
            <p:ph sz="quarter" idx="32" hasCustomPrompt="1"/>
          </p:nvPr>
        </p:nvSpPr>
        <p:spPr>
          <a:xfrm>
            <a:off x="4699742"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noChangeAspect="1"/>
          </p:cNvSpPr>
          <p:nvPr>
            <p:ph sz="quarter" idx="35" hasCustomPrompt="1"/>
          </p:nvPr>
        </p:nvSpPr>
        <p:spPr>
          <a:xfrm>
            <a:off x="6814869"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0" name="Title 1">
            <a:extLst>
              <a:ext uri="{FF2B5EF4-FFF2-40B4-BE49-F238E27FC236}">
                <a16:creationId xmlns:a16="http://schemas.microsoft.com/office/drawing/2014/main" id="{B9DC4B7C-6E2A-B849-8A1D-4166BC982008}"/>
              </a:ext>
            </a:extLst>
          </p:cNvPr>
          <p:cNvSpPr>
            <a:spLocks noGrp="1"/>
          </p:cNvSpPr>
          <p:nvPr>
            <p:ph type="title"/>
          </p:nvPr>
        </p:nvSpPr>
        <p:spPr>
          <a:xfrm>
            <a:off x="457200" y="590550"/>
            <a:ext cx="8305800"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94991735"/>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preserve="1" userDrawn="1">
  <p:cSld name="Img only: 8, Sub w. Body (8 or less)">
    <p:spTree>
      <p:nvGrpSpPr>
        <p:cNvPr id="1" name=""/>
        <p:cNvGrpSpPr/>
        <p:nvPr/>
      </p:nvGrpSpPr>
      <p:grpSpPr>
        <a:xfrm>
          <a:off x="0" y="0"/>
          <a:ext cx="0" cy="0"/>
          <a:chOff x="0" y="0"/>
          <a:chExt cx="0" cy="0"/>
        </a:xfrm>
      </p:grpSpPr>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84615"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Or swap to no background just the outline if you don’t have transparent images (for ALL not just one)</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69488"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7" name="Content Placeholder 3">
            <a:extLst>
              <a:ext uri="{FF2B5EF4-FFF2-40B4-BE49-F238E27FC236}">
                <a16:creationId xmlns:a16="http://schemas.microsoft.com/office/drawing/2014/main" id="{F509B63B-1486-3540-B785-BB3D12EDB3BE}"/>
              </a:ext>
            </a:extLst>
          </p:cNvPr>
          <p:cNvSpPr>
            <a:spLocks noGrp="1"/>
          </p:cNvSpPr>
          <p:nvPr>
            <p:ph sz="quarter" idx="20" hasCustomPrompt="1"/>
          </p:nvPr>
        </p:nvSpPr>
        <p:spPr>
          <a:xfrm>
            <a:off x="469488" y="26724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23558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Content Placeholder 3">
            <a:extLst>
              <a:ext uri="{FF2B5EF4-FFF2-40B4-BE49-F238E27FC236}">
                <a16:creationId xmlns:a16="http://schemas.microsoft.com/office/drawing/2014/main" id="{DDCDDB5F-C736-D147-8301-4A3D736D57CF}"/>
              </a:ext>
            </a:extLst>
          </p:cNvPr>
          <p:cNvSpPr>
            <a:spLocks noGrp="1"/>
          </p:cNvSpPr>
          <p:nvPr>
            <p:ph sz="quarter" idx="30" hasCustomPrompt="1"/>
          </p:nvPr>
        </p:nvSpPr>
        <p:spPr>
          <a:xfrm>
            <a:off x="2584615" y="26724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23558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99742"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5" name="Content Placeholder 3">
            <a:extLst>
              <a:ext uri="{FF2B5EF4-FFF2-40B4-BE49-F238E27FC236}">
                <a16:creationId xmlns:a16="http://schemas.microsoft.com/office/drawing/2014/main" id="{723D0923-782D-8B41-A888-106268924FA0}"/>
              </a:ext>
            </a:extLst>
          </p:cNvPr>
          <p:cNvSpPr>
            <a:spLocks noGrp="1"/>
          </p:cNvSpPr>
          <p:nvPr>
            <p:ph sz="quarter" idx="33" hasCustomPrompt="1"/>
          </p:nvPr>
        </p:nvSpPr>
        <p:spPr>
          <a:xfrm>
            <a:off x="4699742" y="26724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23558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14869"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8" name="Content Placeholder 3">
            <a:extLst>
              <a:ext uri="{FF2B5EF4-FFF2-40B4-BE49-F238E27FC236}">
                <a16:creationId xmlns:a16="http://schemas.microsoft.com/office/drawing/2014/main" id="{308A6F07-F6D4-0449-A153-80E89BFA7E47}"/>
              </a:ext>
            </a:extLst>
          </p:cNvPr>
          <p:cNvSpPr>
            <a:spLocks noGrp="1"/>
          </p:cNvSpPr>
          <p:nvPr>
            <p:ph sz="quarter" idx="36" hasCustomPrompt="1"/>
          </p:nvPr>
        </p:nvSpPr>
        <p:spPr>
          <a:xfrm>
            <a:off x="6814869" y="26724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23558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0" name="Content Placeholder 3">
            <a:extLst>
              <a:ext uri="{FF2B5EF4-FFF2-40B4-BE49-F238E27FC236}">
                <a16:creationId xmlns:a16="http://schemas.microsoft.com/office/drawing/2014/main" id="{B2312F08-5121-534F-93CC-985A6735DD08}"/>
              </a:ext>
            </a:extLst>
          </p:cNvPr>
          <p:cNvSpPr>
            <a:spLocks noGrp="1"/>
          </p:cNvSpPr>
          <p:nvPr>
            <p:ph sz="quarter" idx="38" hasCustomPrompt="1"/>
          </p:nvPr>
        </p:nvSpPr>
        <p:spPr>
          <a:xfrm>
            <a:off x="2584615"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1" name="Content Placeholder 3">
            <a:extLst>
              <a:ext uri="{FF2B5EF4-FFF2-40B4-BE49-F238E27FC236}">
                <a16:creationId xmlns:a16="http://schemas.microsoft.com/office/drawing/2014/main" id="{974D29D1-1450-7941-B469-59BBC46C78B1}"/>
              </a:ext>
            </a:extLst>
          </p:cNvPr>
          <p:cNvSpPr>
            <a:spLocks noGrp="1"/>
          </p:cNvSpPr>
          <p:nvPr>
            <p:ph sz="quarter" idx="39" hasCustomPrompt="1"/>
          </p:nvPr>
        </p:nvSpPr>
        <p:spPr>
          <a:xfrm>
            <a:off x="469488"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2" name="Content Placeholder 3">
            <a:extLst>
              <a:ext uri="{FF2B5EF4-FFF2-40B4-BE49-F238E27FC236}">
                <a16:creationId xmlns:a16="http://schemas.microsoft.com/office/drawing/2014/main" id="{01D220CE-D257-0F4E-9776-41E466D458FA}"/>
              </a:ext>
            </a:extLst>
          </p:cNvPr>
          <p:cNvSpPr>
            <a:spLocks noGrp="1"/>
          </p:cNvSpPr>
          <p:nvPr>
            <p:ph sz="quarter" idx="40" hasCustomPrompt="1"/>
          </p:nvPr>
        </p:nvSpPr>
        <p:spPr>
          <a:xfrm>
            <a:off x="469488" y="46028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33" name="Content Placeholder 3">
            <a:extLst>
              <a:ext uri="{FF2B5EF4-FFF2-40B4-BE49-F238E27FC236}">
                <a16:creationId xmlns:a16="http://schemas.microsoft.com/office/drawing/2014/main" id="{91285B5C-A27F-B24C-9BAE-EE7BBF9E5029}"/>
              </a:ext>
            </a:extLst>
          </p:cNvPr>
          <p:cNvSpPr>
            <a:spLocks noGrp="1"/>
          </p:cNvSpPr>
          <p:nvPr>
            <p:ph sz="quarter" idx="41" hasCustomPrompt="1"/>
          </p:nvPr>
        </p:nvSpPr>
        <p:spPr>
          <a:xfrm>
            <a:off x="469488" y="42862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4" name="Content Placeholder 3">
            <a:extLst>
              <a:ext uri="{FF2B5EF4-FFF2-40B4-BE49-F238E27FC236}">
                <a16:creationId xmlns:a16="http://schemas.microsoft.com/office/drawing/2014/main" id="{70BC8ECB-2D92-334B-A0CA-DEE86DA5ECCB}"/>
              </a:ext>
            </a:extLst>
          </p:cNvPr>
          <p:cNvSpPr>
            <a:spLocks noGrp="1"/>
          </p:cNvSpPr>
          <p:nvPr>
            <p:ph sz="quarter" idx="42" hasCustomPrompt="1"/>
          </p:nvPr>
        </p:nvSpPr>
        <p:spPr>
          <a:xfrm>
            <a:off x="2584615" y="46028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35" name="Content Placeholder 3">
            <a:extLst>
              <a:ext uri="{FF2B5EF4-FFF2-40B4-BE49-F238E27FC236}">
                <a16:creationId xmlns:a16="http://schemas.microsoft.com/office/drawing/2014/main" id="{091B1206-6B81-3F45-965D-E4AF980EFB15}"/>
              </a:ext>
            </a:extLst>
          </p:cNvPr>
          <p:cNvSpPr>
            <a:spLocks noGrp="1"/>
          </p:cNvSpPr>
          <p:nvPr>
            <p:ph sz="quarter" idx="43" hasCustomPrompt="1"/>
          </p:nvPr>
        </p:nvSpPr>
        <p:spPr>
          <a:xfrm>
            <a:off x="2584615" y="42862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6" name="Content Placeholder 3">
            <a:extLst>
              <a:ext uri="{FF2B5EF4-FFF2-40B4-BE49-F238E27FC236}">
                <a16:creationId xmlns:a16="http://schemas.microsoft.com/office/drawing/2014/main" id="{BE81E718-11C6-754D-867C-0BAB3EBDAF06}"/>
              </a:ext>
            </a:extLst>
          </p:cNvPr>
          <p:cNvSpPr>
            <a:spLocks noGrp="1"/>
          </p:cNvSpPr>
          <p:nvPr>
            <p:ph sz="quarter" idx="44" hasCustomPrompt="1"/>
          </p:nvPr>
        </p:nvSpPr>
        <p:spPr>
          <a:xfrm>
            <a:off x="4699742"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7" name="Content Placeholder 3">
            <a:extLst>
              <a:ext uri="{FF2B5EF4-FFF2-40B4-BE49-F238E27FC236}">
                <a16:creationId xmlns:a16="http://schemas.microsoft.com/office/drawing/2014/main" id="{A62BC874-6F55-7141-912E-511A108CB24E}"/>
              </a:ext>
            </a:extLst>
          </p:cNvPr>
          <p:cNvSpPr>
            <a:spLocks noGrp="1"/>
          </p:cNvSpPr>
          <p:nvPr>
            <p:ph sz="quarter" idx="45" hasCustomPrompt="1"/>
          </p:nvPr>
        </p:nvSpPr>
        <p:spPr>
          <a:xfrm>
            <a:off x="4699742" y="46028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38" name="Content Placeholder 3">
            <a:extLst>
              <a:ext uri="{FF2B5EF4-FFF2-40B4-BE49-F238E27FC236}">
                <a16:creationId xmlns:a16="http://schemas.microsoft.com/office/drawing/2014/main" id="{4DE1ADAD-C84E-6E4A-9D25-2FD777D88854}"/>
              </a:ext>
            </a:extLst>
          </p:cNvPr>
          <p:cNvSpPr>
            <a:spLocks noGrp="1"/>
          </p:cNvSpPr>
          <p:nvPr>
            <p:ph sz="quarter" idx="46" hasCustomPrompt="1"/>
          </p:nvPr>
        </p:nvSpPr>
        <p:spPr>
          <a:xfrm>
            <a:off x="4699742" y="42862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9" name="Content Placeholder 3">
            <a:extLst>
              <a:ext uri="{FF2B5EF4-FFF2-40B4-BE49-F238E27FC236}">
                <a16:creationId xmlns:a16="http://schemas.microsoft.com/office/drawing/2014/main" id="{7197F90C-AE58-8E48-B323-07042998936C}"/>
              </a:ext>
            </a:extLst>
          </p:cNvPr>
          <p:cNvSpPr>
            <a:spLocks noGrp="1"/>
          </p:cNvSpPr>
          <p:nvPr>
            <p:ph sz="quarter" idx="47" hasCustomPrompt="1"/>
          </p:nvPr>
        </p:nvSpPr>
        <p:spPr>
          <a:xfrm>
            <a:off x="6814869"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0" name="Content Placeholder 3">
            <a:extLst>
              <a:ext uri="{FF2B5EF4-FFF2-40B4-BE49-F238E27FC236}">
                <a16:creationId xmlns:a16="http://schemas.microsoft.com/office/drawing/2014/main" id="{13C372DA-FFE1-D448-8D51-8D0F0B6B17AC}"/>
              </a:ext>
            </a:extLst>
          </p:cNvPr>
          <p:cNvSpPr>
            <a:spLocks noGrp="1"/>
          </p:cNvSpPr>
          <p:nvPr>
            <p:ph sz="quarter" idx="48" hasCustomPrompt="1"/>
          </p:nvPr>
        </p:nvSpPr>
        <p:spPr>
          <a:xfrm>
            <a:off x="6814869" y="46028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41" name="Content Placeholder 3">
            <a:extLst>
              <a:ext uri="{FF2B5EF4-FFF2-40B4-BE49-F238E27FC236}">
                <a16:creationId xmlns:a16="http://schemas.microsoft.com/office/drawing/2014/main" id="{5645AF05-D54C-0B40-B8DA-0087A584E8B0}"/>
              </a:ext>
            </a:extLst>
          </p:cNvPr>
          <p:cNvSpPr>
            <a:spLocks noGrp="1"/>
          </p:cNvSpPr>
          <p:nvPr>
            <p:ph sz="quarter" idx="49" hasCustomPrompt="1"/>
          </p:nvPr>
        </p:nvSpPr>
        <p:spPr>
          <a:xfrm>
            <a:off x="6814869" y="42862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Title 1">
            <a:extLst>
              <a:ext uri="{FF2B5EF4-FFF2-40B4-BE49-F238E27FC236}">
                <a16:creationId xmlns:a16="http://schemas.microsoft.com/office/drawing/2014/main" id="{510DEEC1-B7D0-2F46-82BD-5E91A5F3D6C5}"/>
              </a:ext>
            </a:extLst>
          </p:cNvPr>
          <p:cNvSpPr>
            <a:spLocks noGrp="1"/>
          </p:cNvSpPr>
          <p:nvPr>
            <p:ph type="title"/>
          </p:nvPr>
        </p:nvSpPr>
        <p:spPr>
          <a:xfrm>
            <a:off x="457200" y="590551"/>
            <a:ext cx="8305800" cy="468080"/>
          </a:xfrm>
          <a:prstGeom prst="rect">
            <a:avLst/>
          </a:prstGeom>
        </p:spPr>
        <p:txBody>
          <a:bodyPr anchor="t">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572630016"/>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preserve="1" userDrawn="1">
  <p:cSld name="Img only: 8, caption (8 or less)">
    <p:spTree>
      <p:nvGrpSpPr>
        <p:cNvPr id="1" name=""/>
        <p:cNvGrpSpPr/>
        <p:nvPr/>
      </p:nvGrpSpPr>
      <p:grpSpPr>
        <a:xfrm>
          <a:off x="0" y="0"/>
          <a:ext cx="0" cy="0"/>
          <a:chOff x="0" y="0"/>
          <a:chExt cx="0" cy="0"/>
        </a:xfrm>
      </p:grpSpPr>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84615"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69488"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2584737"/>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2584737"/>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99742"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2584737"/>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14869"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2584737"/>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0" name="Content Placeholder 3">
            <a:extLst>
              <a:ext uri="{FF2B5EF4-FFF2-40B4-BE49-F238E27FC236}">
                <a16:creationId xmlns:a16="http://schemas.microsoft.com/office/drawing/2014/main" id="{B2312F08-5121-534F-93CC-985A6735DD08}"/>
              </a:ext>
            </a:extLst>
          </p:cNvPr>
          <p:cNvSpPr>
            <a:spLocks noGrp="1"/>
          </p:cNvSpPr>
          <p:nvPr>
            <p:ph sz="quarter" idx="38" hasCustomPrompt="1"/>
          </p:nvPr>
        </p:nvSpPr>
        <p:spPr>
          <a:xfrm>
            <a:off x="2584615"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31" name="Content Placeholder 3">
            <a:extLst>
              <a:ext uri="{FF2B5EF4-FFF2-40B4-BE49-F238E27FC236}">
                <a16:creationId xmlns:a16="http://schemas.microsoft.com/office/drawing/2014/main" id="{974D29D1-1450-7941-B469-59BBC46C78B1}"/>
              </a:ext>
            </a:extLst>
          </p:cNvPr>
          <p:cNvSpPr>
            <a:spLocks noGrp="1"/>
          </p:cNvSpPr>
          <p:nvPr>
            <p:ph sz="quarter" idx="39" hasCustomPrompt="1"/>
          </p:nvPr>
        </p:nvSpPr>
        <p:spPr>
          <a:xfrm>
            <a:off x="469488"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33" name="Content Placeholder 3">
            <a:extLst>
              <a:ext uri="{FF2B5EF4-FFF2-40B4-BE49-F238E27FC236}">
                <a16:creationId xmlns:a16="http://schemas.microsoft.com/office/drawing/2014/main" id="{91285B5C-A27F-B24C-9BAE-EE7BBF9E5029}"/>
              </a:ext>
            </a:extLst>
          </p:cNvPr>
          <p:cNvSpPr>
            <a:spLocks noGrp="1"/>
          </p:cNvSpPr>
          <p:nvPr>
            <p:ph sz="quarter" idx="41" hasCustomPrompt="1"/>
          </p:nvPr>
        </p:nvSpPr>
        <p:spPr>
          <a:xfrm>
            <a:off x="469488" y="4236356"/>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5" name="Content Placeholder 3">
            <a:extLst>
              <a:ext uri="{FF2B5EF4-FFF2-40B4-BE49-F238E27FC236}">
                <a16:creationId xmlns:a16="http://schemas.microsoft.com/office/drawing/2014/main" id="{091B1206-6B81-3F45-965D-E4AF980EFB15}"/>
              </a:ext>
            </a:extLst>
          </p:cNvPr>
          <p:cNvSpPr>
            <a:spLocks noGrp="1"/>
          </p:cNvSpPr>
          <p:nvPr>
            <p:ph sz="quarter" idx="43" hasCustomPrompt="1"/>
          </p:nvPr>
        </p:nvSpPr>
        <p:spPr>
          <a:xfrm>
            <a:off x="2584615" y="4236356"/>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6" name="Content Placeholder 3">
            <a:extLst>
              <a:ext uri="{FF2B5EF4-FFF2-40B4-BE49-F238E27FC236}">
                <a16:creationId xmlns:a16="http://schemas.microsoft.com/office/drawing/2014/main" id="{BE81E718-11C6-754D-867C-0BAB3EBDAF06}"/>
              </a:ext>
            </a:extLst>
          </p:cNvPr>
          <p:cNvSpPr>
            <a:spLocks noGrp="1"/>
          </p:cNvSpPr>
          <p:nvPr>
            <p:ph sz="quarter" idx="44" hasCustomPrompt="1"/>
          </p:nvPr>
        </p:nvSpPr>
        <p:spPr>
          <a:xfrm>
            <a:off x="4699742"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38" name="Content Placeholder 3">
            <a:extLst>
              <a:ext uri="{FF2B5EF4-FFF2-40B4-BE49-F238E27FC236}">
                <a16:creationId xmlns:a16="http://schemas.microsoft.com/office/drawing/2014/main" id="{4DE1ADAD-C84E-6E4A-9D25-2FD777D88854}"/>
              </a:ext>
            </a:extLst>
          </p:cNvPr>
          <p:cNvSpPr>
            <a:spLocks noGrp="1"/>
          </p:cNvSpPr>
          <p:nvPr>
            <p:ph sz="quarter" idx="46" hasCustomPrompt="1"/>
          </p:nvPr>
        </p:nvSpPr>
        <p:spPr>
          <a:xfrm>
            <a:off x="4699742" y="4236356"/>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9" name="Content Placeholder 3">
            <a:extLst>
              <a:ext uri="{FF2B5EF4-FFF2-40B4-BE49-F238E27FC236}">
                <a16:creationId xmlns:a16="http://schemas.microsoft.com/office/drawing/2014/main" id="{7197F90C-AE58-8E48-B323-07042998936C}"/>
              </a:ext>
            </a:extLst>
          </p:cNvPr>
          <p:cNvSpPr>
            <a:spLocks noGrp="1"/>
          </p:cNvSpPr>
          <p:nvPr>
            <p:ph sz="quarter" idx="47" hasCustomPrompt="1"/>
          </p:nvPr>
        </p:nvSpPr>
        <p:spPr>
          <a:xfrm>
            <a:off x="6814869"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1" name="Content Placeholder 3">
            <a:extLst>
              <a:ext uri="{FF2B5EF4-FFF2-40B4-BE49-F238E27FC236}">
                <a16:creationId xmlns:a16="http://schemas.microsoft.com/office/drawing/2014/main" id="{5645AF05-D54C-0B40-B8DA-0087A584E8B0}"/>
              </a:ext>
            </a:extLst>
          </p:cNvPr>
          <p:cNvSpPr>
            <a:spLocks noGrp="1"/>
          </p:cNvSpPr>
          <p:nvPr>
            <p:ph sz="quarter" idx="49" hasCustomPrompt="1"/>
          </p:nvPr>
        </p:nvSpPr>
        <p:spPr>
          <a:xfrm>
            <a:off x="6814869" y="4236356"/>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42" name="Title 1">
            <a:extLst>
              <a:ext uri="{FF2B5EF4-FFF2-40B4-BE49-F238E27FC236}">
                <a16:creationId xmlns:a16="http://schemas.microsoft.com/office/drawing/2014/main" id="{1185684B-7EB3-874B-85C2-74126A4C897C}"/>
              </a:ext>
            </a:extLst>
          </p:cNvPr>
          <p:cNvSpPr>
            <a:spLocks noGrp="1"/>
          </p:cNvSpPr>
          <p:nvPr>
            <p:ph type="title"/>
          </p:nvPr>
        </p:nvSpPr>
        <p:spPr>
          <a:xfrm>
            <a:off x="457200" y="590551"/>
            <a:ext cx="8305800" cy="468080"/>
          </a:xfrm>
          <a:prstGeom prst="rect">
            <a:avLst/>
          </a:prstGeom>
        </p:spPr>
        <p:txBody>
          <a:bodyPr anchor="t">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4292161678"/>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preserve="1" userDrawn="1">
  <p:cSld name="Img only: 10, captions (10 or less)">
    <p:spTree>
      <p:nvGrpSpPr>
        <p:cNvPr id="1" name=""/>
        <p:cNvGrpSpPr/>
        <p:nvPr/>
      </p:nvGrpSpPr>
      <p:grpSpPr>
        <a:xfrm>
          <a:off x="0" y="0"/>
          <a:ext cx="0" cy="0"/>
          <a:chOff x="0" y="0"/>
          <a:chExt cx="0" cy="0"/>
        </a:xfrm>
      </p:grpSpPr>
      <p:sp>
        <p:nvSpPr>
          <p:cNvPr id="34" name="Content Placeholder 3">
            <a:extLst>
              <a:ext uri="{FF2B5EF4-FFF2-40B4-BE49-F238E27FC236}">
                <a16:creationId xmlns:a16="http://schemas.microsoft.com/office/drawing/2014/main" id="{0FD1A557-27D3-3444-B648-617B453087D1}"/>
              </a:ext>
            </a:extLst>
          </p:cNvPr>
          <p:cNvSpPr>
            <a:spLocks noGrp="1"/>
          </p:cNvSpPr>
          <p:nvPr>
            <p:ph sz="quarter" idx="21" hasCustomPrompt="1"/>
          </p:nvPr>
        </p:nvSpPr>
        <p:spPr>
          <a:xfrm>
            <a:off x="4572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if using the solid background</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Align text center if white </a:t>
            </a:r>
            <a:r>
              <a:rPr lang="en-US" dirty="0" err="1"/>
              <a:t>bkgnd</a:t>
            </a:r>
            <a:endParaRPr lang="en-US" dirty="0"/>
          </a:p>
        </p:txBody>
      </p:sp>
      <p:sp>
        <p:nvSpPr>
          <p:cNvPr id="42" name="Title 1">
            <a:extLst>
              <a:ext uri="{FF2B5EF4-FFF2-40B4-BE49-F238E27FC236}">
                <a16:creationId xmlns:a16="http://schemas.microsoft.com/office/drawing/2014/main" id="{1185684B-7EB3-874B-85C2-74126A4C897C}"/>
              </a:ext>
            </a:extLst>
          </p:cNvPr>
          <p:cNvSpPr>
            <a:spLocks noGrp="1"/>
          </p:cNvSpPr>
          <p:nvPr>
            <p:ph type="title"/>
          </p:nvPr>
        </p:nvSpPr>
        <p:spPr>
          <a:xfrm>
            <a:off x="457200" y="590551"/>
            <a:ext cx="8305800" cy="468080"/>
          </a:xfrm>
          <a:prstGeom prst="rect">
            <a:avLst/>
          </a:prstGeom>
        </p:spPr>
        <p:txBody>
          <a:bodyPr anchor="t">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45" name="Content Placeholder 3">
            <a:extLst>
              <a:ext uri="{FF2B5EF4-FFF2-40B4-BE49-F238E27FC236}">
                <a16:creationId xmlns:a16="http://schemas.microsoft.com/office/drawing/2014/main" id="{514E8FA2-B67C-DF44-869F-B67F8CB3460A}"/>
              </a:ext>
            </a:extLst>
          </p:cNvPr>
          <p:cNvSpPr>
            <a:spLocks noGrp="1"/>
          </p:cNvSpPr>
          <p:nvPr>
            <p:ph sz="quarter" idx="22" hasCustomPrompt="1"/>
          </p:nvPr>
        </p:nvSpPr>
        <p:spPr>
          <a:xfrm>
            <a:off x="21336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Add the background blue color to all if you have transparent images</a:t>
            </a:r>
          </a:p>
        </p:txBody>
      </p:sp>
      <p:sp>
        <p:nvSpPr>
          <p:cNvPr id="47" name="Content Placeholder 3">
            <a:extLst>
              <a:ext uri="{FF2B5EF4-FFF2-40B4-BE49-F238E27FC236}">
                <a16:creationId xmlns:a16="http://schemas.microsoft.com/office/drawing/2014/main" id="{EEB8B18F-4FBC-9140-90B6-A0CDF8BE3AEB}"/>
              </a:ext>
            </a:extLst>
          </p:cNvPr>
          <p:cNvSpPr>
            <a:spLocks noGrp="1"/>
          </p:cNvSpPr>
          <p:nvPr>
            <p:ph sz="quarter" idx="23" hasCustomPrompt="1"/>
          </p:nvPr>
        </p:nvSpPr>
        <p:spPr>
          <a:xfrm>
            <a:off x="21336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Align text left if solid background</a:t>
            </a:r>
          </a:p>
        </p:txBody>
      </p:sp>
      <p:sp>
        <p:nvSpPr>
          <p:cNvPr id="48" name="Content Placeholder 3">
            <a:extLst>
              <a:ext uri="{FF2B5EF4-FFF2-40B4-BE49-F238E27FC236}">
                <a16:creationId xmlns:a16="http://schemas.microsoft.com/office/drawing/2014/main" id="{4BEB108C-4568-064F-8ABF-CCC569AEA8F0}"/>
              </a:ext>
            </a:extLst>
          </p:cNvPr>
          <p:cNvSpPr>
            <a:spLocks noGrp="1"/>
          </p:cNvSpPr>
          <p:nvPr>
            <p:ph sz="quarter" idx="24" hasCustomPrompt="1"/>
          </p:nvPr>
        </p:nvSpPr>
        <p:spPr>
          <a:xfrm>
            <a:off x="38100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Use the outline only if you don’t have transparent backgrounds</a:t>
            </a:r>
          </a:p>
        </p:txBody>
      </p:sp>
      <p:sp>
        <p:nvSpPr>
          <p:cNvPr id="49" name="Content Placeholder 3">
            <a:extLst>
              <a:ext uri="{FF2B5EF4-FFF2-40B4-BE49-F238E27FC236}">
                <a16:creationId xmlns:a16="http://schemas.microsoft.com/office/drawing/2014/main" id="{88783318-437C-BF4F-AE11-0130FCABA632}"/>
              </a:ext>
            </a:extLst>
          </p:cNvPr>
          <p:cNvSpPr>
            <a:spLocks noGrp="1"/>
          </p:cNvSpPr>
          <p:nvPr>
            <p:ph sz="quarter" idx="25" hasCustomPrompt="1"/>
          </p:nvPr>
        </p:nvSpPr>
        <p:spPr>
          <a:xfrm>
            <a:off x="38100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Captions no longer than 2 lines</a:t>
            </a:r>
          </a:p>
        </p:txBody>
      </p:sp>
      <p:sp>
        <p:nvSpPr>
          <p:cNvPr id="50" name="Content Placeholder 3">
            <a:extLst>
              <a:ext uri="{FF2B5EF4-FFF2-40B4-BE49-F238E27FC236}">
                <a16:creationId xmlns:a16="http://schemas.microsoft.com/office/drawing/2014/main" id="{60D69093-5942-2F4A-837D-D5627B649387}"/>
              </a:ext>
            </a:extLst>
          </p:cNvPr>
          <p:cNvSpPr>
            <a:spLocks noGrp="1"/>
          </p:cNvSpPr>
          <p:nvPr>
            <p:ph sz="quarter" idx="26" hasCustomPrompt="1"/>
          </p:nvPr>
        </p:nvSpPr>
        <p:spPr>
          <a:xfrm>
            <a:off x="54864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1" name="Content Placeholder 3">
            <a:extLst>
              <a:ext uri="{FF2B5EF4-FFF2-40B4-BE49-F238E27FC236}">
                <a16:creationId xmlns:a16="http://schemas.microsoft.com/office/drawing/2014/main" id="{D262EF29-B002-F444-BB27-3AE712302E15}"/>
              </a:ext>
            </a:extLst>
          </p:cNvPr>
          <p:cNvSpPr>
            <a:spLocks noGrp="1"/>
          </p:cNvSpPr>
          <p:nvPr>
            <p:ph sz="quarter" idx="27" hasCustomPrompt="1"/>
          </p:nvPr>
        </p:nvSpPr>
        <p:spPr>
          <a:xfrm>
            <a:off x="54864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2" name="Content Placeholder 3">
            <a:extLst>
              <a:ext uri="{FF2B5EF4-FFF2-40B4-BE49-F238E27FC236}">
                <a16:creationId xmlns:a16="http://schemas.microsoft.com/office/drawing/2014/main" id="{128656FA-B401-3D45-B9B6-8B5FF8CED57B}"/>
              </a:ext>
            </a:extLst>
          </p:cNvPr>
          <p:cNvSpPr>
            <a:spLocks noGrp="1"/>
          </p:cNvSpPr>
          <p:nvPr>
            <p:ph sz="quarter" idx="28" hasCustomPrompt="1"/>
          </p:nvPr>
        </p:nvSpPr>
        <p:spPr>
          <a:xfrm>
            <a:off x="71628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3" name="Content Placeholder 3">
            <a:extLst>
              <a:ext uri="{FF2B5EF4-FFF2-40B4-BE49-F238E27FC236}">
                <a16:creationId xmlns:a16="http://schemas.microsoft.com/office/drawing/2014/main" id="{7CB89430-A3A0-A641-8787-A7AE6F29A8A6}"/>
              </a:ext>
            </a:extLst>
          </p:cNvPr>
          <p:cNvSpPr>
            <a:spLocks noGrp="1"/>
          </p:cNvSpPr>
          <p:nvPr>
            <p:ph sz="quarter" idx="29" hasCustomPrompt="1"/>
          </p:nvPr>
        </p:nvSpPr>
        <p:spPr>
          <a:xfrm>
            <a:off x="71628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4" name="Content Placeholder 3">
            <a:extLst>
              <a:ext uri="{FF2B5EF4-FFF2-40B4-BE49-F238E27FC236}">
                <a16:creationId xmlns:a16="http://schemas.microsoft.com/office/drawing/2014/main" id="{7571DCA7-594E-494F-AADE-BC41B66BBFCE}"/>
              </a:ext>
            </a:extLst>
          </p:cNvPr>
          <p:cNvSpPr>
            <a:spLocks noGrp="1"/>
          </p:cNvSpPr>
          <p:nvPr>
            <p:ph sz="quarter" idx="30" hasCustomPrompt="1"/>
          </p:nvPr>
        </p:nvSpPr>
        <p:spPr>
          <a:xfrm>
            <a:off x="4572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a:t>image </a:t>
            </a:r>
            <a:r>
              <a:rPr lang="en-US" dirty="0"/>
              <a:t>ONLY</a:t>
            </a:r>
          </a:p>
        </p:txBody>
      </p:sp>
      <p:sp>
        <p:nvSpPr>
          <p:cNvPr id="55" name="Content Placeholder 3">
            <a:extLst>
              <a:ext uri="{FF2B5EF4-FFF2-40B4-BE49-F238E27FC236}">
                <a16:creationId xmlns:a16="http://schemas.microsoft.com/office/drawing/2014/main" id="{BB5159A4-78B1-4544-A0AB-77A77FFECA21}"/>
              </a:ext>
            </a:extLst>
          </p:cNvPr>
          <p:cNvSpPr>
            <a:spLocks noGrp="1"/>
          </p:cNvSpPr>
          <p:nvPr>
            <p:ph sz="quarter" idx="31" hasCustomPrompt="1"/>
          </p:nvPr>
        </p:nvSpPr>
        <p:spPr>
          <a:xfrm>
            <a:off x="4572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6" name="Content Placeholder 3">
            <a:extLst>
              <a:ext uri="{FF2B5EF4-FFF2-40B4-BE49-F238E27FC236}">
                <a16:creationId xmlns:a16="http://schemas.microsoft.com/office/drawing/2014/main" id="{DC3FBC57-26A1-A840-9EB7-BB175D4D6B92}"/>
              </a:ext>
            </a:extLst>
          </p:cNvPr>
          <p:cNvSpPr>
            <a:spLocks noGrp="1"/>
          </p:cNvSpPr>
          <p:nvPr>
            <p:ph sz="quarter" idx="32" hasCustomPrompt="1"/>
          </p:nvPr>
        </p:nvSpPr>
        <p:spPr>
          <a:xfrm>
            <a:off x="21336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7" name="Content Placeholder 3">
            <a:extLst>
              <a:ext uri="{FF2B5EF4-FFF2-40B4-BE49-F238E27FC236}">
                <a16:creationId xmlns:a16="http://schemas.microsoft.com/office/drawing/2014/main" id="{142B5D21-DDD3-FF4B-8CA6-EE386537D307}"/>
              </a:ext>
            </a:extLst>
          </p:cNvPr>
          <p:cNvSpPr>
            <a:spLocks noGrp="1"/>
          </p:cNvSpPr>
          <p:nvPr>
            <p:ph sz="quarter" idx="33" hasCustomPrompt="1"/>
          </p:nvPr>
        </p:nvSpPr>
        <p:spPr>
          <a:xfrm>
            <a:off x="21336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8" name="Content Placeholder 3">
            <a:extLst>
              <a:ext uri="{FF2B5EF4-FFF2-40B4-BE49-F238E27FC236}">
                <a16:creationId xmlns:a16="http://schemas.microsoft.com/office/drawing/2014/main" id="{3962A4AF-E295-3441-A76C-0DC350D83F13}"/>
              </a:ext>
            </a:extLst>
          </p:cNvPr>
          <p:cNvSpPr>
            <a:spLocks noGrp="1"/>
          </p:cNvSpPr>
          <p:nvPr>
            <p:ph sz="quarter" idx="34" hasCustomPrompt="1"/>
          </p:nvPr>
        </p:nvSpPr>
        <p:spPr>
          <a:xfrm>
            <a:off x="38100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9" name="Content Placeholder 3">
            <a:extLst>
              <a:ext uri="{FF2B5EF4-FFF2-40B4-BE49-F238E27FC236}">
                <a16:creationId xmlns:a16="http://schemas.microsoft.com/office/drawing/2014/main" id="{44D1F572-C9BC-C747-B6B3-2A807FEB5291}"/>
              </a:ext>
            </a:extLst>
          </p:cNvPr>
          <p:cNvSpPr>
            <a:spLocks noGrp="1"/>
          </p:cNvSpPr>
          <p:nvPr>
            <p:ph sz="quarter" idx="35" hasCustomPrompt="1"/>
          </p:nvPr>
        </p:nvSpPr>
        <p:spPr>
          <a:xfrm>
            <a:off x="38100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60" name="Content Placeholder 3">
            <a:extLst>
              <a:ext uri="{FF2B5EF4-FFF2-40B4-BE49-F238E27FC236}">
                <a16:creationId xmlns:a16="http://schemas.microsoft.com/office/drawing/2014/main" id="{2409BE41-66D2-E94C-930C-A5210EB04806}"/>
              </a:ext>
            </a:extLst>
          </p:cNvPr>
          <p:cNvSpPr>
            <a:spLocks noGrp="1"/>
          </p:cNvSpPr>
          <p:nvPr>
            <p:ph sz="quarter" idx="36" hasCustomPrompt="1"/>
          </p:nvPr>
        </p:nvSpPr>
        <p:spPr>
          <a:xfrm>
            <a:off x="54864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61" name="Content Placeholder 3">
            <a:extLst>
              <a:ext uri="{FF2B5EF4-FFF2-40B4-BE49-F238E27FC236}">
                <a16:creationId xmlns:a16="http://schemas.microsoft.com/office/drawing/2014/main" id="{9D1114D4-21D7-6C45-A75F-B799CEFEC867}"/>
              </a:ext>
            </a:extLst>
          </p:cNvPr>
          <p:cNvSpPr>
            <a:spLocks noGrp="1"/>
          </p:cNvSpPr>
          <p:nvPr>
            <p:ph sz="quarter" idx="37" hasCustomPrompt="1"/>
          </p:nvPr>
        </p:nvSpPr>
        <p:spPr>
          <a:xfrm>
            <a:off x="54864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62" name="Content Placeholder 3">
            <a:extLst>
              <a:ext uri="{FF2B5EF4-FFF2-40B4-BE49-F238E27FC236}">
                <a16:creationId xmlns:a16="http://schemas.microsoft.com/office/drawing/2014/main" id="{8E981D74-E025-3D41-A194-C0AAB855B2E6}"/>
              </a:ext>
            </a:extLst>
          </p:cNvPr>
          <p:cNvSpPr>
            <a:spLocks noGrp="1"/>
          </p:cNvSpPr>
          <p:nvPr>
            <p:ph sz="quarter" idx="38" hasCustomPrompt="1"/>
          </p:nvPr>
        </p:nvSpPr>
        <p:spPr>
          <a:xfrm>
            <a:off x="71628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63" name="Content Placeholder 3">
            <a:extLst>
              <a:ext uri="{FF2B5EF4-FFF2-40B4-BE49-F238E27FC236}">
                <a16:creationId xmlns:a16="http://schemas.microsoft.com/office/drawing/2014/main" id="{1F7A6889-59BF-2444-AFE7-CB86FC91D044}"/>
              </a:ext>
            </a:extLst>
          </p:cNvPr>
          <p:cNvSpPr>
            <a:spLocks noGrp="1"/>
          </p:cNvSpPr>
          <p:nvPr>
            <p:ph sz="quarter" idx="39" hasCustomPrompt="1"/>
          </p:nvPr>
        </p:nvSpPr>
        <p:spPr>
          <a:xfrm>
            <a:off x="71628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Tree>
    <p:extLst>
      <p:ext uri="{BB962C8B-B14F-4D97-AF65-F5344CB8AC3E}">
        <p14:creationId xmlns:p14="http://schemas.microsoft.com/office/powerpoint/2010/main" val="1360509807"/>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preserve="1" userDrawn="1">
  <p:cSld name="Product Suit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0FF29D-1BAB-7543-94B2-94A2EE9B9978}"/>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3848012336"/>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preserve="1" userDrawn="1">
  <p:cSld name="Model Manager - 0 full">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userDrawn="1"/>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userDrawn="1"/>
        </p:nvPicPr>
        <p:blipFill>
          <a:blip r:embed="rId2"/>
          <a:srcRect/>
          <a:stretch/>
        </p:blipFill>
        <p:spPr>
          <a:xfrm>
            <a:off x="152400" y="0"/>
            <a:ext cx="5143500" cy="5143500"/>
          </a:xfrm>
          <a:prstGeom prst="rect">
            <a:avLst/>
          </a:prstGeom>
        </p:spPr>
      </p:pic>
    </p:spTree>
    <p:extLst>
      <p:ext uri="{BB962C8B-B14F-4D97-AF65-F5344CB8AC3E}">
        <p14:creationId xmlns:p14="http://schemas.microsoft.com/office/powerpoint/2010/main" val="3400510458"/>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userDrawn="1">
  <p:cSld name="Model Manager - 1 Model Engine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userDrawn="1"/>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userDrawn="1"/>
        </p:nvPicPr>
        <p:blipFill>
          <a:blip r:embed="rId2"/>
          <a:srcRect/>
          <a:stretch/>
        </p:blipFill>
        <p:spPr>
          <a:xfrm>
            <a:off x="152400" y="0"/>
            <a:ext cx="5143500" cy="5143500"/>
          </a:xfrm>
          <a:prstGeom prst="rect">
            <a:avLst/>
          </a:prstGeom>
        </p:spPr>
      </p:pic>
    </p:spTree>
    <p:extLst>
      <p:ext uri="{BB962C8B-B14F-4D97-AF65-F5344CB8AC3E}">
        <p14:creationId xmlns:p14="http://schemas.microsoft.com/office/powerpoint/2010/main" val="2643681121"/>
      </p:ext>
    </p:extLst>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Model Manager - 2 Model to Design Engineer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userDrawn="1"/>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userDrawn="1"/>
        </p:nvPicPr>
        <p:blipFill>
          <a:blip r:embed="rId2"/>
          <a:srcRect/>
          <a:stretch/>
        </p:blipFill>
        <p:spPr>
          <a:xfrm>
            <a:off x="152400" y="0"/>
            <a:ext cx="5143500" cy="5143500"/>
          </a:xfrm>
          <a:prstGeom prst="rect">
            <a:avLst/>
          </a:prstGeom>
        </p:spPr>
      </p:pic>
    </p:spTree>
    <p:extLst>
      <p:ext uri="{BB962C8B-B14F-4D97-AF65-F5344CB8AC3E}">
        <p14:creationId xmlns:p14="http://schemas.microsoft.com/office/powerpoint/2010/main" val="477390004"/>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userDrawn="1">
  <p:cSld name="Model Manager - 3 Design Engineers to Operator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userDrawn="1"/>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userDrawn="1"/>
        </p:nvPicPr>
        <p:blipFill>
          <a:blip r:embed="rId2"/>
          <a:srcRect/>
          <a:stretch/>
        </p:blipFill>
        <p:spPr>
          <a:xfrm>
            <a:off x="152400" y="0"/>
            <a:ext cx="5143500" cy="5143500"/>
          </a:xfrm>
          <a:prstGeom prst="rect">
            <a:avLst/>
          </a:prstGeom>
        </p:spPr>
      </p:pic>
    </p:spTree>
    <p:extLst>
      <p:ext uri="{BB962C8B-B14F-4D97-AF65-F5344CB8AC3E}">
        <p14:creationId xmlns:p14="http://schemas.microsoft.com/office/powerpoint/2010/main" val="203154107"/>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CTA: Contact U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438236-E9A1-5845-B207-CB91FAB12DBD}"/>
              </a:ext>
            </a:extLst>
          </p:cNvPr>
          <p:cNvPicPr>
            <a:picLocks noChangeAspect="1"/>
          </p:cNvPicPr>
          <p:nvPr userDrawn="1"/>
        </p:nvPicPr>
        <p:blipFill>
          <a:blip r:embed="rId2"/>
          <a:srcRect/>
          <a:stretch/>
        </p:blipFill>
        <p:spPr>
          <a:xfrm>
            <a:off x="0" y="0"/>
            <a:ext cx="9144000" cy="5143500"/>
          </a:xfrm>
          <a:prstGeom prst="rect">
            <a:avLst/>
          </a:prstGeom>
        </p:spPr>
      </p:pic>
      <p:sp>
        <p:nvSpPr>
          <p:cNvPr id="7" name="Content Placeholder 2">
            <a:extLst>
              <a:ext uri="{FF2B5EF4-FFF2-40B4-BE49-F238E27FC236}">
                <a16:creationId xmlns:a16="http://schemas.microsoft.com/office/drawing/2014/main" id="{FC4E7365-D38C-47DC-98CE-EFDE9B5AA7FB}"/>
              </a:ext>
            </a:extLst>
          </p:cNvPr>
          <p:cNvSpPr>
            <a:spLocks noGrp="1"/>
          </p:cNvSpPr>
          <p:nvPr>
            <p:ph idx="1" hasCustomPrompt="1"/>
          </p:nvPr>
        </p:nvSpPr>
        <p:spPr>
          <a:xfrm>
            <a:off x="304800" y="4469786"/>
            <a:ext cx="2133600" cy="923925"/>
          </a:xfrm>
          <a:prstGeom prst="rect">
            <a:avLst/>
          </a:prstGeom>
        </p:spPr>
        <p:txBody>
          <a:bodyPr>
            <a:normAutofit/>
          </a:bodyPr>
          <a:lstStyle>
            <a:lvl1pPr marL="0" indent="0">
              <a:spcBef>
                <a:spcPts val="100"/>
              </a:spcBef>
              <a:buNone/>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Add your country “</a:t>
            </a:r>
            <a:r>
              <a:rPr lang="en-US" dirty="0" err="1"/>
              <a:t>comsol.com</a:t>
            </a:r>
            <a:r>
              <a:rPr lang="en-US" dirty="0"/>
              <a:t>/contact” link here</a:t>
            </a:r>
          </a:p>
        </p:txBody>
      </p:sp>
      <p:sp>
        <p:nvSpPr>
          <p:cNvPr id="5" name="TextBox 4">
            <a:extLst>
              <a:ext uri="{FF2B5EF4-FFF2-40B4-BE49-F238E27FC236}">
                <a16:creationId xmlns:a16="http://schemas.microsoft.com/office/drawing/2014/main" id="{CC2B2EF8-F126-9449-AF26-554461030ADD}"/>
              </a:ext>
            </a:extLst>
          </p:cNvPr>
          <p:cNvSpPr txBox="1"/>
          <p:nvPr userDrawn="1"/>
        </p:nvSpPr>
        <p:spPr>
          <a:xfrm>
            <a:off x="304800" y="4019551"/>
            <a:ext cx="2514600" cy="461665"/>
          </a:xfrm>
          <a:prstGeom prst="rect">
            <a:avLst/>
          </a:prstGeom>
          <a:noFill/>
        </p:spPr>
        <p:txBody>
          <a:bodyPr wrap="square" lIns="0" rtlCol="0">
            <a:spAutoFit/>
          </a:bodyPr>
          <a:lstStyle/>
          <a:p>
            <a:r>
              <a:rPr lang="en-US" sz="2400" b="1" i="0" dirty="0">
                <a:solidFill>
                  <a:schemeClr val="accent1"/>
                </a:solidFill>
                <a:latin typeface="Lato" panose="020F0502020204030203" pitchFamily="34" charset="77"/>
              </a:rPr>
              <a:t>Contact Us</a:t>
            </a:r>
          </a:p>
        </p:txBody>
      </p:sp>
    </p:spTree>
    <p:extLst>
      <p:ext uri="{BB962C8B-B14F-4D97-AF65-F5344CB8AC3E}">
        <p14:creationId xmlns:p14="http://schemas.microsoft.com/office/powerpoint/2010/main" val="1129306652"/>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userDrawn="1">
  <p:cSld name="CTA: Live Dem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45252-8BBC-184E-9C41-612C8DD63D73}"/>
              </a:ext>
            </a:extLst>
          </p:cNvPr>
          <p:cNvPicPr>
            <a:picLocks noChangeAspect="1"/>
          </p:cNvPicPr>
          <p:nvPr userDrawn="1"/>
        </p:nvPicPr>
        <p:blipFill>
          <a:blip r:embed="rId2"/>
          <a:src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userDrawn="1"/>
        </p:nvSpPr>
        <p:spPr>
          <a:xfrm>
            <a:off x="4267200" y="1428751"/>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 for a Live Demonstration</a:t>
            </a:r>
          </a:p>
        </p:txBody>
      </p:sp>
      <p:sp>
        <p:nvSpPr>
          <p:cNvPr id="9" name="TextBox 8">
            <a:hlinkClick r:id="rId3"/>
            <a:extLst>
              <a:ext uri="{FF2B5EF4-FFF2-40B4-BE49-F238E27FC236}">
                <a16:creationId xmlns:a16="http://schemas.microsoft.com/office/drawing/2014/main" id="{9D36EDD0-8077-4F4B-9631-D6CFBBDAD084}"/>
              </a:ext>
            </a:extLst>
          </p:cNvPr>
          <p:cNvSpPr txBox="1"/>
          <p:nvPr userDrawn="1"/>
        </p:nvSpPr>
        <p:spPr>
          <a:xfrm>
            <a:off x="4267200" y="2156997"/>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r>
              <a:rPr lang="en-US" sz="1600" b="0" i="0" dirty="0">
                <a:solidFill>
                  <a:schemeClr val="tx1"/>
                </a:solidFill>
                <a:latin typeface="Lato" panose="020F0502020204030203" pitchFamily="34" charset="77"/>
              </a:rPr>
              <a:t>/request-a-demo</a:t>
            </a:r>
          </a:p>
        </p:txBody>
      </p:sp>
    </p:spTree>
    <p:extLst>
      <p:ext uri="{BB962C8B-B14F-4D97-AF65-F5344CB8AC3E}">
        <p14:creationId xmlns:p14="http://schemas.microsoft.com/office/powerpoint/2010/main" val="2163586767"/>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preserve="1" userDrawn="1">
  <p:cSld name="CTA: Resources to Star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62441A9-73A9-6645-A2C6-CB26415F5D0A}"/>
              </a:ext>
            </a:extLst>
          </p:cNvPr>
          <p:cNvSpPr/>
          <p:nvPr userDrawn="1"/>
        </p:nvSpPr>
        <p:spPr>
          <a:xfrm>
            <a:off x="0" y="-14130"/>
            <a:ext cx="1828800" cy="1061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4" name="Picture 3">
            <a:extLst>
              <a:ext uri="{FF2B5EF4-FFF2-40B4-BE49-F238E27FC236}">
                <a16:creationId xmlns:a16="http://schemas.microsoft.com/office/drawing/2014/main" id="{225BA83A-FD71-394F-B4AF-D0F719851DD4}"/>
              </a:ext>
            </a:extLst>
          </p:cNvPr>
          <p:cNvPicPr>
            <a:picLocks noChangeAspect="1"/>
          </p:cNvPicPr>
          <p:nvPr userDrawn="1"/>
        </p:nvPicPr>
        <p:blipFill rotWithShape="1">
          <a:blip r:embed="rId2"/>
          <a:srcRect l="4202" b="7749"/>
          <a:stretch/>
        </p:blipFill>
        <p:spPr>
          <a:xfrm>
            <a:off x="457200" y="1"/>
            <a:ext cx="8686800" cy="470535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userDrawn="1"/>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to Get Started</a:t>
            </a:r>
          </a:p>
        </p:txBody>
      </p:sp>
      <p:sp>
        <p:nvSpPr>
          <p:cNvPr id="9" name="TextBox 8">
            <a:hlinkClick r:id="rId3"/>
            <a:extLst>
              <a:ext uri="{FF2B5EF4-FFF2-40B4-BE49-F238E27FC236}">
                <a16:creationId xmlns:a16="http://schemas.microsoft.com/office/drawing/2014/main" id="{9D36EDD0-8077-4F4B-9631-D6CFBBDAD084}"/>
              </a:ext>
            </a:extLst>
          </p:cNvPr>
          <p:cNvSpPr txBox="1"/>
          <p:nvPr userDrawn="1"/>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 name="Rectangle 1">
            <a:hlinkClick r:id="rId4"/>
            <a:extLst>
              <a:ext uri="{FF2B5EF4-FFF2-40B4-BE49-F238E27FC236}">
                <a16:creationId xmlns:a16="http://schemas.microsoft.com/office/drawing/2014/main" id="{B166C7F8-C424-7449-A19A-6EFB37F971D8}"/>
              </a:ext>
            </a:extLst>
          </p:cNvPr>
          <p:cNvSpPr/>
          <p:nvPr userDrawn="1"/>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400"/>
          </a:p>
        </p:txBody>
      </p:sp>
      <p:sp>
        <p:nvSpPr>
          <p:cNvPr id="3" name="Rectangle 2">
            <a:hlinkClick r:id="rId5"/>
            <a:extLst>
              <a:ext uri="{FF2B5EF4-FFF2-40B4-BE49-F238E27FC236}">
                <a16:creationId xmlns:a16="http://schemas.microsoft.com/office/drawing/2014/main" id="{7542C372-51F9-7B49-95F3-2BB4DD107F2C}"/>
              </a:ext>
            </a:extLst>
          </p:cNvPr>
          <p:cNvSpPr/>
          <p:nvPr userDrawn="1"/>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Rectangle 4">
            <a:hlinkClick r:id="rId6"/>
            <a:extLst>
              <a:ext uri="{FF2B5EF4-FFF2-40B4-BE49-F238E27FC236}">
                <a16:creationId xmlns:a16="http://schemas.microsoft.com/office/drawing/2014/main" id="{218B93B9-5E84-F144-B5CB-7142E73CC8BF}"/>
              </a:ext>
            </a:extLst>
          </p:cNvPr>
          <p:cNvSpPr/>
          <p:nvPr userDrawn="1"/>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Rectangle 5">
            <a:hlinkClick r:id="rId7"/>
            <a:extLst>
              <a:ext uri="{FF2B5EF4-FFF2-40B4-BE49-F238E27FC236}">
                <a16:creationId xmlns:a16="http://schemas.microsoft.com/office/drawing/2014/main" id="{5AB17312-9520-7E42-A4CD-6B7EB6B7EF86}"/>
              </a:ext>
            </a:extLst>
          </p:cNvPr>
          <p:cNvSpPr/>
          <p:nvPr userDrawn="1"/>
        </p:nvSpPr>
        <p:spPr>
          <a:xfrm>
            <a:off x="3276600" y="3333751"/>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850552308"/>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preserve="1" userDrawn="1">
  <p:cSld name="CTA: Resources to Inspi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5BA83A-FD71-394F-B4AF-D0F719851DD4}"/>
              </a:ext>
            </a:extLst>
          </p:cNvPr>
          <p:cNvPicPr>
            <a:picLocks noChangeAspect="1"/>
          </p:cNvPicPr>
          <p:nvPr userDrawn="1"/>
        </p:nvPicPr>
        <p:blipFill rotWithShape="1">
          <a:blip r:embed="rId2"/>
          <a:srcRect l="4775" b="5992"/>
          <a:stretch/>
        </p:blipFill>
        <p:spPr>
          <a:xfrm>
            <a:off x="533400" y="0"/>
            <a:ext cx="8610601" cy="478155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userDrawn="1"/>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for Inspiration</a:t>
            </a:r>
          </a:p>
        </p:txBody>
      </p:sp>
      <p:sp>
        <p:nvSpPr>
          <p:cNvPr id="9" name="TextBox 8">
            <a:hlinkClick r:id="rId3"/>
            <a:extLst>
              <a:ext uri="{FF2B5EF4-FFF2-40B4-BE49-F238E27FC236}">
                <a16:creationId xmlns:a16="http://schemas.microsoft.com/office/drawing/2014/main" id="{9D36EDD0-8077-4F4B-9631-D6CFBBDAD084}"/>
              </a:ext>
            </a:extLst>
          </p:cNvPr>
          <p:cNvSpPr txBox="1"/>
          <p:nvPr userDrawn="1"/>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 name="Rectangle 1">
            <a:hlinkClick r:id="rId4"/>
            <a:extLst>
              <a:ext uri="{FF2B5EF4-FFF2-40B4-BE49-F238E27FC236}">
                <a16:creationId xmlns:a16="http://schemas.microsoft.com/office/drawing/2014/main" id="{B166C7F8-C424-7449-A19A-6EFB37F971D8}"/>
              </a:ext>
            </a:extLst>
          </p:cNvPr>
          <p:cNvSpPr/>
          <p:nvPr userDrawn="1"/>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400"/>
          </a:p>
        </p:txBody>
      </p:sp>
      <p:sp>
        <p:nvSpPr>
          <p:cNvPr id="3" name="Rectangle 2">
            <a:hlinkClick r:id="rId5"/>
            <a:extLst>
              <a:ext uri="{FF2B5EF4-FFF2-40B4-BE49-F238E27FC236}">
                <a16:creationId xmlns:a16="http://schemas.microsoft.com/office/drawing/2014/main" id="{7542C372-51F9-7B49-95F3-2BB4DD107F2C}"/>
              </a:ext>
            </a:extLst>
          </p:cNvPr>
          <p:cNvSpPr/>
          <p:nvPr userDrawn="1"/>
        </p:nvSpPr>
        <p:spPr>
          <a:xfrm>
            <a:off x="3276600" y="2114550"/>
            <a:ext cx="24384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Rectangle 4">
            <a:hlinkClick r:id="rId6"/>
            <a:extLst>
              <a:ext uri="{FF2B5EF4-FFF2-40B4-BE49-F238E27FC236}">
                <a16:creationId xmlns:a16="http://schemas.microsoft.com/office/drawing/2014/main" id="{218B93B9-5E84-F144-B5CB-7142E73CC8BF}"/>
              </a:ext>
            </a:extLst>
          </p:cNvPr>
          <p:cNvSpPr/>
          <p:nvPr userDrawn="1"/>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Rectangle 5">
            <a:hlinkClick r:id="rId7"/>
            <a:extLst>
              <a:ext uri="{FF2B5EF4-FFF2-40B4-BE49-F238E27FC236}">
                <a16:creationId xmlns:a16="http://schemas.microsoft.com/office/drawing/2014/main" id="{5AB17312-9520-7E42-A4CD-6B7EB6B7EF86}"/>
              </a:ext>
            </a:extLst>
          </p:cNvPr>
          <p:cNvSpPr/>
          <p:nvPr userDrawn="1"/>
        </p:nvSpPr>
        <p:spPr>
          <a:xfrm>
            <a:off x="3276600" y="3333751"/>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Rectangle 6">
            <a:hlinkClick r:id="rId7"/>
            <a:extLst>
              <a:ext uri="{FF2B5EF4-FFF2-40B4-BE49-F238E27FC236}">
                <a16:creationId xmlns:a16="http://schemas.microsoft.com/office/drawing/2014/main" id="{FB176131-B89E-304A-92DF-9CD3D468CD52}"/>
              </a:ext>
            </a:extLst>
          </p:cNvPr>
          <p:cNvSpPr/>
          <p:nvPr userDrawn="1"/>
        </p:nvSpPr>
        <p:spPr>
          <a:xfrm>
            <a:off x="661542" y="2114550"/>
            <a:ext cx="2514600" cy="1143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Rectangle 9">
            <a:hlinkClick r:id="rId8"/>
            <a:extLst>
              <a:ext uri="{FF2B5EF4-FFF2-40B4-BE49-F238E27FC236}">
                <a16:creationId xmlns:a16="http://schemas.microsoft.com/office/drawing/2014/main" id="{D57913DA-4C41-E144-8C67-313CA8644FB7}"/>
              </a:ext>
            </a:extLst>
          </p:cNvPr>
          <p:cNvSpPr/>
          <p:nvPr userDrawn="1"/>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Rectangle 10">
            <a:hlinkClick r:id="rId9"/>
            <a:extLst>
              <a:ext uri="{FF2B5EF4-FFF2-40B4-BE49-F238E27FC236}">
                <a16:creationId xmlns:a16="http://schemas.microsoft.com/office/drawing/2014/main" id="{84D23C97-34CA-EB47-8438-4CEEB5B8B203}"/>
              </a:ext>
            </a:extLst>
          </p:cNvPr>
          <p:cNvSpPr/>
          <p:nvPr userDrawn="1"/>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Rectangle 11">
            <a:hlinkClick r:id="rId5"/>
            <a:extLst>
              <a:ext uri="{FF2B5EF4-FFF2-40B4-BE49-F238E27FC236}">
                <a16:creationId xmlns:a16="http://schemas.microsoft.com/office/drawing/2014/main" id="{E56E6BD5-8E0F-3E4D-AD7C-420C316889E3}"/>
              </a:ext>
            </a:extLst>
          </p:cNvPr>
          <p:cNvSpPr/>
          <p:nvPr userDrawn="1"/>
        </p:nvSpPr>
        <p:spPr>
          <a:xfrm>
            <a:off x="3200400" y="3333751"/>
            <a:ext cx="25146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3" name="Rectangle 12">
            <a:extLst>
              <a:ext uri="{FF2B5EF4-FFF2-40B4-BE49-F238E27FC236}">
                <a16:creationId xmlns:a16="http://schemas.microsoft.com/office/drawing/2014/main" id="{5144D7FA-71D5-1247-8CC0-659E1B402155}"/>
              </a:ext>
            </a:extLst>
          </p:cNvPr>
          <p:cNvSpPr/>
          <p:nvPr userDrawn="1"/>
        </p:nvSpPr>
        <p:spPr>
          <a:xfrm>
            <a:off x="0" y="-14129"/>
            <a:ext cx="1752600" cy="830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908177511"/>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p:cSld name="Title Slid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hasCustomPrompt="1"/>
          </p:nvPr>
        </p:nvSpPr>
        <p:spPr>
          <a:xfrm>
            <a:off x="457200" y="1282702"/>
            <a:ext cx="8062912" cy="2139950"/>
          </a:xfrm>
          <a:prstGeom prst="rect">
            <a:avLst/>
          </a:prstGeom>
        </p:spPr>
        <p:txBody>
          <a:bodyPr lIns="0" anchor="b">
            <a:normAutofit/>
          </a:bodyPr>
          <a:lstStyle>
            <a:lvl1pPr>
              <a:defRPr sz="3600" b="1">
                <a:solidFill>
                  <a:schemeClr val="accent1"/>
                </a:solidFill>
                <a:latin typeface="Lato" panose="020F0502020204030203" pitchFamily="34" charset="0"/>
              </a:defRPr>
            </a:lvl1pPr>
          </a:lstStyle>
          <a:p>
            <a:r>
              <a:rPr lang="en-US" dirty="0"/>
              <a:t>Title slide, title can be move up or down or shortened from the right (don’t change left alignment)</a:t>
            </a:r>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457200" y="3441700"/>
            <a:ext cx="1837944" cy="349250"/>
          </a:xfrm>
          <a:prstGeom prst="rect">
            <a:avLst/>
          </a:prstGeom>
        </p:spPr>
        <p:txBody>
          <a:bodyPr lIns="0" anchor="b">
            <a:normAutofit/>
          </a:bodyPr>
          <a:lstStyle>
            <a:lvl1pPr marL="0" indent="0">
              <a:spcBef>
                <a:spcPts val="100"/>
              </a:spcBef>
              <a:buNone/>
              <a:defRPr sz="1800">
                <a:solidFill>
                  <a:srgbClr val="393A39"/>
                </a:solidFill>
                <a:latin typeface="Lato" panose="020F0502020204030203" pitchFamily="34" charset="0"/>
              </a:defRPr>
            </a:lvl1pPr>
            <a:lvl2pPr marL="457178" indent="0">
              <a:buNone/>
              <a:defRPr sz="2000">
                <a:solidFill>
                  <a:schemeClr val="tx1">
                    <a:tint val="75000"/>
                  </a:schemeClr>
                </a:solidFill>
              </a:defRPr>
            </a:lvl2pPr>
            <a:lvl3pPr marL="914355"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4"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457200" y="3714750"/>
            <a:ext cx="1837944"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78" indent="0">
              <a:buNone/>
              <a:defRPr sz="2000">
                <a:solidFill>
                  <a:schemeClr val="tx1">
                    <a:tint val="75000"/>
                  </a:schemeClr>
                </a:solidFill>
              </a:defRPr>
            </a:lvl2pPr>
            <a:lvl3pPr marL="914355"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4"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Title, company</a:t>
            </a:r>
          </a:p>
        </p:txBody>
      </p:sp>
      <p:sp>
        <p:nvSpPr>
          <p:cNvPr id="7" name="Text Placeholder 2">
            <a:extLst>
              <a:ext uri="{FF2B5EF4-FFF2-40B4-BE49-F238E27FC236}">
                <a16:creationId xmlns:a16="http://schemas.microsoft.com/office/drawing/2014/main" id="{3583D1A5-22CF-F34D-AF0D-75799674EC8E}"/>
              </a:ext>
            </a:extLst>
          </p:cNvPr>
          <p:cNvSpPr>
            <a:spLocks noGrp="1"/>
          </p:cNvSpPr>
          <p:nvPr>
            <p:ph type="body" idx="11" hasCustomPrompt="1"/>
          </p:nvPr>
        </p:nvSpPr>
        <p:spPr>
          <a:xfrm>
            <a:off x="2559504" y="3441700"/>
            <a:ext cx="1837944" cy="349250"/>
          </a:xfrm>
          <a:prstGeom prst="rect">
            <a:avLst/>
          </a:prstGeom>
        </p:spPr>
        <p:txBody>
          <a:bodyPr lIns="0" anchor="b">
            <a:normAutofit/>
          </a:bodyPr>
          <a:lstStyle>
            <a:lvl1pPr marL="0" indent="0">
              <a:spcBef>
                <a:spcPts val="100"/>
              </a:spcBef>
              <a:buNone/>
              <a:defRPr sz="1800">
                <a:solidFill>
                  <a:srgbClr val="393A39"/>
                </a:solidFill>
                <a:latin typeface="Lato" panose="020F0502020204030203" pitchFamily="34" charset="0"/>
              </a:defRPr>
            </a:lvl1pPr>
            <a:lvl2pPr marL="457178" indent="0">
              <a:buNone/>
              <a:defRPr sz="2000">
                <a:solidFill>
                  <a:schemeClr val="tx1">
                    <a:tint val="75000"/>
                  </a:schemeClr>
                </a:solidFill>
              </a:defRPr>
            </a:lvl2pPr>
            <a:lvl3pPr marL="914355"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4"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Name</a:t>
            </a:r>
          </a:p>
        </p:txBody>
      </p:sp>
      <p:sp>
        <p:nvSpPr>
          <p:cNvPr id="8" name="Text Placeholder 2">
            <a:extLst>
              <a:ext uri="{FF2B5EF4-FFF2-40B4-BE49-F238E27FC236}">
                <a16:creationId xmlns:a16="http://schemas.microsoft.com/office/drawing/2014/main" id="{9124A687-6C32-7540-A2D4-388F8BD968F2}"/>
              </a:ext>
            </a:extLst>
          </p:cNvPr>
          <p:cNvSpPr>
            <a:spLocks noGrp="1"/>
          </p:cNvSpPr>
          <p:nvPr>
            <p:ph type="body" idx="12" hasCustomPrompt="1"/>
          </p:nvPr>
        </p:nvSpPr>
        <p:spPr>
          <a:xfrm>
            <a:off x="2559504" y="3714750"/>
            <a:ext cx="1837944" cy="453190"/>
          </a:xfrm>
          <a:prstGeom prst="rect">
            <a:avLst/>
          </a:prstGeom>
        </p:spPr>
        <p:txBody>
          <a:bodyPr lIns="0">
            <a:normAutofit/>
          </a:bodyPr>
          <a:lstStyle>
            <a:lvl1pPr marL="0" indent="0">
              <a:spcBef>
                <a:spcPts val="100"/>
              </a:spcBef>
              <a:buNone/>
              <a:defRPr sz="1200" b="0" i="0">
                <a:solidFill>
                  <a:srgbClr val="393A39"/>
                </a:solidFill>
                <a:latin typeface="Lato Light" panose="020F0302020204030203" pitchFamily="34" charset="77"/>
              </a:defRPr>
            </a:lvl1pPr>
            <a:lvl2pPr marL="457178" indent="0">
              <a:buNone/>
              <a:defRPr sz="2000">
                <a:solidFill>
                  <a:schemeClr val="tx1">
                    <a:tint val="75000"/>
                  </a:schemeClr>
                </a:solidFill>
              </a:defRPr>
            </a:lvl2pPr>
            <a:lvl3pPr marL="914355"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4"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Title, company</a:t>
            </a:r>
          </a:p>
        </p:txBody>
      </p:sp>
    </p:spTree>
    <p:extLst>
      <p:ext uri="{BB962C8B-B14F-4D97-AF65-F5344CB8AC3E}">
        <p14:creationId xmlns:p14="http://schemas.microsoft.com/office/powerpoint/2010/main" val="2415398206"/>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p:cSld name="Title Slide (blu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AA8A8-3946-DE4F-97CB-CBC48B9F7A60}"/>
              </a:ext>
            </a:extLst>
          </p:cNvPr>
          <p:cNvSpPr/>
          <p:nvPr/>
        </p:nvSpPr>
        <p:spPr>
          <a:xfrm>
            <a:off x="2" y="0"/>
            <a:ext cx="9160329"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04FDE514-B9D5-4E6A-B99C-10D5D54F711D}"/>
              </a:ext>
            </a:extLst>
          </p:cNvPr>
          <p:cNvSpPr>
            <a:spLocks noGrp="1"/>
          </p:cNvSpPr>
          <p:nvPr>
            <p:ph type="title" hasCustomPrompt="1"/>
          </p:nvPr>
        </p:nvSpPr>
        <p:spPr>
          <a:xfrm>
            <a:off x="457200" y="3028950"/>
            <a:ext cx="8062912" cy="1231900"/>
          </a:xfrm>
          <a:prstGeom prst="rect">
            <a:avLst/>
          </a:prstGeom>
        </p:spPr>
        <p:txBody>
          <a:bodyPr lIns="0" anchor="b">
            <a:normAutofit/>
          </a:bodyPr>
          <a:lstStyle>
            <a:lvl1pPr>
              <a:defRPr sz="3600" b="1">
                <a:solidFill>
                  <a:schemeClr val="bg2"/>
                </a:solidFill>
                <a:latin typeface="Lato" panose="020F0502020204030203" pitchFamily="34" charset="0"/>
              </a:defRPr>
            </a:lvl1pPr>
          </a:lstStyle>
          <a:p>
            <a:r>
              <a:rPr lang="en-US" dirty="0"/>
              <a:t>Title slide, title can be move up or down or shortened from the right (don’t change left alignment)</a:t>
            </a:r>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457200" y="4267777"/>
            <a:ext cx="1837944" cy="349250"/>
          </a:xfrm>
          <a:prstGeom prst="rect">
            <a:avLst/>
          </a:prstGeom>
        </p:spPr>
        <p:txBody>
          <a:bodyPr lIns="0" anchor="b">
            <a:normAutofit/>
          </a:bodyPr>
          <a:lstStyle>
            <a:lvl1pPr marL="0" indent="0">
              <a:spcBef>
                <a:spcPts val="100"/>
              </a:spcBef>
              <a:buNone/>
              <a:defRPr sz="1800">
                <a:solidFill>
                  <a:schemeClr val="bg1"/>
                </a:solidFill>
                <a:latin typeface="Lato" panose="020F0502020204030203" pitchFamily="34" charset="0"/>
              </a:defRPr>
            </a:lvl1pPr>
            <a:lvl2pPr marL="457178" indent="0">
              <a:buNone/>
              <a:defRPr sz="2000">
                <a:solidFill>
                  <a:schemeClr val="tx1">
                    <a:tint val="75000"/>
                  </a:schemeClr>
                </a:solidFill>
              </a:defRPr>
            </a:lvl2pPr>
            <a:lvl3pPr marL="914355"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4"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457200" y="4540827"/>
            <a:ext cx="1837944" cy="453190"/>
          </a:xfrm>
          <a:prstGeom prst="rect">
            <a:avLst/>
          </a:prstGeom>
        </p:spPr>
        <p:txBody>
          <a:bodyPr lIns="0">
            <a:normAutofit/>
          </a:bodyPr>
          <a:lstStyle>
            <a:lvl1pPr marL="0" indent="0">
              <a:spcBef>
                <a:spcPts val="100"/>
              </a:spcBef>
              <a:buNone/>
              <a:defRPr sz="1200" b="0" i="0">
                <a:solidFill>
                  <a:schemeClr val="bg1"/>
                </a:solidFill>
                <a:latin typeface="Lato Light" panose="020F0302020204030203" pitchFamily="34" charset="77"/>
              </a:defRPr>
            </a:lvl1pPr>
            <a:lvl2pPr marL="457178" indent="0">
              <a:buNone/>
              <a:defRPr sz="2000">
                <a:solidFill>
                  <a:schemeClr val="tx1">
                    <a:tint val="75000"/>
                  </a:schemeClr>
                </a:solidFill>
              </a:defRPr>
            </a:lvl2pPr>
            <a:lvl3pPr marL="914355"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4"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Title, company</a:t>
            </a:r>
          </a:p>
        </p:txBody>
      </p:sp>
      <p:sp>
        <p:nvSpPr>
          <p:cNvPr id="11" name="Text Placeholder 2">
            <a:extLst>
              <a:ext uri="{FF2B5EF4-FFF2-40B4-BE49-F238E27FC236}">
                <a16:creationId xmlns:a16="http://schemas.microsoft.com/office/drawing/2014/main" id="{C6B669F9-06F9-674C-A466-9F41F054404A}"/>
              </a:ext>
            </a:extLst>
          </p:cNvPr>
          <p:cNvSpPr>
            <a:spLocks noGrp="1"/>
          </p:cNvSpPr>
          <p:nvPr>
            <p:ph type="body" idx="11" hasCustomPrompt="1"/>
          </p:nvPr>
        </p:nvSpPr>
        <p:spPr>
          <a:xfrm>
            <a:off x="2559503" y="4267777"/>
            <a:ext cx="1837944" cy="349250"/>
          </a:xfrm>
          <a:prstGeom prst="rect">
            <a:avLst/>
          </a:prstGeom>
        </p:spPr>
        <p:txBody>
          <a:bodyPr lIns="0" anchor="b">
            <a:normAutofit/>
          </a:bodyPr>
          <a:lstStyle>
            <a:lvl1pPr marL="0" indent="0">
              <a:spcBef>
                <a:spcPts val="100"/>
              </a:spcBef>
              <a:buNone/>
              <a:defRPr sz="1800">
                <a:solidFill>
                  <a:schemeClr val="bg1"/>
                </a:solidFill>
                <a:latin typeface="Lato" panose="020F0502020204030203" pitchFamily="34" charset="0"/>
              </a:defRPr>
            </a:lvl1pPr>
            <a:lvl2pPr marL="457178" indent="0">
              <a:buNone/>
              <a:defRPr sz="2000">
                <a:solidFill>
                  <a:schemeClr val="tx1">
                    <a:tint val="75000"/>
                  </a:schemeClr>
                </a:solidFill>
              </a:defRPr>
            </a:lvl2pPr>
            <a:lvl3pPr marL="914355"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4"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Name</a:t>
            </a:r>
          </a:p>
        </p:txBody>
      </p:sp>
      <p:sp>
        <p:nvSpPr>
          <p:cNvPr id="12" name="Text Placeholder 2">
            <a:extLst>
              <a:ext uri="{FF2B5EF4-FFF2-40B4-BE49-F238E27FC236}">
                <a16:creationId xmlns:a16="http://schemas.microsoft.com/office/drawing/2014/main" id="{F336E6D4-E374-ED4B-914F-92F896FA83BD}"/>
              </a:ext>
            </a:extLst>
          </p:cNvPr>
          <p:cNvSpPr>
            <a:spLocks noGrp="1"/>
          </p:cNvSpPr>
          <p:nvPr>
            <p:ph type="body" idx="12" hasCustomPrompt="1"/>
          </p:nvPr>
        </p:nvSpPr>
        <p:spPr>
          <a:xfrm>
            <a:off x="2559503" y="4540827"/>
            <a:ext cx="1837944" cy="453190"/>
          </a:xfrm>
          <a:prstGeom prst="rect">
            <a:avLst/>
          </a:prstGeom>
        </p:spPr>
        <p:txBody>
          <a:bodyPr lIns="0">
            <a:normAutofit/>
          </a:bodyPr>
          <a:lstStyle>
            <a:lvl1pPr marL="0" indent="0">
              <a:spcBef>
                <a:spcPts val="100"/>
              </a:spcBef>
              <a:buNone/>
              <a:defRPr sz="1200" b="0" i="0">
                <a:solidFill>
                  <a:schemeClr val="bg1"/>
                </a:solidFill>
                <a:latin typeface="Lato Light" panose="020F0302020204030203" pitchFamily="34" charset="77"/>
              </a:defRPr>
            </a:lvl1pPr>
            <a:lvl2pPr marL="457178" indent="0">
              <a:buNone/>
              <a:defRPr sz="2000">
                <a:solidFill>
                  <a:schemeClr val="tx1">
                    <a:tint val="75000"/>
                  </a:schemeClr>
                </a:solidFill>
              </a:defRPr>
            </a:lvl2pPr>
            <a:lvl3pPr marL="914355"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4"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Title, company</a:t>
            </a:r>
          </a:p>
        </p:txBody>
      </p:sp>
    </p:spTree>
    <p:extLst>
      <p:ext uri="{BB962C8B-B14F-4D97-AF65-F5344CB8AC3E}">
        <p14:creationId xmlns:p14="http://schemas.microsoft.com/office/powerpoint/2010/main" val="353028025"/>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p:cSld name="Title Slide (with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hasCustomPrompt="1"/>
          </p:nvPr>
        </p:nvSpPr>
        <p:spPr>
          <a:xfrm>
            <a:off x="395289" y="1282702"/>
            <a:ext cx="8062912" cy="2139950"/>
          </a:xfrm>
          <a:prstGeom prst="rect">
            <a:avLst/>
          </a:prstGeom>
        </p:spPr>
        <p:txBody>
          <a:bodyPr lIns="0" anchor="b">
            <a:normAutofit/>
          </a:bodyPr>
          <a:lstStyle>
            <a:lvl1pPr>
              <a:defRPr sz="3600" b="1">
                <a:solidFill>
                  <a:schemeClr val="accent1"/>
                </a:solidFill>
                <a:latin typeface="Lato" panose="020F0502020204030203" pitchFamily="34" charset="0"/>
              </a:defRPr>
            </a:lvl1pPr>
          </a:lstStyle>
          <a:p>
            <a:r>
              <a:rPr lang="en-US" dirty="0"/>
              <a:t>Title slide, title can be move up or down or shortened from the right (don’t change left alignment)</a:t>
            </a:r>
          </a:p>
        </p:txBody>
      </p:sp>
      <p:sp>
        <p:nvSpPr>
          <p:cNvPr id="8" name="Text Placeholder 2">
            <a:extLst>
              <a:ext uri="{FF2B5EF4-FFF2-40B4-BE49-F238E27FC236}">
                <a16:creationId xmlns:a16="http://schemas.microsoft.com/office/drawing/2014/main" id="{04FF62A3-F460-4741-8342-309E52138A71}"/>
              </a:ext>
            </a:extLst>
          </p:cNvPr>
          <p:cNvSpPr>
            <a:spLocks noGrp="1"/>
          </p:cNvSpPr>
          <p:nvPr>
            <p:ph type="body" idx="1" hasCustomPrompt="1"/>
          </p:nvPr>
        </p:nvSpPr>
        <p:spPr>
          <a:xfrm>
            <a:off x="1600202" y="3436567"/>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178" indent="0">
              <a:buNone/>
              <a:defRPr sz="2000">
                <a:solidFill>
                  <a:schemeClr val="tx1">
                    <a:tint val="75000"/>
                  </a:schemeClr>
                </a:solidFill>
              </a:defRPr>
            </a:lvl2pPr>
            <a:lvl3pPr marL="914355"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4"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Name</a:t>
            </a:r>
          </a:p>
        </p:txBody>
      </p:sp>
      <p:sp>
        <p:nvSpPr>
          <p:cNvPr id="9" name="Text Placeholder 2">
            <a:extLst>
              <a:ext uri="{FF2B5EF4-FFF2-40B4-BE49-F238E27FC236}">
                <a16:creationId xmlns:a16="http://schemas.microsoft.com/office/drawing/2014/main" id="{AF8AF9C0-51D9-4A91-8E30-9CA60298FBC0}"/>
              </a:ext>
            </a:extLst>
          </p:cNvPr>
          <p:cNvSpPr>
            <a:spLocks noGrp="1"/>
          </p:cNvSpPr>
          <p:nvPr>
            <p:ph type="body" idx="13" hasCustomPrompt="1"/>
          </p:nvPr>
        </p:nvSpPr>
        <p:spPr>
          <a:xfrm>
            <a:off x="1600202" y="3709617"/>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78" indent="0">
              <a:buNone/>
              <a:defRPr sz="2000">
                <a:solidFill>
                  <a:schemeClr val="tx1">
                    <a:tint val="75000"/>
                  </a:schemeClr>
                </a:solidFill>
              </a:defRPr>
            </a:lvl2pPr>
            <a:lvl3pPr marL="914355"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4"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Title, company</a:t>
            </a:r>
          </a:p>
        </p:txBody>
      </p:sp>
      <p:sp>
        <p:nvSpPr>
          <p:cNvPr id="10" name="Text Placeholder 2">
            <a:extLst>
              <a:ext uri="{FF2B5EF4-FFF2-40B4-BE49-F238E27FC236}">
                <a16:creationId xmlns:a16="http://schemas.microsoft.com/office/drawing/2014/main" id="{C4298647-61D0-4FBB-8F52-37C8A845D3E8}"/>
              </a:ext>
            </a:extLst>
          </p:cNvPr>
          <p:cNvSpPr>
            <a:spLocks noGrp="1"/>
          </p:cNvSpPr>
          <p:nvPr>
            <p:ph type="body" idx="14" hasCustomPrompt="1"/>
          </p:nvPr>
        </p:nvSpPr>
        <p:spPr>
          <a:xfrm>
            <a:off x="4727268" y="3436567"/>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178" indent="0">
              <a:buNone/>
              <a:defRPr sz="2000">
                <a:solidFill>
                  <a:schemeClr val="tx1">
                    <a:tint val="75000"/>
                  </a:schemeClr>
                </a:solidFill>
              </a:defRPr>
            </a:lvl2pPr>
            <a:lvl3pPr marL="914355"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4"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Name</a:t>
            </a:r>
          </a:p>
        </p:txBody>
      </p:sp>
      <p:sp>
        <p:nvSpPr>
          <p:cNvPr id="11" name="Text Placeholder 2">
            <a:extLst>
              <a:ext uri="{FF2B5EF4-FFF2-40B4-BE49-F238E27FC236}">
                <a16:creationId xmlns:a16="http://schemas.microsoft.com/office/drawing/2014/main" id="{F578A0BF-E876-40F4-A20B-1A438C7EEFAC}"/>
              </a:ext>
            </a:extLst>
          </p:cNvPr>
          <p:cNvSpPr>
            <a:spLocks noGrp="1"/>
          </p:cNvSpPr>
          <p:nvPr>
            <p:ph type="body" idx="15" hasCustomPrompt="1"/>
          </p:nvPr>
        </p:nvSpPr>
        <p:spPr>
          <a:xfrm>
            <a:off x="4727268" y="3709617"/>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78" indent="0">
              <a:buNone/>
              <a:defRPr sz="2000">
                <a:solidFill>
                  <a:schemeClr val="tx1">
                    <a:tint val="75000"/>
                  </a:schemeClr>
                </a:solidFill>
              </a:defRPr>
            </a:lvl2pPr>
            <a:lvl3pPr marL="914355"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4"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dirty="0"/>
              <a:t>Title, company</a:t>
            </a:r>
          </a:p>
        </p:txBody>
      </p:sp>
      <p:sp>
        <p:nvSpPr>
          <p:cNvPr id="4" name="Content Placeholder 3">
            <a:extLst>
              <a:ext uri="{FF2B5EF4-FFF2-40B4-BE49-F238E27FC236}">
                <a16:creationId xmlns:a16="http://schemas.microsoft.com/office/drawing/2014/main" id="{F649E506-AD96-463A-84F2-AAE1BB90340A}"/>
              </a:ext>
            </a:extLst>
          </p:cNvPr>
          <p:cNvSpPr>
            <a:spLocks noGrp="1"/>
          </p:cNvSpPr>
          <p:nvPr>
            <p:ph sz="quarter" idx="16"/>
          </p:nvPr>
        </p:nvSpPr>
        <p:spPr>
          <a:xfrm>
            <a:off x="395288" y="3432556"/>
            <a:ext cx="1115568" cy="1115568"/>
          </a:xfrm>
        </p:spPr>
        <p:txBody>
          <a:bodyPr/>
          <a:lstStyle/>
          <a:p>
            <a:pPr lvl="0"/>
            <a:r>
              <a:rPr lang="en-US"/>
              <a:t>Click to edit Master text styles</a:t>
            </a:r>
          </a:p>
        </p:txBody>
      </p:sp>
      <p:sp>
        <p:nvSpPr>
          <p:cNvPr id="12" name="Content Placeholder 3">
            <a:extLst>
              <a:ext uri="{FF2B5EF4-FFF2-40B4-BE49-F238E27FC236}">
                <a16:creationId xmlns:a16="http://schemas.microsoft.com/office/drawing/2014/main" id="{D8A7706D-1D21-49ED-888E-699D6B6BE78C}"/>
              </a:ext>
            </a:extLst>
          </p:cNvPr>
          <p:cNvSpPr>
            <a:spLocks noGrp="1"/>
          </p:cNvSpPr>
          <p:nvPr>
            <p:ph sz="quarter" idx="17"/>
          </p:nvPr>
        </p:nvSpPr>
        <p:spPr>
          <a:xfrm>
            <a:off x="3524359" y="3429000"/>
            <a:ext cx="1115568" cy="1115568"/>
          </a:xfrm>
        </p:spPr>
        <p:txBody>
          <a:bodyPr/>
          <a:lstStyle/>
          <a:p>
            <a:pPr lvl="0"/>
            <a:r>
              <a:rPr lang="en-US"/>
              <a:t>Click to edit Master text styles</a:t>
            </a:r>
          </a:p>
        </p:txBody>
      </p:sp>
    </p:spTree>
    <p:extLst>
      <p:ext uri="{BB962C8B-B14F-4D97-AF65-F5344CB8AC3E}">
        <p14:creationId xmlns:p14="http://schemas.microsoft.com/office/powerpoint/2010/main" val="1873756520"/>
      </p:ext>
    </p:extLst>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title" preserve="1">
  <p:cSld name="Section Header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0E37-2066-457D-A866-CD6115300D34}"/>
              </a:ext>
            </a:extLst>
          </p:cNvPr>
          <p:cNvSpPr>
            <a:spLocks noGrp="1"/>
          </p:cNvSpPr>
          <p:nvPr>
            <p:ph type="ctrTitle" hasCustomPrompt="1"/>
          </p:nvPr>
        </p:nvSpPr>
        <p:spPr>
          <a:xfrm>
            <a:off x="1143000" y="841375"/>
            <a:ext cx="7010400" cy="1790700"/>
          </a:xfrm>
          <a:prstGeom prst="rect">
            <a:avLst/>
          </a:prstGeom>
        </p:spPr>
        <p:txBody>
          <a:bodyPr anchor="b">
            <a:normAutofit/>
          </a:bodyPr>
          <a:lstStyle>
            <a:lvl1pPr algn="ctr">
              <a:defRPr sz="3600" b="1">
                <a:solidFill>
                  <a:schemeClr val="accent1"/>
                </a:solidFill>
                <a:latin typeface="Lato" panose="020F0502020204030203" pitchFamily="34" charset="0"/>
              </a:defRPr>
            </a:lvl1pPr>
          </a:lstStyle>
          <a:p>
            <a:r>
              <a:rPr lang="en-US" dirty="0"/>
              <a:t>Section Header title</a:t>
            </a:r>
          </a:p>
        </p:txBody>
      </p:sp>
      <p:sp>
        <p:nvSpPr>
          <p:cNvPr id="3" name="Subtitle 2">
            <a:extLst>
              <a:ext uri="{FF2B5EF4-FFF2-40B4-BE49-F238E27FC236}">
                <a16:creationId xmlns:a16="http://schemas.microsoft.com/office/drawing/2014/main" id="{FBBC01D0-B230-4859-8CF6-4664E1E5F385}"/>
              </a:ext>
            </a:extLst>
          </p:cNvPr>
          <p:cNvSpPr>
            <a:spLocks noGrp="1"/>
          </p:cNvSpPr>
          <p:nvPr>
            <p:ph type="subTitle" idx="1" hasCustomPrompt="1"/>
          </p:nvPr>
        </p:nvSpPr>
        <p:spPr>
          <a:xfrm>
            <a:off x="1143000" y="2701927"/>
            <a:ext cx="7010400" cy="1241425"/>
          </a:xfrm>
          <a:prstGeom prst="rect">
            <a:avLst/>
          </a:prstGeom>
        </p:spPr>
        <p:txBody>
          <a:bodyPr>
            <a:normAutofit/>
          </a:bodyPr>
          <a:lstStyle>
            <a:lvl1pPr marL="0" indent="0" algn="ctr">
              <a:buNone/>
              <a:defRPr sz="1800">
                <a:solidFill>
                  <a:srgbClr val="393A39"/>
                </a:solidFill>
                <a:latin typeface="Lato" panose="020F0502020204030203" pitchFamily="34" charset="0"/>
              </a:defRPr>
            </a:lvl1pPr>
            <a:lvl2pPr marL="457178" indent="0" algn="ctr">
              <a:buNone/>
              <a:defRPr sz="2000"/>
            </a:lvl2pPr>
            <a:lvl3pPr marL="914355" indent="0" algn="ctr">
              <a:buNone/>
              <a:defRPr sz="1800"/>
            </a:lvl3pPr>
            <a:lvl4pPr marL="1371532" indent="0" algn="ctr">
              <a:buNone/>
              <a:defRPr sz="1600"/>
            </a:lvl4pPr>
            <a:lvl5pPr marL="1828709" indent="0" algn="ctr">
              <a:buNone/>
              <a:defRPr sz="1600"/>
            </a:lvl5pPr>
            <a:lvl6pPr marL="2285886" indent="0" algn="ctr">
              <a:buNone/>
              <a:defRPr sz="1600"/>
            </a:lvl6pPr>
            <a:lvl7pPr marL="2743064" indent="0" algn="ctr">
              <a:buNone/>
              <a:defRPr sz="1600"/>
            </a:lvl7pPr>
            <a:lvl8pPr marL="3200240" indent="0" algn="ctr">
              <a:buNone/>
              <a:defRPr sz="1600"/>
            </a:lvl8pPr>
            <a:lvl9pPr marL="3657418" indent="0" algn="ctr">
              <a:buNone/>
              <a:defRPr sz="1600"/>
            </a:lvl9pPr>
          </a:lstStyle>
          <a:p>
            <a:r>
              <a:rPr lang="en-US" dirty="0"/>
              <a:t>Section subtitle</a:t>
            </a:r>
          </a:p>
        </p:txBody>
      </p:sp>
    </p:spTree>
    <p:extLst>
      <p:ext uri="{BB962C8B-B14F-4D97-AF65-F5344CB8AC3E}">
        <p14:creationId xmlns:p14="http://schemas.microsoft.com/office/powerpoint/2010/main" val="2715896859"/>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preserve="1">
  <p:cSld name="Section Header (1 imag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5C75013-BE00-9D42-B3E2-0277BC8801EC}"/>
              </a:ext>
            </a:extLst>
          </p:cNvPr>
          <p:cNvSpPr/>
          <p:nvPr/>
        </p:nvSpPr>
        <p:spPr>
          <a:xfrm>
            <a:off x="685801" y="1055688"/>
            <a:ext cx="8085668" cy="40878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685800" y="1055689"/>
            <a:ext cx="8077200" cy="4087812"/>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457201" y="3058220"/>
            <a:ext cx="2650067" cy="899764"/>
          </a:xfrm>
          <a:solidFill>
            <a:schemeClr val="tx2"/>
          </a:solidFill>
        </p:spPr>
        <p:txBody>
          <a:bodyPr lIns="137160" tIns="45720" rIns="137160" bIns="45720" anchor="b" anchorCtr="0">
            <a:noAutofit/>
          </a:bodyPr>
          <a:lstStyle>
            <a:lvl1pPr marL="0" indent="0">
              <a:buNone/>
              <a:defRPr sz="2700" b="1">
                <a:solidFill>
                  <a:schemeClr val="accent3"/>
                </a:solidFill>
              </a:defRPr>
            </a:lvl1pPr>
            <a:lvl2pPr>
              <a:defRPr>
                <a:solidFill>
                  <a:schemeClr val="bg2"/>
                </a:solidFill>
              </a:defRPr>
            </a:lvl2pPr>
            <a:lvl3pPr>
              <a:defRPr>
                <a:solidFill>
                  <a:schemeClr val="bg2"/>
                </a:solidFill>
              </a:defRPr>
            </a:lvl3pPr>
          </a:lstStyle>
          <a:p>
            <a:pPr lvl="0"/>
            <a:r>
              <a:rPr lang="en-US" dirty="0"/>
              <a:t>Section Header Title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457201" y="3957987"/>
            <a:ext cx="2650067" cy="899764"/>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SHORT Body text here</a:t>
            </a:r>
          </a:p>
        </p:txBody>
      </p:sp>
      <p:sp>
        <p:nvSpPr>
          <p:cNvPr id="12" name="Text Placeholder 2">
            <a:extLst>
              <a:ext uri="{FF2B5EF4-FFF2-40B4-BE49-F238E27FC236}">
                <a16:creationId xmlns:a16="http://schemas.microsoft.com/office/drawing/2014/main" id="{BC42EB25-D658-9942-9DB4-E2923B92DF11}"/>
              </a:ext>
            </a:extLst>
          </p:cNvPr>
          <p:cNvSpPr>
            <a:spLocks noGrp="1"/>
          </p:cNvSpPr>
          <p:nvPr>
            <p:ph type="body" sz="quarter" idx="12" hasCustomPrompt="1"/>
          </p:nvPr>
        </p:nvSpPr>
        <p:spPr>
          <a:xfrm>
            <a:off x="6553200" y="4781550"/>
            <a:ext cx="2133600" cy="304800"/>
          </a:xfrm>
        </p:spPr>
        <p:txBody>
          <a:bodyPr>
            <a:normAutofit/>
          </a:bodyPr>
          <a:lstStyle>
            <a:lvl1pPr marL="0" indent="0" algn="r">
              <a:buNone/>
              <a:defRPr sz="900" b="0" i="1">
                <a:solidFill>
                  <a:schemeClr val="accent5"/>
                </a:solidFill>
                <a:latin typeface="Lato" panose="020F0502020204030203" pitchFamily="34" charset="77"/>
              </a:defRPr>
            </a:lvl1pPr>
            <a:lvl2pPr marL="457178" indent="0">
              <a:buNone/>
              <a:defRPr/>
            </a:lvl2pPr>
            <a:lvl3pPr marL="914355" indent="0">
              <a:buNone/>
              <a:defRPr/>
            </a:lvl3pPr>
          </a:lstStyle>
          <a:p>
            <a:pPr lvl="0"/>
            <a:r>
              <a:rPr lang="en-US" dirty="0"/>
              <a:t>Caption in this style only if necessary</a:t>
            </a:r>
          </a:p>
        </p:txBody>
      </p:sp>
      <p:sp>
        <p:nvSpPr>
          <p:cNvPr id="14" name="Content Placeholder 3">
            <a:extLst>
              <a:ext uri="{FF2B5EF4-FFF2-40B4-BE49-F238E27FC236}">
                <a16:creationId xmlns:a16="http://schemas.microsoft.com/office/drawing/2014/main" id="{E80C21CB-A127-4642-94A3-3D6DB9505036}"/>
              </a:ext>
            </a:extLst>
          </p:cNvPr>
          <p:cNvSpPr>
            <a:spLocks noGrp="1"/>
          </p:cNvSpPr>
          <p:nvPr>
            <p:ph sz="quarter" idx="30" hasCustomPrompt="1"/>
          </p:nvPr>
        </p:nvSpPr>
        <p:spPr>
          <a:xfrm>
            <a:off x="457201" y="2674679"/>
            <a:ext cx="2650067" cy="383540"/>
          </a:xfrm>
          <a:solidFill>
            <a:schemeClr val="tx2"/>
          </a:solidFill>
        </p:spPr>
        <p:txBody>
          <a:bodyPr lIns="137160" tIns="45720" rIns="137160" bIns="0" anchor="b" anchorCtr="0">
            <a:normAutofit/>
          </a:bodyPr>
          <a:lstStyle>
            <a:lvl1pPr marL="0" indent="0">
              <a:buNone/>
              <a:defRPr sz="1200" b="1" i="0">
                <a:solidFill>
                  <a:srgbClr val="84C2EA"/>
                </a:solidFill>
                <a:latin typeface="Lato Black" panose="020F0502020204030203" pitchFamily="34" charset="77"/>
              </a:defRPr>
            </a:lvl1pPr>
            <a:lvl2pPr>
              <a:defRPr>
                <a:solidFill>
                  <a:schemeClr val="bg2"/>
                </a:solidFill>
              </a:defRPr>
            </a:lvl2pPr>
            <a:lvl3pPr>
              <a:defRPr>
                <a:solidFill>
                  <a:schemeClr val="bg2"/>
                </a:solidFill>
              </a:defRPr>
            </a:lvl3pPr>
          </a:lstStyle>
          <a:p>
            <a:pPr lvl="0"/>
            <a:r>
              <a:rPr lang="en-US" dirty="0"/>
              <a:t>SHORT HEADER ALL CAPS!</a:t>
            </a:r>
          </a:p>
        </p:txBody>
      </p:sp>
    </p:spTree>
    <p:extLst>
      <p:ext uri="{BB962C8B-B14F-4D97-AF65-F5344CB8AC3E}">
        <p14:creationId xmlns:p14="http://schemas.microsoft.com/office/powerpoint/2010/main" val="2626414642"/>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obj" preserve="1">
  <p:cSld name="Basic: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F8A22-6A5B-4550-87C4-98CDB8846F3D}"/>
              </a:ext>
            </a:extLst>
          </p:cNvPr>
          <p:cNvSpPr>
            <a:spLocks noGrp="1"/>
          </p:cNvSpPr>
          <p:nvPr>
            <p:ph type="title" hasCustomPrompt="1"/>
          </p:nvPr>
        </p:nvSpPr>
        <p:spPr>
          <a:xfrm>
            <a:off x="457200" y="590550"/>
            <a:ext cx="8305800"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dirty="0"/>
              <a:t>Title goes here, can be aligned top middle or </a:t>
            </a:r>
            <a:r>
              <a:rPr lang="en-US" dirty="0" err="1"/>
              <a:t>botton</a:t>
            </a:r>
            <a:r>
              <a:rPr lang="en-US" dirty="0"/>
              <a:t> depending on if one or two lines or if you need more space*</a:t>
            </a:r>
          </a:p>
        </p:txBody>
      </p:sp>
      <p:sp>
        <p:nvSpPr>
          <p:cNvPr id="3" name="Content Placeholder 2">
            <a:extLst>
              <a:ext uri="{FF2B5EF4-FFF2-40B4-BE49-F238E27FC236}">
                <a16:creationId xmlns:a16="http://schemas.microsoft.com/office/drawing/2014/main" id="{B67B1DA0-7E63-4CDE-961E-607D001A9B67}"/>
              </a:ext>
            </a:extLst>
          </p:cNvPr>
          <p:cNvSpPr>
            <a:spLocks noGrp="1"/>
          </p:cNvSpPr>
          <p:nvPr>
            <p:ph idx="1"/>
          </p:nvPr>
        </p:nvSpPr>
        <p:spPr>
          <a:xfrm>
            <a:off x="457200" y="1333500"/>
            <a:ext cx="8305800" cy="3752850"/>
          </a:xfrm>
          <a:prstGeom prst="rect">
            <a:avLst/>
          </a:prstGeom>
        </p:spPr>
        <p:txBody>
          <a:bodyPr lIns="0">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889194749"/>
      </p:ext>
    </p:extLst>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preserve="1">
  <p:cSld name="Basic: 2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183CD7-383B-48A0-8B71-F06BC83DEDB6}"/>
              </a:ext>
            </a:extLst>
          </p:cNvPr>
          <p:cNvSpPr>
            <a:spLocks noGrp="1"/>
          </p:cNvSpPr>
          <p:nvPr>
            <p:ph sz="half" idx="1"/>
          </p:nvPr>
        </p:nvSpPr>
        <p:spPr>
          <a:xfrm>
            <a:off x="457201" y="1333515"/>
            <a:ext cx="4112486" cy="3752837"/>
          </a:xfrm>
          <a:prstGeom prst="rect">
            <a:avLst/>
          </a:prstGeom>
        </p:spPr>
        <p:txBody>
          <a:bodyPr lIns="0">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03355965-8388-42DC-8FE0-FECC99CDC81E}"/>
              </a:ext>
            </a:extLst>
          </p:cNvPr>
          <p:cNvSpPr>
            <a:spLocks noGrp="1"/>
          </p:cNvSpPr>
          <p:nvPr>
            <p:ph sz="half" idx="2"/>
          </p:nvPr>
        </p:nvSpPr>
        <p:spPr>
          <a:xfrm>
            <a:off x="4726714" y="1333515"/>
            <a:ext cx="4036286" cy="3752837"/>
          </a:xfrm>
          <a:prstGeom prst="rect">
            <a:avLst/>
          </a:prstGeom>
        </p:spPr>
        <p:txBody>
          <a:bodyPr lIns="0">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itle 1">
            <a:extLst>
              <a:ext uri="{FF2B5EF4-FFF2-40B4-BE49-F238E27FC236}">
                <a16:creationId xmlns:a16="http://schemas.microsoft.com/office/drawing/2014/main" id="{F0C35649-F5E1-436D-BCBC-468BEAF27C9D}"/>
              </a:ext>
            </a:extLst>
          </p:cNvPr>
          <p:cNvSpPr>
            <a:spLocks noGrp="1"/>
          </p:cNvSpPr>
          <p:nvPr>
            <p:ph type="title" hasCustomPrompt="1"/>
          </p:nvPr>
        </p:nvSpPr>
        <p:spPr>
          <a:xfrm>
            <a:off x="457201" y="590563"/>
            <a:ext cx="8305801"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dirty="0"/>
              <a:t>Title goes here, can be aligned top middle or </a:t>
            </a:r>
            <a:r>
              <a:rPr lang="en-US" dirty="0" err="1"/>
              <a:t>botton</a:t>
            </a:r>
            <a:r>
              <a:rPr lang="en-US" dirty="0"/>
              <a:t> depending on if one or two lines or if you need more space*</a:t>
            </a:r>
          </a:p>
        </p:txBody>
      </p:sp>
    </p:spTree>
    <p:extLst>
      <p:ext uri="{BB962C8B-B14F-4D97-AF65-F5344CB8AC3E}">
        <p14:creationId xmlns:p14="http://schemas.microsoft.com/office/powerpoint/2010/main" val="3811363009"/>
      </p:ext>
    </p:extLst>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preserve="1">
  <p:cSld name="Basic: 2 column subtitle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855CD0-D773-472C-923C-F2A3641F6698}"/>
              </a:ext>
            </a:extLst>
          </p:cNvPr>
          <p:cNvSpPr>
            <a:spLocks noGrp="1"/>
          </p:cNvSpPr>
          <p:nvPr>
            <p:ph type="body" idx="1" hasCustomPrompt="1"/>
          </p:nvPr>
        </p:nvSpPr>
        <p:spPr>
          <a:xfrm>
            <a:off x="458790" y="1333516"/>
            <a:ext cx="4041574" cy="628631"/>
          </a:xfrm>
          <a:prstGeom prst="rect">
            <a:avLst/>
          </a:prstGeom>
        </p:spPr>
        <p:txBody>
          <a:bodyPr lIns="0" anchor="b">
            <a:normAutofit/>
          </a:bodyPr>
          <a:lstStyle>
            <a:lvl1pPr marL="0" indent="0">
              <a:buNone/>
              <a:defRPr sz="1800" b="1">
                <a:solidFill>
                  <a:srgbClr val="393A39"/>
                </a:solidFill>
                <a:latin typeface="Lato" panose="020F0502020204030203" pitchFamily="34" charset="0"/>
              </a:defRPr>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lvl="0"/>
            <a:r>
              <a:rPr lang="en-US" dirty="0"/>
              <a:t>Use this slide mostly to compare things</a:t>
            </a:r>
          </a:p>
        </p:txBody>
      </p:sp>
      <p:sp>
        <p:nvSpPr>
          <p:cNvPr id="4" name="Content Placeholder 3">
            <a:extLst>
              <a:ext uri="{FF2B5EF4-FFF2-40B4-BE49-F238E27FC236}">
                <a16:creationId xmlns:a16="http://schemas.microsoft.com/office/drawing/2014/main" id="{A0970D2E-452D-4D8D-8871-F92BDDC48512}"/>
              </a:ext>
            </a:extLst>
          </p:cNvPr>
          <p:cNvSpPr>
            <a:spLocks noGrp="1"/>
          </p:cNvSpPr>
          <p:nvPr>
            <p:ph sz="half" idx="2"/>
          </p:nvPr>
        </p:nvSpPr>
        <p:spPr>
          <a:xfrm>
            <a:off x="458790" y="1962147"/>
            <a:ext cx="4041574" cy="3124205"/>
          </a:xfrm>
          <a:prstGeom prst="rect">
            <a:avLst/>
          </a:prstGeom>
        </p:spPr>
        <p:txBody>
          <a:bodyPr lIns="0">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21265C34-988A-4381-BE35-3CF7874797A1}"/>
              </a:ext>
            </a:extLst>
          </p:cNvPr>
          <p:cNvSpPr>
            <a:spLocks noGrp="1"/>
          </p:cNvSpPr>
          <p:nvPr>
            <p:ph type="body" sz="quarter" idx="3"/>
          </p:nvPr>
        </p:nvSpPr>
        <p:spPr>
          <a:xfrm>
            <a:off x="4719808" y="1333515"/>
            <a:ext cx="4043192" cy="628650"/>
          </a:xfrm>
          <a:prstGeom prst="rect">
            <a:avLst/>
          </a:prstGeom>
        </p:spPr>
        <p:txBody>
          <a:bodyPr lIns="0" anchor="b">
            <a:normAutofit/>
          </a:bodyPr>
          <a:lstStyle>
            <a:lvl1pPr marL="0" indent="0">
              <a:buNone/>
              <a:defRPr sz="1800" b="1">
                <a:solidFill>
                  <a:srgbClr val="393A39"/>
                </a:solidFill>
                <a:latin typeface="Lato" panose="020F0502020204030203" pitchFamily="34" charset="0"/>
              </a:defRPr>
            </a:lvl1pPr>
            <a:lvl2pPr marL="457178" indent="0">
              <a:buNone/>
              <a:defRPr sz="2000" b="1"/>
            </a:lvl2pPr>
            <a:lvl3pPr marL="914355" indent="0">
              <a:buNone/>
              <a:defRPr sz="1800" b="1"/>
            </a:lvl3pPr>
            <a:lvl4pPr marL="1371532" indent="0">
              <a:buNone/>
              <a:defRPr sz="1600" b="1"/>
            </a:lvl4pPr>
            <a:lvl5pPr marL="1828709" indent="0">
              <a:buNone/>
              <a:defRPr sz="1600" b="1"/>
            </a:lvl5pPr>
            <a:lvl6pPr marL="2285886" indent="0">
              <a:buNone/>
              <a:defRPr sz="1600" b="1"/>
            </a:lvl6pPr>
            <a:lvl7pPr marL="2743064"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BAD278-0467-4156-945B-8A0C6FB1AAEA}"/>
              </a:ext>
            </a:extLst>
          </p:cNvPr>
          <p:cNvSpPr>
            <a:spLocks noGrp="1"/>
          </p:cNvSpPr>
          <p:nvPr>
            <p:ph sz="quarter" idx="4"/>
          </p:nvPr>
        </p:nvSpPr>
        <p:spPr>
          <a:xfrm>
            <a:off x="4719808" y="1962164"/>
            <a:ext cx="4043192" cy="3124187"/>
          </a:xfrm>
          <a:prstGeom prst="rect">
            <a:avLst/>
          </a:prstGeom>
        </p:spPr>
        <p:txBody>
          <a:bodyPr lIns="0">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7" name="Title 1">
            <a:extLst>
              <a:ext uri="{FF2B5EF4-FFF2-40B4-BE49-F238E27FC236}">
                <a16:creationId xmlns:a16="http://schemas.microsoft.com/office/drawing/2014/main" id="{9B9489FC-5B9D-4C9C-A962-ECD59DECD47F}"/>
              </a:ext>
            </a:extLst>
          </p:cNvPr>
          <p:cNvSpPr>
            <a:spLocks noGrp="1"/>
          </p:cNvSpPr>
          <p:nvPr>
            <p:ph type="title" hasCustomPrompt="1"/>
          </p:nvPr>
        </p:nvSpPr>
        <p:spPr>
          <a:xfrm>
            <a:off x="457200" y="590564"/>
            <a:ext cx="8305800"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dirty="0"/>
              <a:t>Title goes here, can be aligned top middle or </a:t>
            </a:r>
            <a:r>
              <a:rPr lang="en-US" dirty="0" err="1"/>
              <a:t>botton</a:t>
            </a:r>
            <a:r>
              <a:rPr lang="en-US" dirty="0"/>
              <a:t> depending on if one or two lines or if you need more space*</a:t>
            </a:r>
          </a:p>
        </p:txBody>
      </p:sp>
    </p:spTree>
    <p:extLst>
      <p:ext uri="{BB962C8B-B14F-4D97-AF65-F5344CB8AC3E}">
        <p14:creationId xmlns:p14="http://schemas.microsoft.com/office/powerpoint/2010/main" val="2244589355"/>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2358652"/>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preserve="1">
  <p:cSld name="Basic + 1 Small Image (transparent) ">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6172200" y="0"/>
            <a:ext cx="29718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itle 1">
            <a:extLst>
              <a:ext uri="{FF2B5EF4-FFF2-40B4-BE49-F238E27FC236}">
                <a16:creationId xmlns:a16="http://schemas.microsoft.com/office/drawing/2014/main" id="{439FB627-FD00-4FAF-95D2-71E0F07CFB84}"/>
              </a:ext>
            </a:extLst>
          </p:cNvPr>
          <p:cNvSpPr>
            <a:spLocks noGrp="1"/>
          </p:cNvSpPr>
          <p:nvPr>
            <p:ph type="title" hasCustomPrompt="1"/>
          </p:nvPr>
        </p:nvSpPr>
        <p:spPr>
          <a:xfrm>
            <a:off x="457201" y="819150"/>
            <a:ext cx="53133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dirty="0"/>
              <a:t>Title, aligned bottom, don’t hit enter</a:t>
            </a:r>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6172200" y="0"/>
            <a:ext cx="2971800" cy="5143500"/>
          </a:xfrm>
          <a:noFill/>
        </p:spPr>
        <p:txBody>
          <a:bodyPr/>
          <a:lstStyle>
            <a:lvl1pPr marL="0" indent="0">
              <a:buNone/>
              <a:defRPr/>
            </a:lvl1pPr>
            <a:lvl2pPr marL="292086" indent="0">
              <a:buFont typeface="Arial" panose="020B0604020202020204" pitchFamily="34" charset="0"/>
              <a:buNone/>
              <a:defRPr/>
            </a:lvl2pPr>
            <a:lvl3pPr marL="576233" indent="0">
              <a:buNone/>
              <a:defRPr/>
            </a:lvl3pPr>
          </a:lstStyle>
          <a:p>
            <a:pPr lvl="0"/>
            <a:r>
              <a:rPr lang="en-US" dirty="0"/>
              <a:t>Transparent background model image or diagram ONLY (no images that already have backgrounds at all, no screenshots either). Take image to the edges and use cropping, don’t just float within it.</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457201" y="1619250"/>
            <a:ext cx="5313362" cy="3162300"/>
          </a:xfrm>
          <a:prstGeom prst="rect">
            <a:avLst/>
          </a:prstGeom>
        </p:spPr>
        <p:txBody>
          <a:bodyPr lIns="0" numCol="1">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26066BEB-7D2D-5A43-9F67-5650CF5696CF}"/>
              </a:ext>
            </a:extLst>
          </p:cNvPr>
          <p:cNvSpPr>
            <a:spLocks noGrp="1"/>
          </p:cNvSpPr>
          <p:nvPr>
            <p:ph type="body" sz="quarter" idx="12" hasCustomPrompt="1"/>
          </p:nvPr>
        </p:nvSpPr>
        <p:spPr>
          <a:xfrm>
            <a:off x="6392008" y="4629150"/>
            <a:ext cx="2523392" cy="304800"/>
          </a:xfrm>
        </p:spPr>
        <p:txBody>
          <a:bodyPr>
            <a:normAutofit/>
          </a:bodyPr>
          <a:lstStyle>
            <a:lvl1pPr marL="0" indent="0">
              <a:buNone/>
              <a:defRPr sz="900" b="0" i="1">
                <a:solidFill>
                  <a:schemeClr val="accent5"/>
                </a:solidFill>
                <a:latin typeface="Lato" panose="020F0502020204030203" pitchFamily="34" charset="77"/>
              </a:defRPr>
            </a:lvl1pPr>
            <a:lvl2pPr marL="457178" indent="0">
              <a:buNone/>
              <a:defRPr/>
            </a:lvl2pPr>
            <a:lvl3pPr marL="914355" indent="0">
              <a:buNone/>
              <a:defRPr/>
            </a:lvl3pPr>
          </a:lstStyle>
          <a:p>
            <a:pPr lvl="0"/>
            <a:r>
              <a:rPr lang="en-US" dirty="0"/>
              <a:t>Caption in this style only if necessary (move to be near image)</a:t>
            </a:r>
          </a:p>
        </p:txBody>
      </p:sp>
    </p:spTree>
    <p:extLst>
      <p:ext uri="{BB962C8B-B14F-4D97-AF65-F5344CB8AC3E}">
        <p14:creationId xmlns:p14="http://schemas.microsoft.com/office/powerpoint/2010/main" val="2627892219"/>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preserve="1">
  <p:cSld name="Basic + 1 Image (transpar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3887788" y="0"/>
            <a:ext cx="5256212"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2" y="819150"/>
            <a:ext cx="2949575"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4114800" y="209550"/>
            <a:ext cx="4800600" cy="4724400"/>
          </a:xfrm>
          <a:noFill/>
        </p:spPr>
        <p:txBody>
          <a:bodyPr/>
          <a:lstStyle>
            <a:lvl1pPr marL="0" indent="0">
              <a:buNone/>
              <a:defRPr/>
            </a:lvl1pPr>
            <a:lvl3pPr>
              <a:defRPr/>
            </a:lvl3pPr>
          </a:lstStyle>
          <a:p>
            <a:pPr lvl="0"/>
            <a:r>
              <a:rPr lang="en-US" dirty="0"/>
              <a:t>Transparent background model image or diagram ONLY (no images that already have backgrounds at all, no screenshots either). Take image to the edges and use cropping, don’t just float within it.</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457202" y="1619250"/>
            <a:ext cx="2949575" cy="31623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EAFD1F65-F171-7645-9310-3848480AA1B7}"/>
              </a:ext>
            </a:extLst>
          </p:cNvPr>
          <p:cNvSpPr>
            <a:spLocks noGrp="1"/>
          </p:cNvSpPr>
          <p:nvPr>
            <p:ph type="body" sz="quarter" idx="12" hasCustomPrompt="1"/>
          </p:nvPr>
        </p:nvSpPr>
        <p:spPr>
          <a:xfrm>
            <a:off x="4114800" y="4629150"/>
            <a:ext cx="3103378" cy="304800"/>
          </a:xfrm>
        </p:spPr>
        <p:txBody>
          <a:bodyPr>
            <a:normAutofit/>
          </a:bodyPr>
          <a:lstStyle>
            <a:lvl1pPr marL="0" indent="0">
              <a:buNone/>
              <a:defRPr sz="900" b="0" i="1">
                <a:solidFill>
                  <a:schemeClr val="accent5"/>
                </a:solidFill>
                <a:latin typeface="Lato" panose="020F0502020204030203" pitchFamily="34" charset="77"/>
              </a:defRPr>
            </a:lvl1pPr>
            <a:lvl2pPr marL="457178" indent="0">
              <a:buNone/>
              <a:defRPr/>
            </a:lvl2pPr>
            <a:lvl3pPr marL="914355" indent="0">
              <a:buNone/>
              <a:defRPr/>
            </a:lvl3pPr>
          </a:lstStyle>
          <a:p>
            <a:pPr lvl="0"/>
            <a:r>
              <a:rPr lang="en-US" dirty="0"/>
              <a:t>Caption in this style only if necessary (move to be near image)</a:t>
            </a:r>
          </a:p>
        </p:txBody>
      </p:sp>
    </p:spTree>
    <p:extLst>
      <p:ext uri="{BB962C8B-B14F-4D97-AF65-F5344CB8AC3E}">
        <p14:creationId xmlns:p14="http://schemas.microsoft.com/office/powerpoint/2010/main" val="3386203267"/>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p:cSld name="Basic + 1 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2" y="819150"/>
            <a:ext cx="2949575"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4114800" y="209550"/>
            <a:ext cx="4800600" cy="4724400"/>
          </a:xfrm>
          <a:noFill/>
        </p:spPr>
        <p:txBody>
          <a:bodyPr/>
          <a:lstStyle>
            <a:lvl1pPr marL="0" indent="0">
              <a:buNone/>
              <a:defRPr/>
            </a:lvl1pPr>
            <a:lvl3pPr>
              <a:defRPr/>
            </a:lvl3pPr>
          </a:lstStyle>
          <a:p>
            <a:pPr lvl="0"/>
            <a:r>
              <a:rPr lang="en-US" dirty="0"/>
              <a:t>This space is for images or diagrams</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hasCustomPrompt="1"/>
          </p:nvPr>
        </p:nvSpPr>
        <p:spPr>
          <a:xfrm>
            <a:off x="457202" y="1619250"/>
            <a:ext cx="2949575" cy="31623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This text box can be extended to the right if needed (do NOT change the left alignment)</a:t>
            </a:r>
          </a:p>
          <a:p>
            <a:pPr lvl="1"/>
            <a:r>
              <a:rPr lang="en-US" dirty="0"/>
              <a:t>Second level</a:t>
            </a:r>
          </a:p>
          <a:p>
            <a:pPr lvl="2"/>
            <a:r>
              <a:rPr lang="en-US" dirty="0"/>
              <a:t>Third level</a:t>
            </a:r>
          </a:p>
        </p:txBody>
      </p:sp>
      <p:sp>
        <p:nvSpPr>
          <p:cNvPr id="6" name="Text Placeholder 2">
            <a:extLst>
              <a:ext uri="{FF2B5EF4-FFF2-40B4-BE49-F238E27FC236}">
                <a16:creationId xmlns:a16="http://schemas.microsoft.com/office/drawing/2014/main" id="{0530032C-BEDF-DA40-8660-8F9EF489DC38}"/>
              </a:ext>
            </a:extLst>
          </p:cNvPr>
          <p:cNvSpPr>
            <a:spLocks noGrp="1"/>
          </p:cNvSpPr>
          <p:nvPr>
            <p:ph type="body" sz="quarter" idx="12" hasCustomPrompt="1"/>
          </p:nvPr>
        </p:nvSpPr>
        <p:spPr>
          <a:xfrm>
            <a:off x="4114800" y="4629150"/>
            <a:ext cx="3103378" cy="304800"/>
          </a:xfrm>
        </p:spPr>
        <p:txBody>
          <a:bodyPr>
            <a:normAutofit/>
          </a:bodyPr>
          <a:lstStyle>
            <a:lvl1pPr marL="0" indent="0">
              <a:buNone/>
              <a:defRPr sz="900" b="0" i="1">
                <a:solidFill>
                  <a:schemeClr val="accent5"/>
                </a:solidFill>
                <a:latin typeface="Lato" panose="020F0502020204030203" pitchFamily="34" charset="77"/>
              </a:defRPr>
            </a:lvl1pPr>
            <a:lvl2pPr marL="457178" indent="0">
              <a:buNone/>
              <a:defRPr/>
            </a:lvl2pPr>
            <a:lvl3pPr marL="914355" indent="0">
              <a:buNone/>
              <a:defRPr/>
            </a:lvl3pPr>
          </a:lstStyle>
          <a:p>
            <a:pPr lvl="0"/>
            <a:r>
              <a:rPr lang="en-US" dirty="0"/>
              <a:t>Caption in this style only if necessary (move to be near image)</a:t>
            </a:r>
          </a:p>
        </p:txBody>
      </p:sp>
    </p:spTree>
    <p:extLst>
      <p:ext uri="{BB962C8B-B14F-4D97-AF65-F5344CB8AC3E}">
        <p14:creationId xmlns:p14="http://schemas.microsoft.com/office/powerpoint/2010/main" val="1518476040"/>
      </p:ext>
    </p:extLst>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p:cSld name="Full UI (uncropp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D31936-C3F8-4543-8C3C-56E4DA99C47C}"/>
              </a:ext>
            </a:extLst>
          </p:cNvPr>
          <p:cNvSpPr/>
          <p:nvPr/>
        </p:nvSpPr>
        <p:spPr>
          <a:xfrm>
            <a:off x="0" y="-19050"/>
            <a:ext cx="9144000" cy="3619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1143001" y="971552"/>
            <a:ext cx="7699124" cy="4330757"/>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Full GUI image ONLY, cropped off at the bottom a little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hasCustomPrompt="1"/>
          </p:nvPr>
        </p:nvSpPr>
        <p:spPr>
          <a:xfrm>
            <a:off x="1066800" y="115217"/>
            <a:ext cx="5410200" cy="326781"/>
          </a:xfrm>
          <a:prstGeom prst="rect">
            <a:avLst/>
          </a:prstGeom>
        </p:spPr>
        <p:txBody>
          <a:bodyPr lIns="91440" anchor="t">
            <a:normAutofit/>
          </a:bodyPr>
          <a:lstStyle>
            <a:lvl1pPr>
              <a:defRPr sz="1000" b="1" i="0">
                <a:solidFill>
                  <a:schemeClr val="accent2"/>
                </a:solidFill>
                <a:latin typeface="Lato Black" panose="020F0502020204030203" pitchFamily="34" charset="77"/>
              </a:defRPr>
            </a:lvl1pPr>
          </a:lstStyle>
          <a:p>
            <a:r>
              <a:rPr lang="en-US" dirty="0"/>
              <a:t>ALL CAPS SMALL TITLE***</a:t>
            </a:r>
          </a:p>
        </p:txBody>
      </p:sp>
      <p:pic>
        <p:nvPicPr>
          <p:cNvPr id="8" name="Picture 7">
            <a:extLst>
              <a:ext uri="{FF2B5EF4-FFF2-40B4-BE49-F238E27FC236}">
                <a16:creationId xmlns:a16="http://schemas.microsoft.com/office/drawing/2014/main" id="{19E75701-0E22-4B4A-8AA4-6D0F867616DF}"/>
              </a:ext>
            </a:extLst>
          </p:cNvPr>
          <p:cNvPicPr>
            <a:picLocks noChangeAspect="1"/>
          </p:cNvPicPr>
          <p:nvPr/>
        </p:nvPicPr>
        <p:blipFill rotWithShape="1">
          <a:blip r:embed="rId2"/>
          <a:srcRect l="24096"/>
          <a:stretch/>
        </p:blipFill>
        <p:spPr>
          <a:xfrm>
            <a:off x="0" y="115219"/>
            <a:ext cx="1066800" cy="287051"/>
          </a:xfrm>
          <a:prstGeom prst="rect">
            <a:avLst/>
          </a:prstGeom>
        </p:spPr>
      </p:pic>
      <p:pic>
        <p:nvPicPr>
          <p:cNvPr id="11" name="Picture 10">
            <a:extLst>
              <a:ext uri="{FF2B5EF4-FFF2-40B4-BE49-F238E27FC236}">
                <a16:creationId xmlns:a16="http://schemas.microsoft.com/office/drawing/2014/main" id="{DD5DBF44-D76D-FF41-BCD4-B3E4748860A2}"/>
              </a:ext>
            </a:extLst>
          </p:cNvPr>
          <p:cNvPicPr>
            <a:picLocks noChangeAspect="1"/>
          </p:cNvPicPr>
          <p:nvPr/>
        </p:nvPicPr>
        <p:blipFill>
          <a:blip r:embed="rId3"/>
          <a:stretch>
            <a:fillRect/>
          </a:stretch>
        </p:blipFill>
        <p:spPr>
          <a:xfrm>
            <a:off x="115779" y="223914"/>
            <a:ext cx="752320" cy="69658"/>
          </a:xfrm>
          <a:prstGeom prst="rect">
            <a:avLst/>
          </a:prstGeom>
        </p:spPr>
      </p:pic>
    </p:spTree>
    <p:extLst>
      <p:ext uri="{BB962C8B-B14F-4D97-AF65-F5344CB8AC3E}">
        <p14:creationId xmlns:p14="http://schemas.microsoft.com/office/powerpoint/2010/main" val="745273081"/>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p:cSld name="Full UI + Bullets">
    <p:spTree>
      <p:nvGrpSpPr>
        <p:cNvPr id="1" name=""/>
        <p:cNvGrpSpPr/>
        <p:nvPr/>
      </p:nvGrpSpPr>
      <p:grpSpPr>
        <a:xfrm>
          <a:off x="0" y="0"/>
          <a:ext cx="0" cy="0"/>
          <a:chOff x="0" y="0"/>
          <a:chExt cx="0" cy="0"/>
        </a:xfrm>
      </p:grpSpPr>
      <p:sp>
        <p:nvSpPr>
          <p:cNvPr id="6" name="Content Placeholder 3">
            <a:extLst>
              <a:ext uri="{FF2B5EF4-FFF2-40B4-BE49-F238E27FC236}">
                <a16:creationId xmlns:a16="http://schemas.microsoft.com/office/drawing/2014/main" id="{605A7786-1341-C946-B039-5154A953C255}"/>
              </a:ext>
            </a:extLst>
          </p:cNvPr>
          <p:cNvSpPr>
            <a:spLocks noGrp="1"/>
          </p:cNvSpPr>
          <p:nvPr>
            <p:ph sz="half" idx="18" hasCustomPrompt="1"/>
          </p:nvPr>
        </p:nvSpPr>
        <p:spPr>
          <a:xfrm>
            <a:off x="457201" y="3034641"/>
            <a:ext cx="2417762" cy="167071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This space is meant for body text not bullets</a:t>
            </a:r>
          </a:p>
          <a:p>
            <a:pPr lvl="1"/>
            <a:r>
              <a:rPr lang="en-US" dirty="0"/>
              <a:t>Second level</a:t>
            </a:r>
          </a:p>
          <a:p>
            <a:pPr lvl="2"/>
            <a:r>
              <a:rPr lang="en-US" dirty="0"/>
              <a:t>Third level</a:t>
            </a:r>
          </a:p>
        </p:txBody>
      </p:sp>
      <p:sp>
        <p:nvSpPr>
          <p:cNvPr id="2" name="Rectangle 1">
            <a:extLst>
              <a:ext uri="{FF2B5EF4-FFF2-40B4-BE49-F238E27FC236}">
                <a16:creationId xmlns:a16="http://schemas.microsoft.com/office/drawing/2014/main" id="{24948BB7-C5F7-154F-ABB6-A26EB95A5488}"/>
              </a:ext>
            </a:extLst>
          </p:cNvPr>
          <p:cNvSpPr/>
          <p:nvPr/>
        </p:nvSpPr>
        <p:spPr>
          <a:xfrm>
            <a:off x="0" y="1047750"/>
            <a:ext cx="37338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3271058" y="436767"/>
            <a:ext cx="5872941" cy="4706734"/>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Full GUI image ONLY, cropped off the bottom and off the right side!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1200150"/>
            <a:ext cx="2417762" cy="15240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754001555"/>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preserve="1">
  <p:cSld name="Full UI + 2 Subsections">
    <p:spTree>
      <p:nvGrpSpPr>
        <p:cNvPr id="1" name=""/>
        <p:cNvGrpSpPr/>
        <p:nvPr/>
      </p:nvGrpSpPr>
      <p:grpSpPr>
        <a:xfrm>
          <a:off x="0" y="0"/>
          <a:ext cx="0" cy="0"/>
          <a:chOff x="0" y="0"/>
          <a:chExt cx="0" cy="0"/>
        </a:xfrm>
      </p:grpSpPr>
      <p:sp>
        <p:nvSpPr>
          <p:cNvPr id="8" name="Content Placeholder 3">
            <a:extLst>
              <a:ext uri="{FF2B5EF4-FFF2-40B4-BE49-F238E27FC236}">
                <a16:creationId xmlns:a16="http://schemas.microsoft.com/office/drawing/2014/main" id="{C10A5AEE-B817-934D-8242-D5F59127342B}"/>
              </a:ext>
            </a:extLst>
          </p:cNvPr>
          <p:cNvSpPr>
            <a:spLocks noGrp="1"/>
          </p:cNvSpPr>
          <p:nvPr>
            <p:ph sz="quarter" idx="15" hasCustomPrompt="1"/>
          </p:nvPr>
        </p:nvSpPr>
        <p:spPr>
          <a:xfrm>
            <a:off x="-2" y="2724152"/>
            <a:ext cx="1634721" cy="685801"/>
          </a:xfrm>
          <a:solidFill>
            <a:schemeClr val="tx2"/>
          </a:solidFill>
        </p:spPr>
        <p:txBody>
          <a:bodyPr lIns="274320" tIns="137160" rIns="137160" bIns="45720" anchor="b" anchorCtr="0">
            <a:noAutofit/>
          </a:bodyPr>
          <a:lstStyle>
            <a:lvl1pPr marL="0" indent="0">
              <a:buNone/>
              <a:defRPr sz="12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1" name="Content Placeholder 3">
            <a:extLst>
              <a:ext uri="{FF2B5EF4-FFF2-40B4-BE49-F238E27FC236}">
                <a16:creationId xmlns:a16="http://schemas.microsoft.com/office/drawing/2014/main" id="{3AB85344-0F9C-6349-9259-7612E08CF13D}"/>
              </a:ext>
            </a:extLst>
          </p:cNvPr>
          <p:cNvSpPr>
            <a:spLocks noGrp="1"/>
          </p:cNvSpPr>
          <p:nvPr>
            <p:ph sz="quarter" idx="16" hasCustomPrompt="1"/>
          </p:nvPr>
        </p:nvSpPr>
        <p:spPr>
          <a:xfrm>
            <a:off x="-2" y="3409951"/>
            <a:ext cx="1634721" cy="1447800"/>
          </a:xfrm>
          <a:solidFill>
            <a:schemeClr val="tx2"/>
          </a:solidFill>
        </p:spPr>
        <p:txBody>
          <a:bodyPr lIns="274320" tIns="45720" rIns="137160" bIns="137160">
            <a:normAutofit/>
          </a:bodyPr>
          <a:lstStyle>
            <a:lvl1pPr>
              <a:defRPr>
                <a:solidFill>
                  <a:schemeClr val="bg2"/>
                </a:solidFill>
              </a:defRPr>
            </a:lvl1pPr>
            <a:lvl2pPr marL="6350" indent="0">
              <a:buFont typeface="Arial" panose="020B0604020202020204" pitchFamily="34" charset="0"/>
              <a:buNone/>
              <a:tabLst/>
              <a:defRPr sz="1100">
                <a:solidFill>
                  <a:schemeClr val="bg2"/>
                </a:solidFill>
              </a:defRPr>
            </a:lvl2pPr>
            <a:lvl3pPr>
              <a:defRPr>
                <a:solidFill>
                  <a:schemeClr val="bg2"/>
                </a:solidFill>
              </a:defRPr>
            </a:lvl3pPr>
          </a:lstStyle>
          <a:p>
            <a:pPr lvl="1"/>
            <a:r>
              <a:rPr lang="en-US" dirty="0"/>
              <a:t>Short body text</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14287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2" name="Content Placeholder 3">
            <a:extLst>
              <a:ext uri="{FF2B5EF4-FFF2-40B4-BE49-F238E27FC236}">
                <a16:creationId xmlns:a16="http://schemas.microsoft.com/office/drawing/2014/main" id="{CF2C3E51-2315-174E-85AB-DC5362D83E82}"/>
              </a:ext>
            </a:extLst>
          </p:cNvPr>
          <p:cNvSpPr>
            <a:spLocks noGrp="1"/>
          </p:cNvSpPr>
          <p:nvPr>
            <p:ph sz="quarter" idx="18" hasCustomPrompt="1"/>
          </p:nvPr>
        </p:nvSpPr>
        <p:spPr>
          <a:xfrm>
            <a:off x="1634717" y="2724152"/>
            <a:ext cx="1634721" cy="685801"/>
          </a:xfrm>
          <a:solidFill>
            <a:schemeClr val="tx2"/>
          </a:solidFill>
        </p:spPr>
        <p:txBody>
          <a:bodyPr lIns="137160" tIns="137160" rIns="274320" bIns="45720" anchor="b" anchorCtr="0">
            <a:noAutofit/>
          </a:bodyPr>
          <a:lstStyle>
            <a:lvl1pPr marL="0" indent="0">
              <a:buNone/>
              <a:defRPr sz="12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3" name="Content Placeholder 3">
            <a:extLst>
              <a:ext uri="{FF2B5EF4-FFF2-40B4-BE49-F238E27FC236}">
                <a16:creationId xmlns:a16="http://schemas.microsoft.com/office/drawing/2014/main" id="{D082C563-7E09-194A-B0C7-0427D9FEA226}"/>
              </a:ext>
            </a:extLst>
          </p:cNvPr>
          <p:cNvSpPr>
            <a:spLocks noGrp="1"/>
          </p:cNvSpPr>
          <p:nvPr>
            <p:ph sz="quarter" idx="19" hasCustomPrompt="1"/>
          </p:nvPr>
        </p:nvSpPr>
        <p:spPr>
          <a:xfrm>
            <a:off x="1634717" y="3409951"/>
            <a:ext cx="1634721" cy="1447800"/>
          </a:xfrm>
          <a:solidFill>
            <a:schemeClr val="tx2"/>
          </a:solidFill>
        </p:spPr>
        <p:txBody>
          <a:bodyPr lIns="137160" tIns="45720" rIns="274320" bIns="137160">
            <a:normAutofit/>
          </a:bodyPr>
          <a:lstStyle>
            <a:lvl1pPr>
              <a:defRPr>
                <a:solidFill>
                  <a:schemeClr val="bg2"/>
                </a:solidFill>
              </a:defRPr>
            </a:lvl1pPr>
            <a:lvl2pPr marL="6350" indent="0">
              <a:buFont typeface="Arial" panose="020B0604020202020204" pitchFamily="34" charset="0"/>
              <a:buNone/>
              <a:tabLst/>
              <a:defRPr sz="1100">
                <a:solidFill>
                  <a:schemeClr val="bg2"/>
                </a:solidFill>
              </a:defRPr>
            </a:lvl2pPr>
            <a:lvl3pPr>
              <a:defRPr>
                <a:solidFill>
                  <a:schemeClr val="bg2"/>
                </a:solidFill>
              </a:defRPr>
            </a:lvl3pPr>
          </a:lstStyle>
          <a:p>
            <a:pPr lvl="1"/>
            <a:r>
              <a:rPr lang="en-US" dirty="0"/>
              <a:t>Short body text</a:t>
            </a:r>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3271058" y="436767"/>
            <a:ext cx="5872941" cy="4706734"/>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Full GUI image ONLY, cropped off the bottom and off the right side!</a:t>
            </a:r>
          </a:p>
        </p:txBody>
      </p:sp>
    </p:spTree>
    <p:extLst>
      <p:ext uri="{BB962C8B-B14F-4D97-AF65-F5344CB8AC3E}">
        <p14:creationId xmlns:p14="http://schemas.microsoft.com/office/powerpoint/2010/main" val="4049404505"/>
      </p:ext>
    </p:extLst>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preserve="1">
  <p:cSld name="Cropped UI + Bulle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914402" y="742950"/>
            <a:ext cx="2971801" cy="44005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234180" y="1009650"/>
            <a:ext cx="422402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234180" y="2190750"/>
            <a:ext cx="422402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36741433"/>
      </p:ext>
    </p:extLst>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preserve="1">
  <p:cSld name="Cropped UI + 2 Subsectio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0" y="2603502"/>
            <a:ext cx="9144000" cy="2539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762000" y="742950"/>
            <a:ext cx="3124200" cy="44005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234181" y="1009650"/>
            <a:ext cx="4355321" cy="91440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25" name="Content Placeholder 3">
            <a:extLst>
              <a:ext uri="{FF2B5EF4-FFF2-40B4-BE49-F238E27FC236}">
                <a16:creationId xmlns:a16="http://schemas.microsoft.com/office/drawing/2014/main" id="{CDB8CB3B-090E-084B-9773-1D5AA8B26B3D}"/>
              </a:ext>
            </a:extLst>
          </p:cNvPr>
          <p:cNvSpPr>
            <a:spLocks noGrp="1"/>
          </p:cNvSpPr>
          <p:nvPr>
            <p:ph sz="quarter" idx="19" hasCustomPrompt="1"/>
          </p:nvPr>
        </p:nvSpPr>
        <p:spPr>
          <a:xfrm>
            <a:off x="4233401" y="2606676"/>
            <a:ext cx="210312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94DC190C-3A71-1240-860F-43C561E0C456}"/>
              </a:ext>
            </a:extLst>
          </p:cNvPr>
          <p:cNvSpPr>
            <a:spLocks noGrp="1"/>
          </p:cNvSpPr>
          <p:nvPr>
            <p:ph sz="quarter" idx="21" hasCustomPrompt="1"/>
          </p:nvPr>
        </p:nvSpPr>
        <p:spPr>
          <a:xfrm>
            <a:off x="6497208" y="2606676"/>
            <a:ext cx="2103119"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1" name="Content Placeholder 3">
            <a:extLst>
              <a:ext uri="{FF2B5EF4-FFF2-40B4-BE49-F238E27FC236}">
                <a16:creationId xmlns:a16="http://schemas.microsoft.com/office/drawing/2014/main" id="{5DF5F889-043E-614B-93E1-565AC48AF894}"/>
              </a:ext>
            </a:extLst>
          </p:cNvPr>
          <p:cNvSpPr>
            <a:spLocks noGrp="1"/>
          </p:cNvSpPr>
          <p:nvPr>
            <p:ph sz="half" idx="22" hasCustomPrompt="1"/>
          </p:nvPr>
        </p:nvSpPr>
        <p:spPr>
          <a:xfrm>
            <a:off x="4233403" y="2963189"/>
            <a:ext cx="2103121" cy="1743114"/>
          </a:xfrm>
          <a:prstGeom prst="rect">
            <a:avLst/>
          </a:prstGeom>
          <a:solidFill>
            <a:schemeClr val="bg1">
              <a:lumMod val="95000"/>
            </a:schemeClr>
          </a:solidFill>
          <a:ln w="6350">
            <a:solidFill>
              <a:schemeClr val="bg1">
                <a:lumMod val="95000"/>
              </a:schemeClr>
            </a:solidFill>
          </a:ln>
        </p:spPr>
        <p:txBody>
          <a:bodyPr lIns="137160" rIns="137160" bIns="91440">
            <a:normAutofit/>
          </a:bodyPr>
          <a:lstStyle>
            <a:lvl1pPr>
              <a:lnSpc>
                <a:spcPct val="100000"/>
              </a:lnSpc>
              <a:defRPr sz="12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Bullets all on the same level or body text (no sub bullets)</a:t>
            </a:r>
          </a:p>
          <a:p>
            <a:pPr lvl="1"/>
            <a:r>
              <a:rPr lang="en-US" dirty="0"/>
              <a:t>Second level</a:t>
            </a:r>
          </a:p>
          <a:p>
            <a:pPr lvl="1"/>
            <a:r>
              <a:rPr lang="en-US" dirty="0"/>
              <a:t>NEVER IMAGES</a:t>
            </a:r>
          </a:p>
        </p:txBody>
      </p:sp>
      <p:sp>
        <p:nvSpPr>
          <p:cNvPr id="12" name="Content Placeholder 3">
            <a:extLst>
              <a:ext uri="{FF2B5EF4-FFF2-40B4-BE49-F238E27FC236}">
                <a16:creationId xmlns:a16="http://schemas.microsoft.com/office/drawing/2014/main" id="{A44797D5-5F10-264E-8C89-F35D0593B862}"/>
              </a:ext>
            </a:extLst>
          </p:cNvPr>
          <p:cNvSpPr>
            <a:spLocks noGrp="1"/>
          </p:cNvSpPr>
          <p:nvPr>
            <p:ph sz="half" idx="23" hasCustomPrompt="1"/>
          </p:nvPr>
        </p:nvSpPr>
        <p:spPr>
          <a:xfrm>
            <a:off x="6497209" y="2963189"/>
            <a:ext cx="2103121" cy="1743114"/>
          </a:xfrm>
          <a:prstGeom prst="rect">
            <a:avLst/>
          </a:prstGeom>
          <a:solidFill>
            <a:schemeClr val="bg1">
              <a:lumMod val="95000"/>
            </a:schemeClr>
          </a:solidFill>
          <a:ln w="6350">
            <a:solidFill>
              <a:schemeClr val="bg1">
                <a:lumMod val="95000"/>
              </a:schemeClr>
            </a:solidFill>
          </a:ln>
        </p:spPr>
        <p:txBody>
          <a:bodyPr lIns="137160" rIns="137160" bIns="91440">
            <a:normAutofit/>
          </a:bodyPr>
          <a:lstStyle>
            <a:lvl1pPr>
              <a:lnSpc>
                <a:spcPct val="100000"/>
              </a:lnSpc>
              <a:defRPr sz="12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Bullets all on the same level or body text (no sub bullets)</a:t>
            </a:r>
          </a:p>
          <a:p>
            <a:pPr lvl="1"/>
            <a:r>
              <a:rPr lang="en-US" dirty="0"/>
              <a:t>Second level</a:t>
            </a:r>
          </a:p>
          <a:p>
            <a:pPr lvl="1"/>
            <a:r>
              <a:rPr lang="en-US" dirty="0"/>
              <a:t>NEVER IMAGES</a:t>
            </a:r>
          </a:p>
        </p:txBody>
      </p:sp>
    </p:spTree>
    <p:extLst>
      <p:ext uri="{BB962C8B-B14F-4D97-AF65-F5344CB8AC3E}">
        <p14:creationId xmlns:p14="http://schemas.microsoft.com/office/powerpoint/2010/main" val="1855371572"/>
      </p:ext>
    </p:extLst>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preserve="1">
  <p:cSld name="Cropped UI + Body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34A35F9-142E-5446-8160-BFE436274684}"/>
              </a:ext>
            </a:extLst>
          </p:cNvPr>
          <p:cNvSpPr/>
          <p:nvPr/>
        </p:nvSpPr>
        <p:spPr>
          <a:xfrm>
            <a:off x="0" y="869463"/>
            <a:ext cx="9144000" cy="23880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914401" y="590550"/>
            <a:ext cx="2590800" cy="45529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234180" y="742950"/>
            <a:ext cx="4224020" cy="914400"/>
          </a:xfrm>
          <a:prstGeom prst="rect">
            <a:avLst/>
          </a:prstGeom>
        </p:spPr>
        <p:txBody>
          <a:bodyPr lIns="0" anchor="b">
            <a:normAutofit/>
          </a:bodyPr>
          <a:lstStyle>
            <a:lvl1pPr>
              <a:defRPr sz="2400" b="1">
                <a:solidFill>
                  <a:srgbClr val="FFD999"/>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hasCustomPrompt="1"/>
          </p:nvPr>
        </p:nvSpPr>
        <p:spPr>
          <a:xfrm>
            <a:off x="4234180" y="1771650"/>
            <a:ext cx="4224020" cy="1257300"/>
          </a:xfrm>
          <a:prstGeom prst="rect">
            <a:avLst/>
          </a:prstGeom>
        </p:spPr>
        <p:txBody>
          <a:bodyPr lIns="0" tIns="0">
            <a:normAutofit/>
          </a:bodyPr>
          <a:lstStyle>
            <a:lvl1pPr marL="0" indent="0">
              <a:lnSpc>
                <a:spcPct val="100000"/>
              </a:lnSpc>
              <a:buNone/>
              <a:defRPr sz="1400">
                <a:solidFill>
                  <a:schemeClr val="bg2"/>
                </a:solidFill>
                <a:latin typeface="Lato" panose="020F0502020204030203" pitchFamily="34" charset="0"/>
              </a:defRPr>
            </a:lvl1pPr>
            <a:lvl2pPr marL="514325" indent="-222239">
              <a:lnSpc>
                <a:spcPct val="100000"/>
              </a:lnSpc>
              <a:buFont typeface="Arial" panose="020B0604020202020204" pitchFamily="34" charset="0"/>
              <a:buChar char="•"/>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BODY TEXT ONLY!!!!!!</a:t>
            </a:r>
          </a:p>
          <a:p>
            <a:pPr lvl="0"/>
            <a:r>
              <a:rPr lang="en-US" dirty="0"/>
              <a:t>This makes a good section header</a:t>
            </a:r>
          </a:p>
        </p:txBody>
      </p:sp>
    </p:spTree>
    <p:extLst>
      <p:ext uri="{BB962C8B-B14F-4D97-AF65-F5344CB8AC3E}">
        <p14:creationId xmlns:p14="http://schemas.microsoft.com/office/powerpoint/2010/main" val="2967221251"/>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preserve="1">
  <p:cSld name="Cropped UI, Image, + Body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0F7F6CE-7B09-A540-BDAD-6FB40343D55D}"/>
              </a:ext>
            </a:extLst>
          </p:cNvPr>
          <p:cNvSpPr/>
          <p:nvPr/>
        </p:nvSpPr>
        <p:spPr>
          <a:xfrm>
            <a:off x="0" y="2799102"/>
            <a:ext cx="9144000" cy="2344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a:extLst>
              <a:ext uri="{FF2B5EF4-FFF2-40B4-BE49-F238E27FC236}">
                <a16:creationId xmlns:a16="http://schemas.microsoft.com/office/drawing/2014/main" id="{CD8A0CAE-EB69-8B4A-8FD3-105C3132143E}"/>
              </a:ext>
            </a:extLst>
          </p:cNvPr>
          <p:cNvSpPr/>
          <p:nvPr/>
        </p:nvSpPr>
        <p:spPr>
          <a:xfrm>
            <a:off x="0" y="869463"/>
            <a:ext cx="9144000" cy="23880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914401" y="590550"/>
            <a:ext cx="2590800" cy="45529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234180" y="742950"/>
            <a:ext cx="4224020" cy="914400"/>
          </a:xfrm>
          <a:prstGeom prst="rect">
            <a:avLst/>
          </a:prstGeom>
        </p:spPr>
        <p:txBody>
          <a:bodyPr lIns="0" anchor="b">
            <a:normAutofit/>
          </a:bodyPr>
          <a:lstStyle>
            <a:lvl1pPr>
              <a:defRPr sz="2400" b="1">
                <a:solidFill>
                  <a:srgbClr val="FFD999"/>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hasCustomPrompt="1"/>
          </p:nvPr>
        </p:nvSpPr>
        <p:spPr>
          <a:xfrm>
            <a:off x="4234180" y="1771650"/>
            <a:ext cx="4224020" cy="1257300"/>
          </a:xfrm>
          <a:prstGeom prst="rect">
            <a:avLst/>
          </a:prstGeom>
        </p:spPr>
        <p:txBody>
          <a:bodyPr lIns="0" tIns="0">
            <a:normAutofit/>
          </a:bodyPr>
          <a:lstStyle>
            <a:lvl1pPr marL="0" indent="0">
              <a:lnSpc>
                <a:spcPct val="100000"/>
              </a:lnSpc>
              <a:buNone/>
              <a:defRPr sz="1400">
                <a:solidFill>
                  <a:schemeClr val="bg2"/>
                </a:solidFill>
                <a:latin typeface="Lato" panose="020F0502020204030203" pitchFamily="34" charset="0"/>
              </a:defRPr>
            </a:lvl1pPr>
            <a:lvl2pPr marL="514325" indent="-222239">
              <a:lnSpc>
                <a:spcPct val="100000"/>
              </a:lnSpc>
              <a:buFont typeface="Arial" panose="020B0604020202020204" pitchFamily="34" charset="0"/>
              <a:buChar char="•"/>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BODY TEXT ONLY!!!!!!</a:t>
            </a:r>
          </a:p>
          <a:p>
            <a:pPr lvl="0"/>
            <a:r>
              <a:rPr lang="en-US" dirty="0"/>
              <a:t>This makes a good section header</a:t>
            </a:r>
          </a:p>
        </p:txBody>
      </p:sp>
      <p:sp>
        <p:nvSpPr>
          <p:cNvPr id="8" name="Content Placeholder 3">
            <a:extLst>
              <a:ext uri="{FF2B5EF4-FFF2-40B4-BE49-F238E27FC236}">
                <a16:creationId xmlns:a16="http://schemas.microsoft.com/office/drawing/2014/main" id="{08B3BB30-8502-5A4E-842E-5E3B54FFB994}"/>
              </a:ext>
            </a:extLst>
          </p:cNvPr>
          <p:cNvSpPr>
            <a:spLocks noGrp="1"/>
          </p:cNvSpPr>
          <p:nvPr>
            <p:ph sz="quarter" idx="18" hasCustomPrompt="1"/>
          </p:nvPr>
        </p:nvSpPr>
        <p:spPr>
          <a:xfrm>
            <a:off x="3505202" y="3257552"/>
            <a:ext cx="5617563" cy="1885949"/>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SEND TO BACK, crop to dark blue box edge</a:t>
            </a:r>
          </a:p>
          <a:p>
            <a:pPr lvl="0"/>
            <a:r>
              <a:rPr lang="en-US" dirty="0"/>
              <a:t>THIS LAYOUT MUST USE AN IMAGE HERE OR SWITCH TO THE PREVIOUS LAYOUT!!!!!!!</a:t>
            </a:r>
          </a:p>
        </p:txBody>
      </p:sp>
    </p:spTree>
    <p:extLst>
      <p:ext uri="{BB962C8B-B14F-4D97-AF65-F5344CB8AC3E}">
        <p14:creationId xmlns:p14="http://schemas.microsoft.com/office/powerpoint/2010/main" val="2225447295"/>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preserve="1">
  <p:cSld name="Cropped UI Model Tre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9CE639-D2BB-D64F-B40A-36C5C81E3015}"/>
              </a:ext>
            </a:extLst>
          </p:cNvPr>
          <p:cNvSpPr/>
          <p:nvPr/>
        </p:nvSpPr>
        <p:spPr>
          <a:xfrm>
            <a:off x="5715000" y="0"/>
            <a:ext cx="3429000" cy="51435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27325B"/>
              </a:solidFill>
            </a:endParaRPr>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4648200" y="590550"/>
            <a:ext cx="2590800" cy="45529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must cross over the dark blue)</a:t>
            </a:r>
          </a:p>
          <a:p>
            <a:pPr lvl="1"/>
            <a:r>
              <a:rPr lang="en-US" dirty="0"/>
              <a:t>Intended for use with model tree screenshots, you can label the screenshot in this layout as well.</a:t>
            </a:r>
          </a:p>
        </p:txBody>
      </p:sp>
      <p:sp>
        <p:nvSpPr>
          <p:cNvPr id="8" name="Title 1">
            <a:extLst>
              <a:ext uri="{FF2B5EF4-FFF2-40B4-BE49-F238E27FC236}">
                <a16:creationId xmlns:a16="http://schemas.microsoft.com/office/drawing/2014/main" id="{D8CA5CE1-E6AC-6745-95B3-14D122367006}"/>
              </a:ext>
            </a:extLst>
          </p:cNvPr>
          <p:cNvSpPr>
            <a:spLocks noGrp="1"/>
          </p:cNvSpPr>
          <p:nvPr>
            <p:ph type="title"/>
          </p:nvPr>
        </p:nvSpPr>
        <p:spPr>
          <a:xfrm>
            <a:off x="457201" y="1276350"/>
            <a:ext cx="3200399"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2" name="Content Placeholder 3">
            <a:extLst>
              <a:ext uri="{FF2B5EF4-FFF2-40B4-BE49-F238E27FC236}">
                <a16:creationId xmlns:a16="http://schemas.microsoft.com/office/drawing/2014/main" id="{5278F0E1-55A7-DA47-80E1-84BC99CCCF41}"/>
              </a:ext>
            </a:extLst>
          </p:cNvPr>
          <p:cNvSpPr>
            <a:spLocks noGrp="1"/>
          </p:cNvSpPr>
          <p:nvPr>
            <p:ph sz="half" idx="10" hasCustomPrompt="1"/>
          </p:nvPr>
        </p:nvSpPr>
        <p:spPr>
          <a:xfrm>
            <a:off x="457202" y="2076450"/>
            <a:ext cx="3200399" cy="27051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Tree>
    <p:extLst>
      <p:ext uri="{BB962C8B-B14F-4D97-AF65-F5344CB8AC3E}">
        <p14:creationId xmlns:p14="http://schemas.microsoft.com/office/powerpoint/2010/main" val="4195644516"/>
      </p:ext>
    </p:extLst>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preserve="1">
  <p:cSld name="2 Cropped UI with subsectio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0" y="3561776"/>
            <a:ext cx="9144000" cy="158172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3268637" y="309906"/>
            <a:ext cx="2742991" cy="3251872"/>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25" name="Content Placeholder 3">
            <a:extLst>
              <a:ext uri="{FF2B5EF4-FFF2-40B4-BE49-F238E27FC236}">
                <a16:creationId xmlns:a16="http://schemas.microsoft.com/office/drawing/2014/main" id="{CDB8CB3B-090E-084B-9773-1D5AA8B26B3D}"/>
              </a:ext>
            </a:extLst>
          </p:cNvPr>
          <p:cNvSpPr>
            <a:spLocks noGrp="1"/>
          </p:cNvSpPr>
          <p:nvPr>
            <p:ph sz="quarter" idx="19" hasCustomPrompt="1"/>
          </p:nvPr>
        </p:nvSpPr>
        <p:spPr>
          <a:xfrm>
            <a:off x="3271812" y="3564953"/>
            <a:ext cx="2742991"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1" name="Content Placeholder 3">
            <a:extLst>
              <a:ext uri="{FF2B5EF4-FFF2-40B4-BE49-F238E27FC236}">
                <a16:creationId xmlns:a16="http://schemas.microsoft.com/office/drawing/2014/main" id="{5DF5F889-043E-614B-93E1-565AC48AF894}"/>
              </a:ext>
            </a:extLst>
          </p:cNvPr>
          <p:cNvSpPr>
            <a:spLocks noGrp="1"/>
          </p:cNvSpPr>
          <p:nvPr>
            <p:ph sz="half" idx="22" hasCustomPrompt="1"/>
          </p:nvPr>
        </p:nvSpPr>
        <p:spPr>
          <a:xfrm>
            <a:off x="3271813" y="3921468"/>
            <a:ext cx="2742992" cy="915305"/>
          </a:xfrm>
          <a:prstGeom prst="rect">
            <a:avLst/>
          </a:prstGeom>
          <a:solidFill>
            <a:schemeClr val="bg1">
              <a:lumMod val="95000"/>
            </a:schemeClr>
          </a:solidFill>
          <a:ln w="6350">
            <a:solidFill>
              <a:schemeClr val="bg1">
                <a:lumMod val="95000"/>
              </a:schemeClr>
            </a:solidFill>
          </a:ln>
        </p:spPr>
        <p:txBody>
          <a:bodyPr lIns="137160" rIns="137160" bIns="91440">
            <a:normAutofit/>
          </a:bodyPr>
          <a:lstStyle>
            <a:lvl1pPr marL="0" indent="0">
              <a:lnSpc>
                <a:spcPct val="100000"/>
              </a:lnSpc>
              <a:buNone/>
              <a:defRPr sz="1200">
                <a:solidFill>
                  <a:srgbClr val="393A39"/>
                </a:solidFill>
                <a:latin typeface="Lato" panose="020F0502020204030203" pitchFamily="34" charset="0"/>
              </a:defRPr>
            </a:lvl1pPr>
            <a:lvl2pPr marL="292086" indent="0">
              <a:lnSpc>
                <a:spcPct val="100000"/>
              </a:lnSpc>
              <a:buFont typeface="Arial" panose="020B0604020202020204" pitchFamily="34" charset="0"/>
              <a:buNone/>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BODY TEXT ONLY &amp; SHORT!!!</a:t>
            </a:r>
          </a:p>
        </p:txBody>
      </p:sp>
      <p:sp>
        <p:nvSpPr>
          <p:cNvPr id="15" name="Content Placeholder 3">
            <a:extLst>
              <a:ext uri="{FF2B5EF4-FFF2-40B4-BE49-F238E27FC236}">
                <a16:creationId xmlns:a16="http://schemas.microsoft.com/office/drawing/2014/main" id="{6C8EFA91-AE2A-1C41-B6BE-2DBD7249E9CD}"/>
              </a:ext>
            </a:extLst>
          </p:cNvPr>
          <p:cNvSpPr>
            <a:spLocks noGrp="1"/>
          </p:cNvSpPr>
          <p:nvPr>
            <p:ph sz="quarter" idx="23" hasCustomPrompt="1"/>
          </p:nvPr>
        </p:nvSpPr>
        <p:spPr>
          <a:xfrm>
            <a:off x="6169234" y="309906"/>
            <a:ext cx="2742991" cy="3251872"/>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6" name="Content Placeholder 3">
            <a:extLst>
              <a:ext uri="{FF2B5EF4-FFF2-40B4-BE49-F238E27FC236}">
                <a16:creationId xmlns:a16="http://schemas.microsoft.com/office/drawing/2014/main" id="{597BA6C8-98C5-F141-AF2A-D08A2BE5E090}"/>
              </a:ext>
            </a:extLst>
          </p:cNvPr>
          <p:cNvSpPr>
            <a:spLocks noGrp="1"/>
          </p:cNvSpPr>
          <p:nvPr>
            <p:ph sz="quarter" idx="24" hasCustomPrompt="1"/>
          </p:nvPr>
        </p:nvSpPr>
        <p:spPr>
          <a:xfrm>
            <a:off x="6172409" y="3564953"/>
            <a:ext cx="2742991"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97106E21-E3D5-7347-8002-ADA87DE2541B}"/>
              </a:ext>
            </a:extLst>
          </p:cNvPr>
          <p:cNvSpPr>
            <a:spLocks noGrp="1"/>
          </p:cNvSpPr>
          <p:nvPr>
            <p:ph sz="half" idx="25" hasCustomPrompt="1"/>
          </p:nvPr>
        </p:nvSpPr>
        <p:spPr>
          <a:xfrm>
            <a:off x="6172408" y="3921468"/>
            <a:ext cx="2742992" cy="915305"/>
          </a:xfrm>
          <a:prstGeom prst="rect">
            <a:avLst/>
          </a:prstGeom>
          <a:solidFill>
            <a:schemeClr val="bg1">
              <a:lumMod val="95000"/>
            </a:schemeClr>
          </a:solidFill>
          <a:ln w="6350">
            <a:solidFill>
              <a:schemeClr val="bg1">
                <a:lumMod val="95000"/>
              </a:schemeClr>
            </a:solidFill>
          </a:ln>
        </p:spPr>
        <p:txBody>
          <a:bodyPr lIns="137160" rIns="137160" bIns="91440">
            <a:normAutofit/>
          </a:bodyPr>
          <a:lstStyle>
            <a:lvl1pPr marL="0" indent="0">
              <a:lnSpc>
                <a:spcPct val="100000"/>
              </a:lnSpc>
              <a:buNone/>
              <a:defRPr sz="1200">
                <a:solidFill>
                  <a:srgbClr val="393A39"/>
                </a:solidFill>
                <a:latin typeface="Lato" panose="020F0502020204030203" pitchFamily="34" charset="0"/>
              </a:defRPr>
            </a:lvl1pPr>
            <a:lvl2pPr marL="292086" indent="0">
              <a:lnSpc>
                <a:spcPct val="100000"/>
              </a:lnSpc>
              <a:buFont typeface="Arial" panose="020B0604020202020204" pitchFamily="34" charset="0"/>
              <a:buNone/>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BODY TEXT ONLY &amp; SHORT!!!</a:t>
            </a:r>
          </a:p>
        </p:txBody>
      </p:sp>
      <p:sp>
        <p:nvSpPr>
          <p:cNvPr id="18" name="Title 1">
            <a:extLst>
              <a:ext uri="{FF2B5EF4-FFF2-40B4-BE49-F238E27FC236}">
                <a16:creationId xmlns:a16="http://schemas.microsoft.com/office/drawing/2014/main" id="{B3A8D490-41BA-5142-8877-3A797812A270}"/>
              </a:ext>
            </a:extLst>
          </p:cNvPr>
          <p:cNvSpPr>
            <a:spLocks noGrp="1"/>
          </p:cNvSpPr>
          <p:nvPr>
            <p:ph type="title" hasCustomPrompt="1"/>
          </p:nvPr>
        </p:nvSpPr>
        <p:spPr>
          <a:xfrm>
            <a:off x="457201" y="12763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dirty="0"/>
              <a:t>Content slide for product </a:t>
            </a:r>
          </a:p>
        </p:txBody>
      </p:sp>
      <p:sp>
        <p:nvSpPr>
          <p:cNvPr id="19" name="Content Placeholder 3">
            <a:extLst>
              <a:ext uri="{FF2B5EF4-FFF2-40B4-BE49-F238E27FC236}">
                <a16:creationId xmlns:a16="http://schemas.microsoft.com/office/drawing/2014/main" id="{2BF24910-E5CD-024B-A38B-D054FDAB2270}"/>
              </a:ext>
            </a:extLst>
          </p:cNvPr>
          <p:cNvSpPr>
            <a:spLocks noGrp="1"/>
          </p:cNvSpPr>
          <p:nvPr>
            <p:ph sz="half" idx="10" hasCustomPrompt="1"/>
          </p:nvPr>
        </p:nvSpPr>
        <p:spPr>
          <a:xfrm>
            <a:off x="457201" y="2076450"/>
            <a:ext cx="2417762" cy="1104900"/>
          </a:xfrm>
          <a:prstGeom prst="rect">
            <a:avLst/>
          </a:prstGeom>
        </p:spPr>
        <p:txBody>
          <a:bodyPr lIns="0">
            <a:normAutofit/>
          </a:bodyPr>
          <a:lstStyle>
            <a:lvl1pPr marL="0" indent="0">
              <a:lnSpc>
                <a:spcPct val="100000"/>
              </a:lnSpc>
              <a:buNone/>
              <a:defRPr sz="1400">
                <a:solidFill>
                  <a:srgbClr val="393A39"/>
                </a:solidFill>
                <a:latin typeface="Lato" panose="020F0502020204030203" pitchFamily="34" charset="0"/>
              </a:defRPr>
            </a:lvl1pPr>
            <a:lvl2pPr marL="292086" indent="0">
              <a:lnSpc>
                <a:spcPct val="100000"/>
              </a:lnSpc>
              <a:buFont typeface="Arial" panose="020B0604020202020204" pitchFamily="34" charset="0"/>
              <a:buNone/>
              <a:defRPr sz="1200">
                <a:solidFill>
                  <a:srgbClr val="393A39"/>
                </a:solidFill>
                <a:latin typeface="Lato" panose="020F0502020204030203" pitchFamily="34" charset="0"/>
              </a:defRPr>
            </a:lvl2pPr>
            <a:lvl3pPr marL="576233" indent="0">
              <a:lnSpc>
                <a:spcPct val="100000"/>
              </a:lnSpc>
              <a:buNone/>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Title ONLY preferred, if there is body copy it should be very short! (NO BULLETS)</a:t>
            </a:r>
          </a:p>
        </p:txBody>
      </p:sp>
    </p:spTree>
    <p:extLst>
      <p:ext uri="{BB962C8B-B14F-4D97-AF65-F5344CB8AC3E}">
        <p14:creationId xmlns:p14="http://schemas.microsoft.com/office/powerpoint/2010/main" val="188269731"/>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preserve="1">
  <p:cSld name="Small Cropped UI, Image, + Bullets">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0" y="1"/>
            <a:ext cx="9144000" cy="25536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9" name="Picture 18">
            <a:extLst>
              <a:ext uri="{FF2B5EF4-FFF2-40B4-BE49-F238E27FC236}">
                <a16:creationId xmlns:a16="http://schemas.microsoft.com/office/drawing/2014/main" id="{12314A6A-139E-B045-A7B0-62EE8C195F54}"/>
              </a:ext>
            </a:extLst>
          </p:cNvPr>
          <p:cNvPicPr>
            <a:picLocks noChangeAspect="1"/>
          </p:cNvPicPr>
          <p:nvPr/>
        </p:nvPicPr>
        <p:blipFill rotWithShape="1">
          <a:blip r:embed="rId2"/>
          <a:srcRect l="24096"/>
          <a:stretch/>
        </p:blipFill>
        <p:spPr>
          <a:xfrm>
            <a:off x="0" y="115219"/>
            <a:ext cx="1066800" cy="287051"/>
          </a:xfrm>
          <a:prstGeom prst="rect">
            <a:avLst/>
          </a:prstGeom>
        </p:spPr>
      </p:pic>
      <p:pic>
        <p:nvPicPr>
          <p:cNvPr id="20" name="Picture 19">
            <a:extLst>
              <a:ext uri="{FF2B5EF4-FFF2-40B4-BE49-F238E27FC236}">
                <a16:creationId xmlns:a16="http://schemas.microsoft.com/office/drawing/2014/main" id="{C764D7F7-BB88-854E-82C8-FA0A21E4A86E}"/>
              </a:ext>
            </a:extLst>
          </p:cNvPr>
          <p:cNvPicPr>
            <a:picLocks noChangeAspect="1"/>
          </p:cNvPicPr>
          <p:nvPr/>
        </p:nvPicPr>
        <p:blipFill>
          <a:blip r:embed="rId3"/>
          <a:stretch>
            <a:fillRect/>
          </a:stretch>
        </p:blipFill>
        <p:spPr>
          <a:xfrm>
            <a:off x="115779" y="223914"/>
            <a:ext cx="752320" cy="69658"/>
          </a:xfrm>
          <a:prstGeom prst="rect">
            <a:avLst/>
          </a:prstGeom>
        </p:spPr>
      </p:pic>
      <p:sp>
        <p:nvSpPr>
          <p:cNvPr id="32" name="Content Placeholder 3">
            <a:extLst>
              <a:ext uri="{FF2B5EF4-FFF2-40B4-BE49-F238E27FC236}">
                <a16:creationId xmlns:a16="http://schemas.microsoft.com/office/drawing/2014/main" id="{08F8115A-52B0-214C-9121-EF7CCB7F0CB0}"/>
              </a:ext>
            </a:extLst>
          </p:cNvPr>
          <p:cNvSpPr>
            <a:spLocks noGrp="1"/>
          </p:cNvSpPr>
          <p:nvPr>
            <p:ph sz="quarter" idx="17" hasCustomPrompt="1"/>
          </p:nvPr>
        </p:nvSpPr>
        <p:spPr>
          <a:xfrm>
            <a:off x="0" y="-1270"/>
            <a:ext cx="9144000" cy="2553616"/>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 </a:t>
            </a:r>
          </a:p>
          <a:p>
            <a:pPr lvl="0"/>
            <a:r>
              <a:rPr lang="en-US" dirty="0"/>
              <a:t>Can be broken into multiple images but there should be space in between each</a:t>
            </a:r>
          </a:p>
        </p:txBody>
      </p:sp>
      <p:sp>
        <p:nvSpPr>
          <p:cNvPr id="18" name="Title 1">
            <a:extLst>
              <a:ext uri="{FF2B5EF4-FFF2-40B4-BE49-F238E27FC236}">
                <a16:creationId xmlns:a16="http://schemas.microsoft.com/office/drawing/2014/main" id="{FC98038E-301F-8A4C-BE5E-97E84379DBA2}"/>
              </a:ext>
            </a:extLst>
          </p:cNvPr>
          <p:cNvSpPr>
            <a:spLocks noGrp="1"/>
          </p:cNvSpPr>
          <p:nvPr>
            <p:ph type="title"/>
          </p:nvPr>
        </p:nvSpPr>
        <p:spPr>
          <a:xfrm>
            <a:off x="0" y="2072542"/>
            <a:ext cx="8382000" cy="879516"/>
          </a:xfrm>
          <a:prstGeom prst="rect">
            <a:avLst/>
          </a:prstGeom>
          <a:solidFill>
            <a:schemeClr val="tx2"/>
          </a:solidFill>
        </p:spPr>
        <p:txBody>
          <a:bodyPr lIns="2834640" rIns="137160" bIns="13716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21" name="Content Placeholder 3">
            <a:extLst>
              <a:ext uri="{FF2B5EF4-FFF2-40B4-BE49-F238E27FC236}">
                <a16:creationId xmlns:a16="http://schemas.microsoft.com/office/drawing/2014/main" id="{5030816A-EC52-EF4E-9057-6C419FC49F4D}"/>
              </a:ext>
            </a:extLst>
          </p:cNvPr>
          <p:cNvSpPr>
            <a:spLocks noGrp="1"/>
          </p:cNvSpPr>
          <p:nvPr>
            <p:ph sz="quarter" idx="18" hasCustomPrompt="1"/>
          </p:nvPr>
        </p:nvSpPr>
        <p:spPr>
          <a:xfrm>
            <a:off x="368350" y="2266952"/>
            <a:ext cx="2180990" cy="2742283"/>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(must cross over the dark blue but not above it or off the page)</a:t>
            </a:r>
          </a:p>
          <a:p>
            <a:pPr lvl="1"/>
            <a:r>
              <a:rPr lang="en-US" dirty="0"/>
              <a:t>Best used with small GUI screenshots (width can change but not height, adjust left margin to title text so it is left aligned but legible)</a:t>
            </a:r>
          </a:p>
        </p:txBody>
      </p:sp>
      <p:sp>
        <p:nvSpPr>
          <p:cNvPr id="23" name="Content Placeholder 3">
            <a:extLst>
              <a:ext uri="{FF2B5EF4-FFF2-40B4-BE49-F238E27FC236}">
                <a16:creationId xmlns:a16="http://schemas.microsoft.com/office/drawing/2014/main" id="{FC958CDA-7917-0F43-A775-6AEE32A675F6}"/>
              </a:ext>
            </a:extLst>
          </p:cNvPr>
          <p:cNvSpPr>
            <a:spLocks noGrp="1"/>
          </p:cNvSpPr>
          <p:nvPr>
            <p:ph sz="half" idx="10" hasCustomPrompt="1"/>
          </p:nvPr>
        </p:nvSpPr>
        <p:spPr>
          <a:xfrm>
            <a:off x="2819402" y="3182268"/>
            <a:ext cx="5373585" cy="1827882"/>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Body text is preferred over bullets* keep it short!</a:t>
            </a:r>
          </a:p>
          <a:p>
            <a:pPr lvl="1"/>
            <a:r>
              <a:rPr lang="en-US" dirty="0"/>
              <a:t>Keep left aligned to the title (if you adjust the title adjust this box as well)</a:t>
            </a:r>
          </a:p>
          <a:p>
            <a:pPr lvl="2"/>
            <a:r>
              <a:rPr lang="en-US" dirty="0"/>
              <a:t>Third level</a:t>
            </a:r>
          </a:p>
        </p:txBody>
      </p:sp>
    </p:spTree>
    <p:extLst>
      <p:ext uri="{BB962C8B-B14F-4D97-AF65-F5344CB8AC3E}">
        <p14:creationId xmlns:p14="http://schemas.microsoft.com/office/powerpoint/2010/main" val="2663253291"/>
      </p:ext>
    </p:extLst>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preserve="1">
  <p:cSld name="1 Img: Title + Bod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A777EC-9019-8B83-E465-C2781F99CAA6}"/>
              </a:ext>
            </a:extLst>
          </p:cNvPr>
          <p:cNvSpPr/>
          <p:nvPr/>
        </p:nvSpPr>
        <p:spPr>
          <a:xfrm>
            <a:off x="0" y="1144024"/>
            <a:ext cx="9144000" cy="28554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5" name="Title 1">
            <a:extLst>
              <a:ext uri="{FF2B5EF4-FFF2-40B4-BE49-F238E27FC236}">
                <a16:creationId xmlns:a16="http://schemas.microsoft.com/office/drawing/2014/main" id="{CCE26A77-C602-0A7A-956A-08B6263C5E84}"/>
              </a:ext>
            </a:extLst>
          </p:cNvPr>
          <p:cNvSpPr>
            <a:spLocks noGrp="1"/>
          </p:cNvSpPr>
          <p:nvPr>
            <p:ph type="title"/>
          </p:nvPr>
        </p:nvSpPr>
        <p:spPr>
          <a:xfrm>
            <a:off x="4724401" y="1352550"/>
            <a:ext cx="4042889" cy="914400"/>
          </a:xfrm>
          <a:prstGeom prst="rect">
            <a:avLst/>
          </a:prstGeom>
        </p:spPr>
        <p:txBody>
          <a:bodyPr lIns="0" anchor="b">
            <a:normAutofit/>
          </a:bodyPr>
          <a:lstStyle>
            <a:lvl1pPr>
              <a:defRPr sz="2400" b="1">
                <a:solidFill>
                  <a:srgbClr val="FFD999"/>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DF36A7F8-6BA2-5049-B577-6E56D2BC558B}"/>
              </a:ext>
            </a:extLst>
          </p:cNvPr>
          <p:cNvSpPr>
            <a:spLocks noGrp="1"/>
          </p:cNvSpPr>
          <p:nvPr>
            <p:ph sz="half" idx="10" hasCustomPrompt="1"/>
          </p:nvPr>
        </p:nvSpPr>
        <p:spPr>
          <a:xfrm>
            <a:off x="4724401" y="2381250"/>
            <a:ext cx="4042889" cy="1257300"/>
          </a:xfrm>
          <a:prstGeom prst="rect">
            <a:avLst/>
          </a:prstGeom>
        </p:spPr>
        <p:txBody>
          <a:bodyPr lIns="0" tIns="0">
            <a:normAutofit/>
          </a:bodyPr>
          <a:lstStyle>
            <a:lvl1pPr marL="0" indent="0">
              <a:lnSpc>
                <a:spcPct val="100000"/>
              </a:lnSpc>
              <a:buNone/>
              <a:defRPr sz="1400">
                <a:solidFill>
                  <a:schemeClr val="bg2"/>
                </a:solidFill>
                <a:latin typeface="Lato" panose="020F0502020204030203" pitchFamily="34" charset="0"/>
              </a:defRPr>
            </a:lvl1pPr>
            <a:lvl2pPr marL="514325" indent="-222239">
              <a:lnSpc>
                <a:spcPct val="100000"/>
              </a:lnSpc>
              <a:buFont typeface="Arial" panose="020B0604020202020204" pitchFamily="34" charset="0"/>
              <a:buChar char="•"/>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BODY TEXT ONLY!!!!!!</a:t>
            </a:r>
          </a:p>
          <a:p>
            <a:pPr lvl="0"/>
            <a:r>
              <a:rPr lang="en-US" dirty="0"/>
              <a:t>This makes a good section header</a:t>
            </a:r>
          </a:p>
        </p:txBody>
      </p:sp>
      <p:sp>
        <p:nvSpPr>
          <p:cNvPr id="7" name="Content Placeholder 7">
            <a:extLst>
              <a:ext uri="{FF2B5EF4-FFF2-40B4-BE49-F238E27FC236}">
                <a16:creationId xmlns:a16="http://schemas.microsoft.com/office/drawing/2014/main" id="{048B5B2E-1985-8F14-B1F4-C9D83B458A5F}"/>
              </a:ext>
            </a:extLst>
          </p:cNvPr>
          <p:cNvSpPr txBox="1">
            <a:spLocks/>
          </p:cNvSpPr>
          <p:nvPr/>
        </p:nvSpPr>
        <p:spPr>
          <a:xfrm>
            <a:off x="502388" y="666649"/>
            <a:ext cx="4008287" cy="4030896"/>
          </a:xfrm>
          <a:prstGeom prst="rect">
            <a:avLst/>
          </a:prstGeom>
          <a:solidFill>
            <a:schemeClr val="bg2"/>
          </a:solidFill>
          <a:ln w="6350">
            <a:noFill/>
          </a:ln>
        </p:spPr>
        <p:txBody>
          <a:bodyPr vert="horz" lIns="102870" tIns="34290" rIns="102870" bIns="68580" rtlCol="0" anchor="t" anchorCtr="0">
            <a:noAutofit/>
          </a:bodyPr>
          <a:lstStyle>
            <a:lvl1pPr marL="0" indent="0" algn="l" defTabSz="1219170" rtl="0" eaLnBrk="1" latinLnBrk="0" hangingPunct="1">
              <a:lnSpc>
                <a:spcPct val="100000"/>
              </a:lnSpc>
              <a:spcBef>
                <a:spcPts val="1333"/>
              </a:spcBef>
              <a:buFont typeface="Wingdings" pitchFamily="2" charset="2"/>
              <a:buNone/>
              <a:tabLst/>
              <a:defRPr sz="1600" b="0" kern="1200">
                <a:solidFill>
                  <a:schemeClr val="tx1"/>
                </a:solidFill>
                <a:latin typeface="Lato" panose="020F0502020204030203" pitchFamily="34" charset="0"/>
                <a:ea typeface="+mn-ea"/>
                <a:cs typeface="+mn-cs"/>
              </a:defRPr>
            </a:lvl1pPr>
            <a:lvl2pPr marL="685783" indent="-296326" algn="l" defTabSz="1219170" rtl="0" eaLnBrk="1" latinLnBrk="0" hangingPunct="1">
              <a:lnSpc>
                <a:spcPct val="100000"/>
              </a:lnSpc>
              <a:spcBef>
                <a:spcPts val="667"/>
              </a:spcBef>
              <a:buFontTx/>
              <a:buBlip>
                <a:blip r:embed="rId2"/>
              </a:buBlip>
              <a:tabLst/>
              <a:defRPr sz="1867" kern="1200">
                <a:solidFill>
                  <a:schemeClr val="bg2"/>
                </a:solidFill>
                <a:latin typeface="Lato" panose="020F0502020204030203" pitchFamily="34" charset="0"/>
                <a:ea typeface="+mn-ea"/>
                <a:cs typeface="+mn-cs"/>
              </a:defRPr>
            </a:lvl2pPr>
            <a:lvl3pPr marL="994808" indent="-226478" algn="l" defTabSz="1075240" rtl="0" eaLnBrk="1" latinLnBrk="0" hangingPunct="1">
              <a:lnSpc>
                <a:spcPct val="100000"/>
              </a:lnSpc>
              <a:spcBef>
                <a:spcPts val="667"/>
              </a:spcBef>
              <a:buFont typeface="Arial" panose="020B0604020202020204" pitchFamily="34" charset="0"/>
              <a:buChar char="•"/>
              <a:tabLst/>
              <a:defRPr sz="1600" kern="1200">
                <a:solidFill>
                  <a:schemeClr val="bg2"/>
                </a:solidFill>
                <a:latin typeface="Lato" panose="020F0502020204030203" pitchFamily="34" charset="0"/>
                <a:ea typeface="+mn-ea"/>
                <a:cs typeface="+mn-cs"/>
              </a:defRPr>
            </a:lvl3pPr>
            <a:lvl4pPr marL="1828754" indent="0" algn="l" defTabSz="1219170" rtl="0" eaLnBrk="1" latinLnBrk="0" hangingPunct="1">
              <a:lnSpc>
                <a:spcPct val="90000"/>
              </a:lnSpc>
              <a:spcBef>
                <a:spcPts val="667"/>
              </a:spcBef>
              <a:buFont typeface="Arial" panose="020B0604020202020204" pitchFamily="34" charset="0"/>
              <a:buNone/>
              <a:defRPr sz="1467" kern="1200">
                <a:solidFill>
                  <a:schemeClr val="tx1"/>
                </a:solidFill>
                <a:latin typeface="Lato" panose="020F0502020204030203" pitchFamily="34" charset="0"/>
                <a:ea typeface="+mn-ea"/>
                <a:cs typeface="+mn-cs"/>
              </a:defRPr>
            </a:lvl4pPr>
            <a:lvl5pPr marL="2438339" indent="0" algn="l" defTabSz="1219170" rtl="0" eaLnBrk="1" latinLnBrk="0" hangingPunct="1">
              <a:lnSpc>
                <a:spcPct val="90000"/>
              </a:lnSpc>
              <a:spcBef>
                <a:spcPts val="667"/>
              </a:spcBef>
              <a:buFont typeface="Arial" panose="020B0604020202020204" pitchFamily="34" charset="0"/>
              <a:buNone/>
              <a:defRPr sz="1467" kern="1200">
                <a:solidFill>
                  <a:schemeClr val="tx1"/>
                </a:solidFill>
                <a:latin typeface="Lato" panose="020F0502020204030203" pitchFamily="34" charset="0"/>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r>
              <a:rPr lang="en-US" sz="1200"/>
              <a:t> </a:t>
            </a:r>
            <a:endParaRPr lang="en-US" sz="1200" dirty="0"/>
          </a:p>
        </p:txBody>
      </p:sp>
      <p:sp>
        <p:nvSpPr>
          <p:cNvPr id="8" name="Content Placeholder 3">
            <a:extLst>
              <a:ext uri="{FF2B5EF4-FFF2-40B4-BE49-F238E27FC236}">
                <a16:creationId xmlns:a16="http://schemas.microsoft.com/office/drawing/2014/main" id="{4A2F42E4-E084-6D36-0938-B9A959124F5D}"/>
              </a:ext>
            </a:extLst>
          </p:cNvPr>
          <p:cNvSpPr>
            <a:spLocks noGrp="1"/>
          </p:cNvSpPr>
          <p:nvPr>
            <p:ph sz="quarter" idx="21" hasCustomPrompt="1"/>
          </p:nvPr>
        </p:nvSpPr>
        <p:spPr>
          <a:xfrm>
            <a:off x="502388" y="666650"/>
            <a:ext cx="4008287" cy="4030896"/>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Tree>
    <p:extLst>
      <p:ext uri="{BB962C8B-B14F-4D97-AF65-F5344CB8AC3E}">
        <p14:creationId xmlns:p14="http://schemas.microsoft.com/office/powerpoint/2010/main" val="2996003654"/>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preserve="1">
  <p:cSld name="1 Img: Body &amp; 2 Subsections (horizont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3276600" y="438151"/>
            <a:ext cx="5867400" cy="4267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Content Placeholder 3">
            <a:extLst>
              <a:ext uri="{FF2B5EF4-FFF2-40B4-BE49-F238E27FC236}">
                <a16:creationId xmlns:a16="http://schemas.microsoft.com/office/drawing/2014/main" id="{47CEDFB9-61FB-664C-B8CB-B9845B0708A7}"/>
              </a:ext>
            </a:extLst>
          </p:cNvPr>
          <p:cNvSpPr>
            <a:spLocks noGrp="1"/>
          </p:cNvSpPr>
          <p:nvPr>
            <p:ph sz="quarter" idx="21" hasCustomPrompt="1"/>
          </p:nvPr>
        </p:nvSpPr>
        <p:spPr>
          <a:xfrm>
            <a:off x="3275214" y="433533"/>
            <a:ext cx="5944986" cy="4267201"/>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12763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9" name="Content Placeholder 3">
            <a:extLst>
              <a:ext uri="{FF2B5EF4-FFF2-40B4-BE49-F238E27FC236}">
                <a16:creationId xmlns:a16="http://schemas.microsoft.com/office/drawing/2014/main" id="{3E06FF7B-3429-C644-8CBA-4E520851CCC1}"/>
              </a:ext>
            </a:extLst>
          </p:cNvPr>
          <p:cNvSpPr>
            <a:spLocks noGrp="1"/>
          </p:cNvSpPr>
          <p:nvPr>
            <p:ph sz="quarter" idx="17" hasCustomPrompt="1"/>
          </p:nvPr>
        </p:nvSpPr>
        <p:spPr>
          <a:xfrm>
            <a:off x="6766560" y="2878464"/>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1" name="Content Placeholder 3">
            <a:extLst>
              <a:ext uri="{FF2B5EF4-FFF2-40B4-BE49-F238E27FC236}">
                <a16:creationId xmlns:a16="http://schemas.microsoft.com/office/drawing/2014/main" id="{529BFA4C-0FA9-8A4B-A56D-5092DC42B69F}"/>
              </a:ext>
            </a:extLst>
          </p:cNvPr>
          <p:cNvSpPr>
            <a:spLocks noGrp="1"/>
          </p:cNvSpPr>
          <p:nvPr>
            <p:ph sz="quarter" idx="18" hasCustomPrompt="1"/>
          </p:nvPr>
        </p:nvSpPr>
        <p:spPr>
          <a:xfrm>
            <a:off x="6766560"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never images)</a:t>
            </a:r>
          </a:p>
        </p:txBody>
      </p:sp>
      <p:sp>
        <p:nvSpPr>
          <p:cNvPr id="17" name="Content Placeholder 3">
            <a:extLst>
              <a:ext uri="{FF2B5EF4-FFF2-40B4-BE49-F238E27FC236}">
                <a16:creationId xmlns:a16="http://schemas.microsoft.com/office/drawing/2014/main" id="{6F0A16B3-E5A2-F142-A60B-3ABD6B4C506E}"/>
              </a:ext>
            </a:extLst>
          </p:cNvPr>
          <p:cNvSpPr>
            <a:spLocks noGrp="1"/>
          </p:cNvSpPr>
          <p:nvPr>
            <p:ph sz="quarter" idx="19" hasCustomPrompt="1"/>
          </p:nvPr>
        </p:nvSpPr>
        <p:spPr>
          <a:xfrm>
            <a:off x="4746172" y="2878464"/>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8" name="Content Placeholder 3">
            <a:extLst>
              <a:ext uri="{FF2B5EF4-FFF2-40B4-BE49-F238E27FC236}">
                <a16:creationId xmlns:a16="http://schemas.microsoft.com/office/drawing/2014/main" id="{261E8B46-9EEF-7442-99EE-163C31DA533A}"/>
              </a:ext>
            </a:extLst>
          </p:cNvPr>
          <p:cNvSpPr>
            <a:spLocks noGrp="1"/>
          </p:cNvSpPr>
          <p:nvPr>
            <p:ph sz="quarter" idx="20" hasCustomPrompt="1"/>
          </p:nvPr>
        </p:nvSpPr>
        <p:spPr>
          <a:xfrm>
            <a:off x="4746172"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never images)</a:t>
            </a:r>
          </a:p>
        </p:txBody>
      </p:sp>
      <p:sp>
        <p:nvSpPr>
          <p:cNvPr id="13" name="Content Placeholder 3">
            <a:extLst>
              <a:ext uri="{FF2B5EF4-FFF2-40B4-BE49-F238E27FC236}">
                <a16:creationId xmlns:a16="http://schemas.microsoft.com/office/drawing/2014/main" id="{EBEB5B93-0024-7142-918B-08276C405FC0}"/>
              </a:ext>
            </a:extLst>
          </p:cNvPr>
          <p:cNvSpPr>
            <a:spLocks noGrp="1"/>
          </p:cNvSpPr>
          <p:nvPr>
            <p:ph sz="half" idx="10" hasCustomPrompt="1"/>
          </p:nvPr>
        </p:nvSpPr>
        <p:spPr>
          <a:xfrm>
            <a:off x="457201" y="2076450"/>
            <a:ext cx="2417762" cy="27051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Tree>
    <p:extLst>
      <p:ext uri="{BB962C8B-B14F-4D97-AF65-F5344CB8AC3E}">
        <p14:creationId xmlns:p14="http://schemas.microsoft.com/office/powerpoint/2010/main" val="3603967859"/>
      </p:ext>
    </p:extLst>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preserve="1">
  <p:cSld name="1 Img: Body &amp; 2 Subsections (vertic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3276600" y="438151"/>
            <a:ext cx="5867400" cy="4267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Content Placeholder 3">
            <a:extLst>
              <a:ext uri="{FF2B5EF4-FFF2-40B4-BE49-F238E27FC236}">
                <a16:creationId xmlns:a16="http://schemas.microsoft.com/office/drawing/2014/main" id="{3E121484-A153-5748-BC2B-E272C94905DD}"/>
              </a:ext>
            </a:extLst>
          </p:cNvPr>
          <p:cNvSpPr>
            <a:spLocks noGrp="1"/>
          </p:cNvSpPr>
          <p:nvPr>
            <p:ph sz="quarter" idx="17" hasCustomPrompt="1"/>
          </p:nvPr>
        </p:nvSpPr>
        <p:spPr>
          <a:xfrm>
            <a:off x="3275214" y="433533"/>
            <a:ext cx="5944986" cy="4267201"/>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vertical image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hasCustomPrompt="1"/>
          </p:nvPr>
        </p:nvSpPr>
        <p:spPr>
          <a:xfrm>
            <a:off x="457201" y="12763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dirty="0"/>
              <a:t>Content slide for product </a:t>
            </a:r>
          </a:p>
        </p:txBody>
      </p:sp>
      <p:sp>
        <p:nvSpPr>
          <p:cNvPr id="19" name="Content Placeholder 3">
            <a:extLst>
              <a:ext uri="{FF2B5EF4-FFF2-40B4-BE49-F238E27FC236}">
                <a16:creationId xmlns:a16="http://schemas.microsoft.com/office/drawing/2014/main" id="{0039C83E-2396-3041-88D2-08BED1B90FB3}"/>
              </a:ext>
            </a:extLst>
          </p:cNvPr>
          <p:cNvSpPr>
            <a:spLocks noGrp="1"/>
          </p:cNvSpPr>
          <p:nvPr>
            <p:ph sz="half" idx="10" hasCustomPrompt="1"/>
          </p:nvPr>
        </p:nvSpPr>
        <p:spPr>
          <a:xfrm>
            <a:off x="457201" y="2076450"/>
            <a:ext cx="2417762" cy="27051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8C71EA4F-0AEB-704F-B2AF-EC325862EE69}"/>
              </a:ext>
            </a:extLst>
          </p:cNvPr>
          <p:cNvSpPr>
            <a:spLocks noGrp="1"/>
          </p:cNvSpPr>
          <p:nvPr>
            <p:ph sz="quarter" idx="12" hasCustomPrompt="1"/>
          </p:nvPr>
        </p:nvSpPr>
        <p:spPr>
          <a:xfrm>
            <a:off x="6766560" y="285750"/>
            <a:ext cx="1920240" cy="1295400"/>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Content Placeholder 3">
            <a:extLst>
              <a:ext uri="{FF2B5EF4-FFF2-40B4-BE49-F238E27FC236}">
                <a16:creationId xmlns:a16="http://schemas.microsoft.com/office/drawing/2014/main" id="{C06C8869-223C-D542-9653-176927B288AF}"/>
              </a:ext>
            </a:extLst>
          </p:cNvPr>
          <p:cNvSpPr>
            <a:spLocks noGrp="1"/>
          </p:cNvSpPr>
          <p:nvPr>
            <p:ph sz="quarter" idx="13" hasCustomPrompt="1"/>
          </p:nvPr>
        </p:nvSpPr>
        <p:spPr>
          <a:xfrm>
            <a:off x="6766560" y="2647952"/>
            <a:ext cx="1920240" cy="9144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3" name="Content Placeholder 3">
            <a:extLst>
              <a:ext uri="{FF2B5EF4-FFF2-40B4-BE49-F238E27FC236}">
                <a16:creationId xmlns:a16="http://schemas.microsoft.com/office/drawing/2014/main" id="{AE788E41-A610-5040-A8C2-BD70D9EF3D9B}"/>
              </a:ext>
            </a:extLst>
          </p:cNvPr>
          <p:cNvSpPr>
            <a:spLocks noGrp="1"/>
          </p:cNvSpPr>
          <p:nvPr>
            <p:ph sz="quarter" idx="15" hasCustomPrompt="1"/>
          </p:nvPr>
        </p:nvSpPr>
        <p:spPr>
          <a:xfrm>
            <a:off x="6766560" y="1583329"/>
            <a:ext cx="1920240" cy="1064623"/>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(never images)</a:t>
            </a:r>
          </a:p>
        </p:txBody>
      </p:sp>
      <p:sp>
        <p:nvSpPr>
          <p:cNvPr id="24" name="Content Placeholder 3">
            <a:extLst>
              <a:ext uri="{FF2B5EF4-FFF2-40B4-BE49-F238E27FC236}">
                <a16:creationId xmlns:a16="http://schemas.microsoft.com/office/drawing/2014/main" id="{29BFBEF6-E451-974A-8990-AD98550A94D1}"/>
              </a:ext>
            </a:extLst>
          </p:cNvPr>
          <p:cNvSpPr>
            <a:spLocks noGrp="1"/>
          </p:cNvSpPr>
          <p:nvPr>
            <p:ph sz="quarter" idx="16" hasCustomPrompt="1"/>
          </p:nvPr>
        </p:nvSpPr>
        <p:spPr>
          <a:xfrm>
            <a:off x="6766560" y="3562353"/>
            <a:ext cx="1920240" cy="129539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(never images)</a:t>
            </a:r>
          </a:p>
        </p:txBody>
      </p:sp>
    </p:spTree>
    <p:extLst>
      <p:ext uri="{BB962C8B-B14F-4D97-AF65-F5344CB8AC3E}">
        <p14:creationId xmlns:p14="http://schemas.microsoft.com/office/powerpoint/2010/main" val="2263162487"/>
      </p:ext>
    </p:extLst>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preserve="1">
  <p:cSld name="1 Img: 2 Subsections (horizontal)">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1A19ABD-8F20-9948-B84A-E38FAEDBE435}"/>
              </a:ext>
            </a:extLst>
          </p:cNvPr>
          <p:cNvSpPr/>
          <p:nvPr/>
        </p:nvSpPr>
        <p:spPr>
          <a:xfrm>
            <a:off x="685800" y="1574621"/>
            <a:ext cx="8077200" cy="35688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685800" y="1574621"/>
            <a:ext cx="8077200" cy="356888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457200" y="2883082"/>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457200"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4" name="Content Placeholder 3">
            <a:extLst>
              <a:ext uri="{FF2B5EF4-FFF2-40B4-BE49-F238E27FC236}">
                <a16:creationId xmlns:a16="http://schemas.microsoft.com/office/drawing/2014/main" id="{4EFE6318-65F6-574E-A6AF-2B00B6294C16}"/>
              </a:ext>
            </a:extLst>
          </p:cNvPr>
          <p:cNvSpPr>
            <a:spLocks noGrp="1"/>
          </p:cNvSpPr>
          <p:nvPr>
            <p:ph sz="quarter" idx="31" hasCustomPrompt="1"/>
          </p:nvPr>
        </p:nvSpPr>
        <p:spPr>
          <a:xfrm>
            <a:off x="2570363" y="2883082"/>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5" name="Content Placeholder 3">
            <a:extLst>
              <a:ext uri="{FF2B5EF4-FFF2-40B4-BE49-F238E27FC236}">
                <a16:creationId xmlns:a16="http://schemas.microsoft.com/office/drawing/2014/main" id="{01D9D084-191F-4748-95AA-C449BC462044}"/>
              </a:ext>
            </a:extLst>
          </p:cNvPr>
          <p:cNvSpPr>
            <a:spLocks noGrp="1"/>
          </p:cNvSpPr>
          <p:nvPr>
            <p:ph sz="quarter" idx="32" hasCustomPrompt="1"/>
          </p:nvPr>
        </p:nvSpPr>
        <p:spPr>
          <a:xfrm>
            <a:off x="2570363"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1" name="Title 1">
            <a:extLst>
              <a:ext uri="{FF2B5EF4-FFF2-40B4-BE49-F238E27FC236}">
                <a16:creationId xmlns:a16="http://schemas.microsoft.com/office/drawing/2014/main" id="{320F225D-F840-704E-90D0-82590E475F02}"/>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2" name="Text Placeholder 2">
            <a:extLst>
              <a:ext uri="{FF2B5EF4-FFF2-40B4-BE49-F238E27FC236}">
                <a16:creationId xmlns:a16="http://schemas.microsoft.com/office/drawing/2014/main" id="{BC42EB25-D658-9942-9DB4-E2923B92DF11}"/>
              </a:ext>
            </a:extLst>
          </p:cNvPr>
          <p:cNvSpPr>
            <a:spLocks noGrp="1"/>
          </p:cNvSpPr>
          <p:nvPr>
            <p:ph type="body" sz="quarter" idx="12" hasCustomPrompt="1"/>
          </p:nvPr>
        </p:nvSpPr>
        <p:spPr>
          <a:xfrm>
            <a:off x="6553200" y="4705350"/>
            <a:ext cx="2133600" cy="304800"/>
          </a:xfrm>
        </p:spPr>
        <p:txBody>
          <a:bodyPr>
            <a:normAutofit/>
          </a:bodyPr>
          <a:lstStyle>
            <a:lvl1pPr marL="0" indent="0" algn="r">
              <a:buNone/>
              <a:defRPr sz="900" b="0" i="1">
                <a:solidFill>
                  <a:schemeClr val="accent5"/>
                </a:solidFill>
                <a:latin typeface="Lato" panose="020F0502020204030203" pitchFamily="34" charset="77"/>
              </a:defRPr>
            </a:lvl1pPr>
            <a:lvl2pPr marL="457178" indent="0">
              <a:buNone/>
              <a:defRPr/>
            </a:lvl2pPr>
            <a:lvl3pPr marL="914355" indent="0">
              <a:buNone/>
              <a:defRPr/>
            </a:lvl3pPr>
          </a:lstStyle>
          <a:p>
            <a:pPr lvl="0"/>
            <a:r>
              <a:rPr lang="en-US" dirty="0"/>
              <a:t>Caption in this style only if necessary (move to be near image but stay on the right side)</a:t>
            </a:r>
          </a:p>
        </p:txBody>
      </p:sp>
    </p:spTree>
    <p:extLst>
      <p:ext uri="{BB962C8B-B14F-4D97-AF65-F5344CB8AC3E}">
        <p14:creationId xmlns:p14="http://schemas.microsoft.com/office/powerpoint/2010/main" val="761639922"/>
      </p:ext>
    </p:extLst>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preserve="1">
  <p:cSld name="1 Img: 2 Subsections (vertic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0" y="1828800"/>
            <a:ext cx="9144000" cy="33147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Content Placeholder 3">
            <a:extLst>
              <a:ext uri="{FF2B5EF4-FFF2-40B4-BE49-F238E27FC236}">
                <a16:creationId xmlns:a16="http://schemas.microsoft.com/office/drawing/2014/main" id="{C1410587-1BDD-7048-AF53-8DFCD2C586EC}"/>
              </a:ext>
            </a:extLst>
          </p:cNvPr>
          <p:cNvSpPr>
            <a:spLocks noGrp="1"/>
          </p:cNvSpPr>
          <p:nvPr>
            <p:ph sz="quarter" idx="17" hasCustomPrompt="1"/>
          </p:nvPr>
        </p:nvSpPr>
        <p:spPr>
          <a:xfrm>
            <a:off x="0" y="1828800"/>
            <a:ext cx="9144000" cy="331470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imagery </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0" y="781050"/>
            <a:ext cx="4572000"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9" name="Content Placeholder 3">
            <a:extLst>
              <a:ext uri="{FF2B5EF4-FFF2-40B4-BE49-F238E27FC236}">
                <a16:creationId xmlns:a16="http://schemas.microsoft.com/office/drawing/2014/main" id="{9D9E0323-2132-924E-B4B6-B65DEFACA051}"/>
              </a:ext>
            </a:extLst>
          </p:cNvPr>
          <p:cNvSpPr>
            <a:spLocks noGrp="1"/>
          </p:cNvSpPr>
          <p:nvPr>
            <p:ph sz="quarter" idx="12" hasCustomPrompt="1"/>
          </p:nvPr>
        </p:nvSpPr>
        <p:spPr>
          <a:xfrm>
            <a:off x="6400800" y="516526"/>
            <a:ext cx="2196352" cy="1064624"/>
          </a:xfrm>
          <a:solidFill>
            <a:schemeClr val="tx2"/>
          </a:solidFill>
        </p:spPr>
        <p:txBody>
          <a:bodyPr lIns="137160" tIns="137160" rIns="9144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0" name="Content Placeholder 3">
            <a:extLst>
              <a:ext uri="{FF2B5EF4-FFF2-40B4-BE49-F238E27FC236}">
                <a16:creationId xmlns:a16="http://schemas.microsoft.com/office/drawing/2014/main" id="{73CF75C6-D2B9-2B40-86C2-61E17A7E58DA}"/>
              </a:ext>
            </a:extLst>
          </p:cNvPr>
          <p:cNvSpPr>
            <a:spLocks noGrp="1"/>
          </p:cNvSpPr>
          <p:nvPr>
            <p:ph sz="quarter" idx="13" hasCustomPrompt="1"/>
          </p:nvPr>
        </p:nvSpPr>
        <p:spPr>
          <a:xfrm>
            <a:off x="6400800" y="2647952"/>
            <a:ext cx="2196352" cy="9144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1" name="Content Placeholder 3">
            <a:extLst>
              <a:ext uri="{FF2B5EF4-FFF2-40B4-BE49-F238E27FC236}">
                <a16:creationId xmlns:a16="http://schemas.microsoft.com/office/drawing/2014/main" id="{EAF63C98-5ADC-4744-8C2C-754CFCA2A7C7}"/>
              </a:ext>
            </a:extLst>
          </p:cNvPr>
          <p:cNvSpPr>
            <a:spLocks noGrp="1"/>
          </p:cNvSpPr>
          <p:nvPr>
            <p:ph sz="quarter" idx="15" hasCustomPrompt="1"/>
          </p:nvPr>
        </p:nvSpPr>
        <p:spPr>
          <a:xfrm>
            <a:off x="6400800" y="1583329"/>
            <a:ext cx="2196352" cy="1064623"/>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(never images)</a:t>
            </a:r>
          </a:p>
        </p:txBody>
      </p:sp>
      <p:sp>
        <p:nvSpPr>
          <p:cNvPr id="22" name="Content Placeholder 3">
            <a:extLst>
              <a:ext uri="{FF2B5EF4-FFF2-40B4-BE49-F238E27FC236}">
                <a16:creationId xmlns:a16="http://schemas.microsoft.com/office/drawing/2014/main" id="{60F589EC-28F7-6547-A1E0-FD934D9C4717}"/>
              </a:ext>
            </a:extLst>
          </p:cNvPr>
          <p:cNvSpPr>
            <a:spLocks noGrp="1"/>
          </p:cNvSpPr>
          <p:nvPr>
            <p:ph sz="quarter" idx="16" hasCustomPrompt="1"/>
          </p:nvPr>
        </p:nvSpPr>
        <p:spPr>
          <a:xfrm>
            <a:off x="6400800" y="3562350"/>
            <a:ext cx="2196352" cy="1574620"/>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(never images)</a:t>
            </a:r>
          </a:p>
        </p:txBody>
      </p:sp>
    </p:spTree>
    <p:extLst>
      <p:ext uri="{BB962C8B-B14F-4D97-AF65-F5344CB8AC3E}">
        <p14:creationId xmlns:p14="http://schemas.microsoft.com/office/powerpoint/2010/main" val="404468423"/>
      </p:ext>
    </p:extLst>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preserve="1">
  <p:cSld name="1 Img: Body (horizont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0" y="1828802"/>
            <a:ext cx="9144000" cy="333015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Content Placeholder 3">
            <a:extLst>
              <a:ext uri="{FF2B5EF4-FFF2-40B4-BE49-F238E27FC236}">
                <a16:creationId xmlns:a16="http://schemas.microsoft.com/office/drawing/2014/main" id="{EB54720A-1134-1149-8C4F-29DF61A6D4F5}"/>
              </a:ext>
            </a:extLst>
          </p:cNvPr>
          <p:cNvSpPr>
            <a:spLocks noGrp="1"/>
          </p:cNvSpPr>
          <p:nvPr>
            <p:ph sz="quarter" idx="17" hasCustomPrompt="1"/>
          </p:nvPr>
        </p:nvSpPr>
        <p:spPr>
          <a:xfrm>
            <a:off x="0" y="1828800"/>
            <a:ext cx="9144000" cy="331470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imagery </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2" y="800101"/>
            <a:ext cx="3429001"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A4AE68C5-CD5D-4844-949B-A40D77CF7FF9}"/>
              </a:ext>
            </a:extLst>
          </p:cNvPr>
          <p:cNvSpPr>
            <a:spLocks noGrp="1"/>
          </p:cNvSpPr>
          <p:nvPr>
            <p:ph sz="half" idx="10" hasCustomPrompt="1"/>
          </p:nvPr>
        </p:nvSpPr>
        <p:spPr>
          <a:xfrm>
            <a:off x="4336774" y="666752"/>
            <a:ext cx="4343400" cy="933451"/>
          </a:xfrm>
          <a:prstGeom prst="rect">
            <a:avLst/>
          </a:prstGeom>
        </p:spPr>
        <p:txBody>
          <a:bodyPr anchor="b">
            <a:normAutofit/>
          </a:bodyPr>
          <a:lstStyle>
            <a:lvl1pPr marL="0" indent="0">
              <a:lnSpc>
                <a:spcPct val="100000"/>
              </a:lnSpc>
              <a:buNone/>
              <a:defRPr sz="1400">
                <a:solidFill>
                  <a:srgbClr val="393A39"/>
                </a:solidFill>
                <a:latin typeface="Lato" panose="020F0502020204030203" pitchFamily="34" charset="0"/>
              </a:defRPr>
            </a:lvl1pPr>
            <a:lvl2pPr marL="292086" indent="0">
              <a:lnSpc>
                <a:spcPct val="100000"/>
              </a:lnSpc>
              <a:buFont typeface="Arial" panose="020B0604020202020204" pitchFamily="34" charset="0"/>
              <a:buNone/>
              <a:defRPr sz="1200">
                <a:solidFill>
                  <a:srgbClr val="393A39"/>
                </a:solidFill>
                <a:latin typeface="Lato" panose="020F0502020204030203" pitchFamily="34" charset="0"/>
              </a:defRPr>
            </a:lvl2pPr>
            <a:lvl3pPr marL="576233" indent="0">
              <a:lnSpc>
                <a:spcPct val="100000"/>
              </a:lnSpc>
              <a:buNone/>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Body text ONLY 2-3 lines max</a:t>
            </a:r>
          </a:p>
        </p:txBody>
      </p:sp>
      <p:sp>
        <p:nvSpPr>
          <p:cNvPr id="6" name="Text Placeholder 2">
            <a:extLst>
              <a:ext uri="{FF2B5EF4-FFF2-40B4-BE49-F238E27FC236}">
                <a16:creationId xmlns:a16="http://schemas.microsoft.com/office/drawing/2014/main" id="{9C9FBA76-EC57-5B44-B1FE-EAEF7BA59C51}"/>
              </a:ext>
            </a:extLst>
          </p:cNvPr>
          <p:cNvSpPr>
            <a:spLocks noGrp="1"/>
          </p:cNvSpPr>
          <p:nvPr>
            <p:ph type="body" sz="quarter" idx="18" hasCustomPrompt="1"/>
          </p:nvPr>
        </p:nvSpPr>
        <p:spPr>
          <a:xfrm>
            <a:off x="97023" y="4854151"/>
            <a:ext cx="3103378" cy="304800"/>
          </a:xfrm>
        </p:spPr>
        <p:txBody>
          <a:bodyPr>
            <a:normAutofit/>
          </a:bodyPr>
          <a:lstStyle>
            <a:lvl1pPr marL="0" indent="0">
              <a:buNone/>
              <a:defRPr sz="900" b="0" i="1">
                <a:solidFill>
                  <a:schemeClr val="accent5"/>
                </a:solidFill>
                <a:latin typeface="Lato" panose="020F0502020204030203" pitchFamily="34" charset="77"/>
              </a:defRPr>
            </a:lvl1pPr>
            <a:lvl2pPr marL="457178" indent="0">
              <a:buNone/>
              <a:defRPr/>
            </a:lvl2pPr>
            <a:lvl3pPr marL="914355" indent="0">
              <a:buNone/>
              <a:defRPr/>
            </a:lvl3pPr>
          </a:lstStyle>
          <a:p>
            <a:pPr lvl="0"/>
            <a:r>
              <a:rPr lang="en-US" dirty="0"/>
              <a:t>Short  caption in this style only if necessary</a:t>
            </a:r>
          </a:p>
        </p:txBody>
      </p:sp>
    </p:spTree>
    <p:extLst>
      <p:ext uri="{BB962C8B-B14F-4D97-AF65-F5344CB8AC3E}">
        <p14:creationId xmlns:p14="http://schemas.microsoft.com/office/powerpoint/2010/main" val="3733315853"/>
      </p:ext>
    </p:extLst>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preserve="1">
  <p:cSld name="1 Img: 4 Subsections (horizont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0" y="0"/>
            <a:ext cx="9144000" cy="29146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Content Placeholder 3">
            <a:extLst>
              <a:ext uri="{FF2B5EF4-FFF2-40B4-BE49-F238E27FC236}">
                <a16:creationId xmlns:a16="http://schemas.microsoft.com/office/drawing/2014/main" id="{C55A5EC6-0073-7947-BBE4-21D6DE8230A6}"/>
              </a:ext>
            </a:extLst>
          </p:cNvPr>
          <p:cNvSpPr>
            <a:spLocks noGrp="1"/>
          </p:cNvSpPr>
          <p:nvPr>
            <p:ph sz="quarter" idx="19" hasCustomPrompt="1"/>
          </p:nvPr>
        </p:nvSpPr>
        <p:spPr>
          <a:xfrm>
            <a:off x="457200" y="3465023"/>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5" name="Content Placeholder 3">
            <a:extLst>
              <a:ext uri="{FF2B5EF4-FFF2-40B4-BE49-F238E27FC236}">
                <a16:creationId xmlns:a16="http://schemas.microsoft.com/office/drawing/2014/main" id="{3ECEF5C8-D625-7D48-953E-B6AF1C1C6455}"/>
              </a:ext>
            </a:extLst>
          </p:cNvPr>
          <p:cNvSpPr>
            <a:spLocks noGrp="1"/>
          </p:cNvSpPr>
          <p:nvPr>
            <p:ph sz="quarter" idx="20" hasCustomPrompt="1"/>
          </p:nvPr>
        </p:nvSpPr>
        <p:spPr>
          <a:xfrm>
            <a:off x="4572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16" name="Content Placeholder 3">
            <a:extLst>
              <a:ext uri="{FF2B5EF4-FFF2-40B4-BE49-F238E27FC236}">
                <a16:creationId xmlns:a16="http://schemas.microsoft.com/office/drawing/2014/main" id="{2EB91B49-F488-C145-AFFE-02764827CF01}"/>
              </a:ext>
            </a:extLst>
          </p:cNvPr>
          <p:cNvSpPr>
            <a:spLocks noGrp="1"/>
          </p:cNvSpPr>
          <p:nvPr>
            <p:ph sz="quarter" idx="21" hasCustomPrompt="1"/>
          </p:nvPr>
        </p:nvSpPr>
        <p:spPr>
          <a:xfrm>
            <a:off x="2590800" y="3465023"/>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AF43D2FE-FD2D-9A46-AA7F-01AA07355C0E}"/>
              </a:ext>
            </a:extLst>
          </p:cNvPr>
          <p:cNvSpPr>
            <a:spLocks noGrp="1"/>
          </p:cNvSpPr>
          <p:nvPr>
            <p:ph sz="quarter" idx="22" hasCustomPrompt="1"/>
          </p:nvPr>
        </p:nvSpPr>
        <p:spPr>
          <a:xfrm>
            <a:off x="25908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26" name="Content Placeholder 3">
            <a:extLst>
              <a:ext uri="{FF2B5EF4-FFF2-40B4-BE49-F238E27FC236}">
                <a16:creationId xmlns:a16="http://schemas.microsoft.com/office/drawing/2014/main" id="{812EEC76-2279-374F-8B62-D1B9694094F0}"/>
              </a:ext>
            </a:extLst>
          </p:cNvPr>
          <p:cNvSpPr>
            <a:spLocks noGrp="1"/>
          </p:cNvSpPr>
          <p:nvPr>
            <p:ph sz="quarter" idx="23" hasCustomPrompt="1"/>
          </p:nvPr>
        </p:nvSpPr>
        <p:spPr>
          <a:xfrm>
            <a:off x="4724400" y="3471553"/>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87BCBA6B-67C3-6043-925B-200179A70E1E}"/>
              </a:ext>
            </a:extLst>
          </p:cNvPr>
          <p:cNvSpPr>
            <a:spLocks noGrp="1"/>
          </p:cNvSpPr>
          <p:nvPr>
            <p:ph sz="quarter" idx="24" hasCustomPrompt="1"/>
          </p:nvPr>
        </p:nvSpPr>
        <p:spPr>
          <a:xfrm>
            <a:off x="4724400" y="383459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28" name="Content Placeholder 3">
            <a:extLst>
              <a:ext uri="{FF2B5EF4-FFF2-40B4-BE49-F238E27FC236}">
                <a16:creationId xmlns:a16="http://schemas.microsoft.com/office/drawing/2014/main" id="{2FAE9328-9470-0848-AC2C-8C50A5877CD5}"/>
              </a:ext>
            </a:extLst>
          </p:cNvPr>
          <p:cNvSpPr>
            <a:spLocks noGrp="1"/>
          </p:cNvSpPr>
          <p:nvPr>
            <p:ph sz="quarter" idx="25" hasCustomPrompt="1"/>
          </p:nvPr>
        </p:nvSpPr>
        <p:spPr>
          <a:xfrm>
            <a:off x="6858000" y="3465023"/>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9" name="Content Placeholder 3">
            <a:extLst>
              <a:ext uri="{FF2B5EF4-FFF2-40B4-BE49-F238E27FC236}">
                <a16:creationId xmlns:a16="http://schemas.microsoft.com/office/drawing/2014/main" id="{0B1D0407-5C33-864A-BF68-513C16B32567}"/>
              </a:ext>
            </a:extLst>
          </p:cNvPr>
          <p:cNvSpPr>
            <a:spLocks noGrp="1"/>
          </p:cNvSpPr>
          <p:nvPr>
            <p:ph sz="quarter" idx="26" hasCustomPrompt="1"/>
          </p:nvPr>
        </p:nvSpPr>
        <p:spPr>
          <a:xfrm>
            <a:off x="68580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pic>
        <p:nvPicPr>
          <p:cNvPr id="19" name="Picture 18">
            <a:extLst>
              <a:ext uri="{FF2B5EF4-FFF2-40B4-BE49-F238E27FC236}">
                <a16:creationId xmlns:a16="http://schemas.microsoft.com/office/drawing/2014/main" id="{12314A6A-139E-B045-A7B0-62EE8C195F54}"/>
              </a:ext>
            </a:extLst>
          </p:cNvPr>
          <p:cNvPicPr>
            <a:picLocks noChangeAspect="1"/>
          </p:cNvPicPr>
          <p:nvPr/>
        </p:nvPicPr>
        <p:blipFill rotWithShape="1">
          <a:blip r:embed="rId2"/>
          <a:srcRect l="24096"/>
          <a:stretch/>
        </p:blipFill>
        <p:spPr>
          <a:xfrm>
            <a:off x="0" y="115219"/>
            <a:ext cx="1066800" cy="287051"/>
          </a:xfrm>
          <a:prstGeom prst="rect">
            <a:avLst/>
          </a:prstGeom>
        </p:spPr>
      </p:pic>
      <p:pic>
        <p:nvPicPr>
          <p:cNvPr id="20" name="Picture 19">
            <a:extLst>
              <a:ext uri="{FF2B5EF4-FFF2-40B4-BE49-F238E27FC236}">
                <a16:creationId xmlns:a16="http://schemas.microsoft.com/office/drawing/2014/main" id="{C764D7F7-BB88-854E-82C8-FA0A21E4A86E}"/>
              </a:ext>
            </a:extLst>
          </p:cNvPr>
          <p:cNvPicPr>
            <a:picLocks noChangeAspect="1"/>
          </p:cNvPicPr>
          <p:nvPr/>
        </p:nvPicPr>
        <p:blipFill>
          <a:blip r:embed="rId3"/>
          <a:stretch>
            <a:fillRect/>
          </a:stretch>
        </p:blipFill>
        <p:spPr>
          <a:xfrm>
            <a:off x="115779" y="223914"/>
            <a:ext cx="752320" cy="69658"/>
          </a:xfrm>
          <a:prstGeom prst="rect">
            <a:avLst/>
          </a:prstGeom>
        </p:spPr>
      </p:pic>
      <p:sp>
        <p:nvSpPr>
          <p:cNvPr id="32" name="Content Placeholder 3">
            <a:extLst>
              <a:ext uri="{FF2B5EF4-FFF2-40B4-BE49-F238E27FC236}">
                <a16:creationId xmlns:a16="http://schemas.microsoft.com/office/drawing/2014/main" id="{08F8115A-52B0-214C-9121-EF7CCB7F0CB0}"/>
              </a:ext>
            </a:extLst>
          </p:cNvPr>
          <p:cNvSpPr>
            <a:spLocks noGrp="1"/>
          </p:cNvSpPr>
          <p:nvPr>
            <p:ph sz="quarter" idx="17" hasCustomPrompt="1"/>
          </p:nvPr>
        </p:nvSpPr>
        <p:spPr>
          <a:xfrm>
            <a:off x="0" y="-1270"/>
            <a:ext cx="9144000" cy="291592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a:t>
            </a:r>
          </a:p>
        </p:txBody>
      </p:sp>
      <p:sp>
        <p:nvSpPr>
          <p:cNvPr id="18" name="Title 1">
            <a:extLst>
              <a:ext uri="{FF2B5EF4-FFF2-40B4-BE49-F238E27FC236}">
                <a16:creationId xmlns:a16="http://schemas.microsoft.com/office/drawing/2014/main" id="{FC98038E-301F-8A4C-BE5E-97E84379DBA2}"/>
              </a:ext>
            </a:extLst>
          </p:cNvPr>
          <p:cNvSpPr>
            <a:spLocks noGrp="1"/>
          </p:cNvSpPr>
          <p:nvPr>
            <p:ph type="title"/>
          </p:nvPr>
        </p:nvSpPr>
        <p:spPr>
          <a:xfrm>
            <a:off x="0" y="2373810"/>
            <a:ext cx="7467600" cy="879516"/>
          </a:xfrm>
          <a:prstGeom prst="rect">
            <a:avLst/>
          </a:prstGeom>
          <a:solidFill>
            <a:schemeClr val="tx2"/>
          </a:solidFill>
        </p:spPr>
        <p:txBody>
          <a:bodyPr lIns="548640" rIns="137160" bIns="13716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4071300105"/>
      </p:ext>
    </p:extLst>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preserve="1">
  <p:cSld name="1 Img: 4 Subsections (large titl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0" y="0"/>
            <a:ext cx="9144000" cy="29146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4" name="Content Placeholder 3">
            <a:extLst>
              <a:ext uri="{FF2B5EF4-FFF2-40B4-BE49-F238E27FC236}">
                <a16:creationId xmlns:a16="http://schemas.microsoft.com/office/drawing/2014/main" id="{C55A5EC6-0073-7947-BBE4-21D6DE8230A6}"/>
              </a:ext>
            </a:extLst>
          </p:cNvPr>
          <p:cNvSpPr>
            <a:spLocks noGrp="1"/>
          </p:cNvSpPr>
          <p:nvPr>
            <p:ph sz="quarter" idx="19" hasCustomPrompt="1"/>
          </p:nvPr>
        </p:nvSpPr>
        <p:spPr>
          <a:xfrm>
            <a:off x="457200" y="3465023"/>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5" name="Content Placeholder 3">
            <a:extLst>
              <a:ext uri="{FF2B5EF4-FFF2-40B4-BE49-F238E27FC236}">
                <a16:creationId xmlns:a16="http://schemas.microsoft.com/office/drawing/2014/main" id="{3ECEF5C8-D625-7D48-953E-B6AF1C1C6455}"/>
              </a:ext>
            </a:extLst>
          </p:cNvPr>
          <p:cNvSpPr>
            <a:spLocks noGrp="1"/>
          </p:cNvSpPr>
          <p:nvPr>
            <p:ph sz="quarter" idx="20" hasCustomPrompt="1"/>
          </p:nvPr>
        </p:nvSpPr>
        <p:spPr>
          <a:xfrm>
            <a:off x="4572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16" name="Content Placeholder 3">
            <a:extLst>
              <a:ext uri="{FF2B5EF4-FFF2-40B4-BE49-F238E27FC236}">
                <a16:creationId xmlns:a16="http://schemas.microsoft.com/office/drawing/2014/main" id="{2EB91B49-F488-C145-AFFE-02764827CF01}"/>
              </a:ext>
            </a:extLst>
          </p:cNvPr>
          <p:cNvSpPr>
            <a:spLocks noGrp="1"/>
          </p:cNvSpPr>
          <p:nvPr>
            <p:ph sz="quarter" idx="21" hasCustomPrompt="1"/>
          </p:nvPr>
        </p:nvSpPr>
        <p:spPr>
          <a:xfrm>
            <a:off x="2590800" y="3465023"/>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AF43D2FE-FD2D-9A46-AA7F-01AA07355C0E}"/>
              </a:ext>
            </a:extLst>
          </p:cNvPr>
          <p:cNvSpPr>
            <a:spLocks noGrp="1"/>
          </p:cNvSpPr>
          <p:nvPr>
            <p:ph sz="quarter" idx="22" hasCustomPrompt="1"/>
          </p:nvPr>
        </p:nvSpPr>
        <p:spPr>
          <a:xfrm>
            <a:off x="25908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26" name="Content Placeholder 3">
            <a:extLst>
              <a:ext uri="{FF2B5EF4-FFF2-40B4-BE49-F238E27FC236}">
                <a16:creationId xmlns:a16="http://schemas.microsoft.com/office/drawing/2014/main" id="{812EEC76-2279-374F-8B62-D1B9694094F0}"/>
              </a:ext>
            </a:extLst>
          </p:cNvPr>
          <p:cNvSpPr>
            <a:spLocks noGrp="1"/>
          </p:cNvSpPr>
          <p:nvPr>
            <p:ph sz="quarter" idx="23" hasCustomPrompt="1"/>
          </p:nvPr>
        </p:nvSpPr>
        <p:spPr>
          <a:xfrm>
            <a:off x="4724400" y="3471553"/>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87BCBA6B-67C3-6043-925B-200179A70E1E}"/>
              </a:ext>
            </a:extLst>
          </p:cNvPr>
          <p:cNvSpPr>
            <a:spLocks noGrp="1"/>
          </p:cNvSpPr>
          <p:nvPr>
            <p:ph sz="quarter" idx="24" hasCustomPrompt="1"/>
          </p:nvPr>
        </p:nvSpPr>
        <p:spPr>
          <a:xfrm>
            <a:off x="4724400" y="383459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28" name="Content Placeholder 3">
            <a:extLst>
              <a:ext uri="{FF2B5EF4-FFF2-40B4-BE49-F238E27FC236}">
                <a16:creationId xmlns:a16="http://schemas.microsoft.com/office/drawing/2014/main" id="{2FAE9328-9470-0848-AC2C-8C50A5877CD5}"/>
              </a:ext>
            </a:extLst>
          </p:cNvPr>
          <p:cNvSpPr>
            <a:spLocks noGrp="1"/>
          </p:cNvSpPr>
          <p:nvPr>
            <p:ph sz="quarter" idx="25" hasCustomPrompt="1"/>
          </p:nvPr>
        </p:nvSpPr>
        <p:spPr>
          <a:xfrm>
            <a:off x="6858000" y="3465023"/>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9" name="Content Placeholder 3">
            <a:extLst>
              <a:ext uri="{FF2B5EF4-FFF2-40B4-BE49-F238E27FC236}">
                <a16:creationId xmlns:a16="http://schemas.microsoft.com/office/drawing/2014/main" id="{0B1D0407-5C33-864A-BF68-513C16B32567}"/>
              </a:ext>
            </a:extLst>
          </p:cNvPr>
          <p:cNvSpPr>
            <a:spLocks noGrp="1"/>
          </p:cNvSpPr>
          <p:nvPr>
            <p:ph sz="quarter" idx="26" hasCustomPrompt="1"/>
          </p:nvPr>
        </p:nvSpPr>
        <p:spPr>
          <a:xfrm>
            <a:off x="68580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2" name="Rectangle 1">
            <a:extLst>
              <a:ext uri="{FF2B5EF4-FFF2-40B4-BE49-F238E27FC236}">
                <a16:creationId xmlns:a16="http://schemas.microsoft.com/office/drawing/2014/main" id="{F6AE7833-1F13-1049-9DAF-FBC22A380B2E}"/>
              </a:ext>
            </a:extLst>
          </p:cNvPr>
          <p:cNvSpPr/>
          <p:nvPr/>
        </p:nvSpPr>
        <p:spPr>
          <a:xfrm>
            <a:off x="0" y="293573"/>
            <a:ext cx="4038600" cy="29639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9" name="Picture 18">
            <a:extLst>
              <a:ext uri="{FF2B5EF4-FFF2-40B4-BE49-F238E27FC236}">
                <a16:creationId xmlns:a16="http://schemas.microsoft.com/office/drawing/2014/main" id="{12314A6A-139E-B045-A7B0-62EE8C195F54}"/>
              </a:ext>
            </a:extLst>
          </p:cNvPr>
          <p:cNvPicPr>
            <a:picLocks noChangeAspect="1"/>
          </p:cNvPicPr>
          <p:nvPr/>
        </p:nvPicPr>
        <p:blipFill rotWithShape="1">
          <a:blip r:embed="rId2"/>
          <a:srcRect l="24096"/>
          <a:stretch/>
        </p:blipFill>
        <p:spPr>
          <a:xfrm>
            <a:off x="0" y="115219"/>
            <a:ext cx="1066800" cy="287051"/>
          </a:xfrm>
          <a:prstGeom prst="rect">
            <a:avLst/>
          </a:prstGeom>
        </p:spPr>
      </p:pic>
      <p:pic>
        <p:nvPicPr>
          <p:cNvPr id="20" name="Picture 19">
            <a:extLst>
              <a:ext uri="{FF2B5EF4-FFF2-40B4-BE49-F238E27FC236}">
                <a16:creationId xmlns:a16="http://schemas.microsoft.com/office/drawing/2014/main" id="{C764D7F7-BB88-854E-82C8-FA0A21E4A86E}"/>
              </a:ext>
            </a:extLst>
          </p:cNvPr>
          <p:cNvPicPr>
            <a:picLocks noChangeAspect="1"/>
          </p:cNvPicPr>
          <p:nvPr/>
        </p:nvPicPr>
        <p:blipFill>
          <a:blip r:embed="rId3"/>
          <a:stretch>
            <a:fillRect/>
          </a:stretch>
        </p:blipFill>
        <p:spPr>
          <a:xfrm>
            <a:off x="115779" y="223914"/>
            <a:ext cx="752320" cy="69658"/>
          </a:xfrm>
          <a:prstGeom prst="rect">
            <a:avLst/>
          </a:prstGeom>
        </p:spPr>
      </p:pic>
      <p:sp>
        <p:nvSpPr>
          <p:cNvPr id="32" name="Content Placeholder 3">
            <a:extLst>
              <a:ext uri="{FF2B5EF4-FFF2-40B4-BE49-F238E27FC236}">
                <a16:creationId xmlns:a16="http://schemas.microsoft.com/office/drawing/2014/main" id="{08F8115A-52B0-214C-9121-EF7CCB7F0CB0}"/>
              </a:ext>
            </a:extLst>
          </p:cNvPr>
          <p:cNvSpPr>
            <a:spLocks noGrp="1"/>
          </p:cNvSpPr>
          <p:nvPr>
            <p:ph sz="quarter" idx="17" hasCustomPrompt="1"/>
          </p:nvPr>
        </p:nvSpPr>
        <p:spPr>
          <a:xfrm>
            <a:off x="4038600" y="-1270"/>
            <a:ext cx="5105400" cy="291592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more square / vertical image</a:t>
            </a:r>
          </a:p>
        </p:txBody>
      </p:sp>
      <p:sp>
        <p:nvSpPr>
          <p:cNvPr id="18" name="Title 1">
            <a:extLst>
              <a:ext uri="{FF2B5EF4-FFF2-40B4-BE49-F238E27FC236}">
                <a16:creationId xmlns:a16="http://schemas.microsoft.com/office/drawing/2014/main" id="{FC98038E-301F-8A4C-BE5E-97E84379DBA2}"/>
              </a:ext>
            </a:extLst>
          </p:cNvPr>
          <p:cNvSpPr>
            <a:spLocks noGrp="1"/>
          </p:cNvSpPr>
          <p:nvPr>
            <p:ph type="title"/>
          </p:nvPr>
        </p:nvSpPr>
        <p:spPr>
          <a:xfrm>
            <a:off x="0" y="287043"/>
            <a:ext cx="4038600" cy="2056109"/>
          </a:xfrm>
          <a:prstGeom prst="rect">
            <a:avLst/>
          </a:prstGeom>
          <a:noFill/>
        </p:spPr>
        <p:txBody>
          <a:bodyPr lIns="548640" rIns="365760" bIns="4572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21" name="Content Placeholder 3">
            <a:extLst>
              <a:ext uri="{FF2B5EF4-FFF2-40B4-BE49-F238E27FC236}">
                <a16:creationId xmlns:a16="http://schemas.microsoft.com/office/drawing/2014/main" id="{CBC1F31E-85D9-5E4B-9BA9-85B4AD8EDEEE}"/>
              </a:ext>
            </a:extLst>
          </p:cNvPr>
          <p:cNvSpPr>
            <a:spLocks noGrp="1"/>
          </p:cNvSpPr>
          <p:nvPr>
            <p:ph sz="quarter" idx="27" hasCustomPrompt="1"/>
          </p:nvPr>
        </p:nvSpPr>
        <p:spPr>
          <a:xfrm>
            <a:off x="0" y="2349680"/>
            <a:ext cx="4038600" cy="907869"/>
          </a:xfrm>
          <a:noFill/>
        </p:spPr>
        <p:txBody>
          <a:bodyPr lIns="548640" tIns="45720" rIns="182880" bIns="137160" anchor="t" anchorCtr="0">
            <a:normAutofit/>
          </a:bodyPr>
          <a:lstStyle>
            <a:lvl1pPr marL="0" indent="0">
              <a:buNone/>
              <a:defRPr sz="1200" b="0">
                <a:solidFill>
                  <a:schemeClr val="accent3"/>
                </a:solidFill>
              </a:defRPr>
            </a:lvl1pPr>
            <a:lvl2pPr>
              <a:defRPr>
                <a:solidFill>
                  <a:schemeClr val="bg2"/>
                </a:solidFill>
              </a:defRPr>
            </a:lvl2pPr>
            <a:lvl3pPr>
              <a:defRPr>
                <a:solidFill>
                  <a:schemeClr val="bg2"/>
                </a:solidFill>
              </a:defRPr>
            </a:lvl3pPr>
          </a:lstStyle>
          <a:p>
            <a:pPr lvl="0"/>
            <a:r>
              <a:rPr lang="en-US" dirty="0"/>
              <a:t>Short body copy here</a:t>
            </a:r>
          </a:p>
        </p:txBody>
      </p:sp>
    </p:spTree>
    <p:extLst>
      <p:ext uri="{BB962C8B-B14F-4D97-AF65-F5344CB8AC3E}">
        <p14:creationId xmlns:p14="http://schemas.microsoft.com/office/powerpoint/2010/main" val="3729315837"/>
      </p:ext>
    </p:extLst>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preserve="1">
  <p:cSld name="1 Img: 6 Subsections (vertic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0" y="0"/>
            <a:ext cx="43434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a:extLst>
              <a:ext uri="{FF2B5EF4-FFF2-40B4-BE49-F238E27FC236}">
                <a16:creationId xmlns:a16="http://schemas.microsoft.com/office/drawing/2014/main" id="{DC1C3825-2765-004B-AADE-07B48076C16B}"/>
              </a:ext>
            </a:extLst>
          </p:cNvPr>
          <p:cNvSpPr/>
          <p:nvPr/>
        </p:nvSpPr>
        <p:spPr>
          <a:xfrm>
            <a:off x="0" y="742950"/>
            <a:ext cx="4577080" cy="111711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27325B"/>
              </a:solidFill>
            </a:endParaRPr>
          </a:p>
        </p:txBody>
      </p:sp>
      <p:sp>
        <p:nvSpPr>
          <p:cNvPr id="26" name="Content Placeholder 3">
            <a:extLst>
              <a:ext uri="{FF2B5EF4-FFF2-40B4-BE49-F238E27FC236}">
                <a16:creationId xmlns:a16="http://schemas.microsoft.com/office/drawing/2014/main" id="{812EEC76-2279-374F-8B62-D1B9694094F0}"/>
              </a:ext>
            </a:extLst>
          </p:cNvPr>
          <p:cNvSpPr>
            <a:spLocks noGrp="1"/>
          </p:cNvSpPr>
          <p:nvPr>
            <p:ph sz="quarter" idx="23" hasCustomPrompt="1"/>
          </p:nvPr>
        </p:nvSpPr>
        <p:spPr>
          <a:xfrm>
            <a:off x="4724400" y="3732706"/>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87BCBA6B-67C3-6043-925B-200179A70E1E}"/>
              </a:ext>
            </a:extLst>
          </p:cNvPr>
          <p:cNvSpPr>
            <a:spLocks noGrp="1"/>
          </p:cNvSpPr>
          <p:nvPr>
            <p:ph sz="quarter" idx="24" hasCustomPrompt="1"/>
          </p:nvPr>
        </p:nvSpPr>
        <p:spPr>
          <a:xfrm>
            <a:off x="4724400" y="4095751"/>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Remove from the bottom first if you need less than 6 items</a:t>
            </a:r>
          </a:p>
        </p:txBody>
      </p:sp>
      <p:sp>
        <p:nvSpPr>
          <p:cNvPr id="28" name="Content Placeholder 3">
            <a:extLst>
              <a:ext uri="{FF2B5EF4-FFF2-40B4-BE49-F238E27FC236}">
                <a16:creationId xmlns:a16="http://schemas.microsoft.com/office/drawing/2014/main" id="{2FAE9328-9470-0848-AC2C-8C50A5877CD5}"/>
              </a:ext>
            </a:extLst>
          </p:cNvPr>
          <p:cNvSpPr>
            <a:spLocks noGrp="1"/>
          </p:cNvSpPr>
          <p:nvPr>
            <p:ph sz="quarter" idx="25" hasCustomPrompt="1"/>
          </p:nvPr>
        </p:nvSpPr>
        <p:spPr>
          <a:xfrm>
            <a:off x="6858000" y="3726176"/>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9" name="Content Placeholder 3">
            <a:extLst>
              <a:ext uri="{FF2B5EF4-FFF2-40B4-BE49-F238E27FC236}">
                <a16:creationId xmlns:a16="http://schemas.microsoft.com/office/drawing/2014/main" id="{0B1D0407-5C33-864A-BF68-513C16B32567}"/>
              </a:ext>
            </a:extLst>
          </p:cNvPr>
          <p:cNvSpPr>
            <a:spLocks noGrp="1"/>
          </p:cNvSpPr>
          <p:nvPr>
            <p:ph sz="quarter" idx="26" hasCustomPrompt="1"/>
          </p:nvPr>
        </p:nvSpPr>
        <p:spPr>
          <a:xfrm>
            <a:off x="6858000" y="4089221"/>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You can adjust the heigh of these to fit your content, keep top and left alignments</a:t>
            </a:r>
          </a:p>
        </p:txBody>
      </p:sp>
      <p:sp>
        <p:nvSpPr>
          <p:cNvPr id="30" name="Content Placeholder 3">
            <a:extLst>
              <a:ext uri="{FF2B5EF4-FFF2-40B4-BE49-F238E27FC236}">
                <a16:creationId xmlns:a16="http://schemas.microsoft.com/office/drawing/2014/main" id="{C9D8B313-D243-E846-8D3B-ABB4B93E922C}"/>
              </a:ext>
            </a:extLst>
          </p:cNvPr>
          <p:cNvSpPr>
            <a:spLocks noGrp="1"/>
          </p:cNvSpPr>
          <p:nvPr>
            <p:ph sz="quarter" idx="27" hasCustomPrompt="1"/>
          </p:nvPr>
        </p:nvSpPr>
        <p:spPr>
          <a:xfrm>
            <a:off x="4724400" y="2310306"/>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1" name="Content Placeholder 3">
            <a:extLst>
              <a:ext uri="{FF2B5EF4-FFF2-40B4-BE49-F238E27FC236}">
                <a16:creationId xmlns:a16="http://schemas.microsoft.com/office/drawing/2014/main" id="{2BAA0604-F53F-2848-B4BD-6B32B71B85BB}"/>
              </a:ext>
            </a:extLst>
          </p:cNvPr>
          <p:cNvSpPr>
            <a:spLocks noGrp="1"/>
          </p:cNvSpPr>
          <p:nvPr>
            <p:ph sz="quarter" idx="28" hasCustomPrompt="1"/>
          </p:nvPr>
        </p:nvSpPr>
        <p:spPr>
          <a:xfrm>
            <a:off x="4724400" y="2673351"/>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32" name="Content Placeholder 3">
            <a:extLst>
              <a:ext uri="{FF2B5EF4-FFF2-40B4-BE49-F238E27FC236}">
                <a16:creationId xmlns:a16="http://schemas.microsoft.com/office/drawing/2014/main" id="{D6963282-55FC-0444-8CF4-27F51B5CEDE1}"/>
              </a:ext>
            </a:extLst>
          </p:cNvPr>
          <p:cNvSpPr>
            <a:spLocks noGrp="1"/>
          </p:cNvSpPr>
          <p:nvPr>
            <p:ph sz="quarter" idx="29" hasCustomPrompt="1"/>
          </p:nvPr>
        </p:nvSpPr>
        <p:spPr>
          <a:xfrm>
            <a:off x="6858000" y="2303776"/>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3" name="Content Placeholder 3">
            <a:extLst>
              <a:ext uri="{FF2B5EF4-FFF2-40B4-BE49-F238E27FC236}">
                <a16:creationId xmlns:a16="http://schemas.microsoft.com/office/drawing/2014/main" id="{5DF59E8E-AEA7-9947-AD18-8DD63C3ADFE2}"/>
              </a:ext>
            </a:extLst>
          </p:cNvPr>
          <p:cNvSpPr>
            <a:spLocks noGrp="1"/>
          </p:cNvSpPr>
          <p:nvPr>
            <p:ph sz="quarter" idx="30" hasCustomPrompt="1"/>
          </p:nvPr>
        </p:nvSpPr>
        <p:spPr>
          <a:xfrm>
            <a:off x="6858000" y="2666821"/>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34" name="Content Placeholder 3">
            <a:extLst>
              <a:ext uri="{FF2B5EF4-FFF2-40B4-BE49-F238E27FC236}">
                <a16:creationId xmlns:a16="http://schemas.microsoft.com/office/drawing/2014/main" id="{38F9CC85-41CC-604C-8E95-3F83B6D2082D}"/>
              </a:ext>
            </a:extLst>
          </p:cNvPr>
          <p:cNvSpPr>
            <a:spLocks noGrp="1"/>
          </p:cNvSpPr>
          <p:nvPr>
            <p:ph sz="quarter" idx="31" hasCustomPrompt="1"/>
          </p:nvPr>
        </p:nvSpPr>
        <p:spPr>
          <a:xfrm>
            <a:off x="4724400" y="918386"/>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5" name="Content Placeholder 3">
            <a:extLst>
              <a:ext uri="{FF2B5EF4-FFF2-40B4-BE49-F238E27FC236}">
                <a16:creationId xmlns:a16="http://schemas.microsoft.com/office/drawing/2014/main" id="{DCDBF9F9-6A22-B64E-88EE-FC546CD5EFC4}"/>
              </a:ext>
            </a:extLst>
          </p:cNvPr>
          <p:cNvSpPr>
            <a:spLocks noGrp="1"/>
          </p:cNvSpPr>
          <p:nvPr>
            <p:ph sz="quarter" idx="32" hasCustomPrompt="1"/>
          </p:nvPr>
        </p:nvSpPr>
        <p:spPr>
          <a:xfrm>
            <a:off x="4724400" y="1281431"/>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36" name="Content Placeholder 3">
            <a:extLst>
              <a:ext uri="{FF2B5EF4-FFF2-40B4-BE49-F238E27FC236}">
                <a16:creationId xmlns:a16="http://schemas.microsoft.com/office/drawing/2014/main" id="{1369CBDB-563E-D345-A30B-640FC4806B94}"/>
              </a:ext>
            </a:extLst>
          </p:cNvPr>
          <p:cNvSpPr>
            <a:spLocks noGrp="1"/>
          </p:cNvSpPr>
          <p:nvPr>
            <p:ph sz="quarter" idx="33" hasCustomPrompt="1"/>
          </p:nvPr>
        </p:nvSpPr>
        <p:spPr>
          <a:xfrm>
            <a:off x="6858000" y="911856"/>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7" name="Content Placeholder 3">
            <a:extLst>
              <a:ext uri="{FF2B5EF4-FFF2-40B4-BE49-F238E27FC236}">
                <a16:creationId xmlns:a16="http://schemas.microsoft.com/office/drawing/2014/main" id="{5B8FF45D-E7F1-2543-B070-E8BF938119C9}"/>
              </a:ext>
            </a:extLst>
          </p:cNvPr>
          <p:cNvSpPr>
            <a:spLocks noGrp="1"/>
          </p:cNvSpPr>
          <p:nvPr>
            <p:ph sz="quarter" idx="34" hasCustomPrompt="1"/>
          </p:nvPr>
        </p:nvSpPr>
        <p:spPr>
          <a:xfrm>
            <a:off x="6858000" y="1274901"/>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pic>
        <p:nvPicPr>
          <p:cNvPr id="20" name="Picture 19">
            <a:extLst>
              <a:ext uri="{FF2B5EF4-FFF2-40B4-BE49-F238E27FC236}">
                <a16:creationId xmlns:a16="http://schemas.microsoft.com/office/drawing/2014/main" id="{F5CD9F75-76C2-2A47-880F-C0095979670D}"/>
              </a:ext>
            </a:extLst>
          </p:cNvPr>
          <p:cNvPicPr>
            <a:picLocks noChangeAspect="1"/>
          </p:cNvPicPr>
          <p:nvPr/>
        </p:nvPicPr>
        <p:blipFill rotWithShape="1">
          <a:blip r:embed="rId2"/>
          <a:srcRect l="24096"/>
          <a:stretch/>
        </p:blipFill>
        <p:spPr>
          <a:xfrm>
            <a:off x="0" y="115219"/>
            <a:ext cx="1066800" cy="287051"/>
          </a:xfrm>
          <a:prstGeom prst="rect">
            <a:avLst/>
          </a:prstGeom>
        </p:spPr>
      </p:pic>
      <p:pic>
        <p:nvPicPr>
          <p:cNvPr id="21" name="Picture 20">
            <a:extLst>
              <a:ext uri="{FF2B5EF4-FFF2-40B4-BE49-F238E27FC236}">
                <a16:creationId xmlns:a16="http://schemas.microsoft.com/office/drawing/2014/main" id="{B10DE0E9-8C99-4D46-8B07-92DD1F616ED8}"/>
              </a:ext>
            </a:extLst>
          </p:cNvPr>
          <p:cNvPicPr>
            <a:picLocks noChangeAspect="1"/>
          </p:cNvPicPr>
          <p:nvPr/>
        </p:nvPicPr>
        <p:blipFill>
          <a:blip r:embed="rId3"/>
          <a:stretch>
            <a:fillRect/>
          </a:stretch>
        </p:blipFill>
        <p:spPr>
          <a:xfrm>
            <a:off x="115779" y="223914"/>
            <a:ext cx="752320" cy="69658"/>
          </a:xfrm>
          <a:prstGeom prst="rect">
            <a:avLst/>
          </a:prstGeom>
        </p:spPr>
      </p:pic>
      <p:sp>
        <p:nvSpPr>
          <p:cNvPr id="40" name="Content Placeholder 3">
            <a:extLst>
              <a:ext uri="{FF2B5EF4-FFF2-40B4-BE49-F238E27FC236}">
                <a16:creationId xmlns:a16="http://schemas.microsoft.com/office/drawing/2014/main" id="{C3B0F173-C8FD-6E46-AC7E-AD6F9B58D364}"/>
              </a:ext>
            </a:extLst>
          </p:cNvPr>
          <p:cNvSpPr>
            <a:spLocks noGrp="1"/>
          </p:cNvSpPr>
          <p:nvPr>
            <p:ph sz="quarter" idx="17" hasCustomPrompt="1"/>
          </p:nvPr>
        </p:nvSpPr>
        <p:spPr>
          <a:xfrm>
            <a:off x="-5080" y="0"/>
            <a:ext cx="4343400" cy="5144770"/>
          </a:xfrm>
          <a:noFill/>
        </p:spPr>
        <p:txBody>
          <a:bodyPr lIns="137160" tIns="457200" rIns="91440" bIns="91440" anchor="b"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more square / vertical image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0" y="742950"/>
            <a:ext cx="4572000" cy="1117110"/>
          </a:xfrm>
          <a:prstGeom prst="rect">
            <a:avLst/>
          </a:prstGeom>
          <a:solidFill>
            <a:schemeClr val="tx2"/>
          </a:solidFill>
        </p:spPr>
        <p:txBody>
          <a:bodyPr lIns="457200" tIns="182880" rIns="182880" bIns="182880" anchor="b">
            <a:normAutofit/>
          </a:bodyPr>
          <a:lstStyle>
            <a:lvl1pPr algn="r">
              <a:defRPr sz="2400" b="1">
                <a:solidFill>
                  <a:schemeClr val="bg2"/>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512755024"/>
      </p:ext>
    </p:extLst>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preserve="1">
  <p:cSld name="2 Img: Body (2 colum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01008-E090-374B-937A-7AF9D65FE376}"/>
              </a:ext>
            </a:extLst>
          </p:cNvPr>
          <p:cNvSpPr/>
          <p:nvPr/>
        </p:nvSpPr>
        <p:spPr>
          <a:xfrm>
            <a:off x="5984633" y="2"/>
            <a:ext cx="3159369" cy="264795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Rectangle 1">
            <a:extLst>
              <a:ext uri="{FF2B5EF4-FFF2-40B4-BE49-F238E27FC236}">
                <a16:creationId xmlns:a16="http://schemas.microsoft.com/office/drawing/2014/main" id="{01A19ABD-8F20-9948-B84A-E38FAEDBE435}"/>
              </a:ext>
            </a:extLst>
          </p:cNvPr>
          <p:cNvSpPr/>
          <p:nvPr/>
        </p:nvSpPr>
        <p:spPr>
          <a:xfrm>
            <a:off x="0" y="2"/>
            <a:ext cx="5867400" cy="264795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0" y="-1"/>
            <a:ext cx="5867400" cy="264795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5984632" y="2"/>
            <a:ext cx="3159368" cy="264795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1" name="Title 1">
            <a:extLst>
              <a:ext uri="{FF2B5EF4-FFF2-40B4-BE49-F238E27FC236}">
                <a16:creationId xmlns:a16="http://schemas.microsoft.com/office/drawing/2014/main" id="{320F225D-F840-704E-90D0-82590E475F02}"/>
              </a:ext>
            </a:extLst>
          </p:cNvPr>
          <p:cNvSpPr>
            <a:spLocks noGrp="1"/>
          </p:cNvSpPr>
          <p:nvPr>
            <p:ph type="title"/>
          </p:nvPr>
        </p:nvSpPr>
        <p:spPr>
          <a:xfrm>
            <a:off x="457200" y="274320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6" name="Content Placeholder 3">
            <a:extLst>
              <a:ext uri="{FF2B5EF4-FFF2-40B4-BE49-F238E27FC236}">
                <a16:creationId xmlns:a16="http://schemas.microsoft.com/office/drawing/2014/main" id="{BEB2B3C0-BE3D-C642-9655-D583015F60A2}"/>
              </a:ext>
            </a:extLst>
          </p:cNvPr>
          <p:cNvSpPr>
            <a:spLocks noGrp="1"/>
          </p:cNvSpPr>
          <p:nvPr>
            <p:ph sz="half" idx="10" hasCustomPrompt="1"/>
          </p:nvPr>
        </p:nvSpPr>
        <p:spPr>
          <a:xfrm>
            <a:off x="457202" y="3505200"/>
            <a:ext cx="7924799" cy="1276351"/>
          </a:xfrm>
          <a:prstGeom prst="rect">
            <a:avLst/>
          </a:prstGeom>
        </p:spPr>
        <p:txBody>
          <a:bodyPr lIns="0" numCol="2" spcCol="27432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A simple list all in second level bullets in two columns or a short statement no bullets is what this space is meant for</a:t>
            </a:r>
          </a:p>
          <a:p>
            <a:pPr lvl="1"/>
            <a:r>
              <a:rPr lang="en-US" dirty="0"/>
              <a:t>Second level</a:t>
            </a:r>
          </a:p>
          <a:p>
            <a:pPr lvl="2"/>
            <a:r>
              <a:rPr lang="en-US" dirty="0"/>
              <a:t>Third level</a:t>
            </a:r>
          </a:p>
        </p:txBody>
      </p:sp>
      <p:pic>
        <p:nvPicPr>
          <p:cNvPr id="8" name="Picture 7">
            <a:extLst>
              <a:ext uri="{FF2B5EF4-FFF2-40B4-BE49-F238E27FC236}">
                <a16:creationId xmlns:a16="http://schemas.microsoft.com/office/drawing/2014/main" id="{DBB37FCC-D24D-994D-A24E-BB2E71C19291}"/>
              </a:ext>
            </a:extLst>
          </p:cNvPr>
          <p:cNvPicPr>
            <a:picLocks noChangeAspect="1"/>
          </p:cNvPicPr>
          <p:nvPr/>
        </p:nvPicPr>
        <p:blipFill rotWithShape="1">
          <a:blip r:embed="rId2"/>
          <a:srcRect l="24096"/>
          <a:stretch/>
        </p:blipFill>
        <p:spPr>
          <a:xfrm>
            <a:off x="0" y="115219"/>
            <a:ext cx="1066800" cy="287051"/>
          </a:xfrm>
          <a:prstGeom prst="rect">
            <a:avLst/>
          </a:prstGeom>
        </p:spPr>
      </p:pic>
      <p:pic>
        <p:nvPicPr>
          <p:cNvPr id="9" name="Picture 8">
            <a:extLst>
              <a:ext uri="{FF2B5EF4-FFF2-40B4-BE49-F238E27FC236}">
                <a16:creationId xmlns:a16="http://schemas.microsoft.com/office/drawing/2014/main" id="{0855F3B6-F7B6-284E-BFFE-48E02FCC8082}"/>
              </a:ext>
            </a:extLst>
          </p:cNvPr>
          <p:cNvPicPr>
            <a:picLocks noChangeAspect="1"/>
          </p:cNvPicPr>
          <p:nvPr/>
        </p:nvPicPr>
        <p:blipFill>
          <a:blip r:embed="rId3"/>
          <a:stretch>
            <a:fillRect/>
          </a:stretch>
        </p:blipFill>
        <p:spPr>
          <a:xfrm>
            <a:off x="115779" y="223914"/>
            <a:ext cx="752320" cy="69658"/>
          </a:xfrm>
          <a:prstGeom prst="rect">
            <a:avLst/>
          </a:prstGeom>
        </p:spPr>
      </p:pic>
    </p:spTree>
    <p:extLst>
      <p:ext uri="{BB962C8B-B14F-4D97-AF65-F5344CB8AC3E}">
        <p14:creationId xmlns:p14="http://schemas.microsoft.com/office/powerpoint/2010/main" val="1307439714"/>
      </p:ext>
    </p:extLst>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preserve="1">
  <p:cSld name="2 Img: 2 Subsections (equa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DE880E-D4F2-E340-948C-FA17EE464C92}"/>
              </a:ext>
            </a:extLst>
          </p:cNvPr>
          <p:cNvSpPr/>
          <p:nvPr/>
        </p:nvSpPr>
        <p:spPr>
          <a:xfrm>
            <a:off x="4709162" y="1428751"/>
            <a:ext cx="3657600" cy="37147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Rectangle 1">
            <a:extLst>
              <a:ext uri="{FF2B5EF4-FFF2-40B4-BE49-F238E27FC236}">
                <a16:creationId xmlns:a16="http://schemas.microsoft.com/office/drawing/2014/main" id="{E90536AE-01BB-8045-A38A-303A59E98089}"/>
              </a:ext>
            </a:extLst>
          </p:cNvPr>
          <p:cNvSpPr/>
          <p:nvPr/>
        </p:nvSpPr>
        <p:spPr>
          <a:xfrm>
            <a:off x="467497" y="1428751"/>
            <a:ext cx="3657600" cy="37147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2" name="Content Placeholder 3">
            <a:extLst>
              <a:ext uri="{FF2B5EF4-FFF2-40B4-BE49-F238E27FC236}">
                <a16:creationId xmlns:a16="http://schemas.microsoft.com/office/drawing/2014/main" id="{15AC7A20-C69C-BC4D-B437-E55CF39D7423}"/>
              </a:ext>
            </a:extLst>
          </p:cNvPr>
          <p:cNvSpPr>
            <a:spLocks noGrp="1" noChangeAspect="1"/>
          </p:cNvSpPr>
          <p:nvPr>
            <p:ph sz="quarter" idx="29" hasCustomPrompt="1"/>
          </p:nvPr>
        </p:nvSpPr>
        <p:spPr>
          <a:xfrm>
            <a:off x="467497" y="1428751"/>
            <a:ext cx="3657600" cy="371475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53" name="Content Placeholder 3">
            <a:extLst>
              <a:ext uri="{FF2B5EF4-FFF2-40B4-BE49-F238E27FC236}">
                <a16:creationId xmlns:a16="http://schemas.microsoft.com/office/drawing/2014/main" id="{62E5E021-2EE8-AE4F-B572-C897E954C923}"/>
              </a:ext>
            </a:extLst>
          </p:cNvPr>
          <p:cNvSpPr>
            <a:spLocks noGrp="1" noChangeAspect="1"/>
          </p:cNvSpPr>
          <p:nvPr>
            <p:ph sz="quarter" idx="30" hasCustomPrompt="1"/>
          </p:nvPr>
        </p:nvSpPr>
        <p:spPr>
          <a:xfrm>
            <a:off x="4709162" y="1428751"/>
            <a:ext cx="3657600" cy="371475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2514600" y="2800352"/>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2514600" y="3486151"/>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54" name="Content Placeholder 3">
            <a:extLst>
              <a:ext uri="{FF2B5EF4-FFF2-40B4-BE49-F238E27FC236}">
                <a16:creationId xmlns:a16="http://schemas.microsoft.com/office/drawing/2014/main" id="{4EFE6318-65F6-574E-A6AF-2B00B6294C16}"/>
              </a:ext>
            </a:extLst>
          </p:cNvPr>
          <p:cNvSpPr>
            <a:spLocks noGrp="1"/>
          </p:cNvSpPr>
          <p:nvPr>
            <p:ph sz="quarter" idx="31" hasCustomPrompt="1"/>
          </p:nvPr>
        </p:nvSpPr>
        <p:spPr>
          <a:xfrm>
            <a:off x="6756265" y="2800352"/>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5" name="Content Placeholder 3">
            <a:extLst>
              <a:ext uri="{FF2B5EF4-FFF2-40B4-BE49-F238E27FC236}">
                <a16:creationId xmlns:a16="http://schemas.microsoft.com/office/drawing/2014/main" id="{01D9D084-191F-4748-95AA-C449BC462044}"/>
              </a:ext>
            </a:extLst>
          </p:cNvPr>
          <p:cNvSpPr>
            <a:spLocks noGrp="1"/>
          </p:cNvSpPr>
          <p:nvPr>
            <p:ph sz="quarter" idx="32" hasCustomPrompt="1"/>
          </p:nvPr>
        </p:nvSpPr>
        <p:spPr>
          <a:xfrm>
            <a:off x="6756265" y="3486151"/>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56" name="Title 1">
            <a:extLst>
              <a:ext uri="{FF2B5EF4-FFF2-40B4-BE49-F238E27FC236}">
                <a16:creationId xmlns:a16="http://schemas.microsoft.com/office/drawing/2014/main" id="{779D5A6B-338A-F24D-A1D4-D3D1F6AE648C}"/>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379221846"/>
      </p:ext>
    </p:extLst>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preserve="1">
  <p:cSld name="2 Img: 2 Subsections (1 larg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01008-E090-374B-937A-7AF9D65FE376}"/>
              </a:ext>
            </a:extLst>
          </p:cNvPr>
          <p:cNvSpPr/>
          <p:nvPr/>
        </p:nvSpPr>
        <p:spPr>
          <a:xfrm>
            <a:off x="6248400" y="1574621"/>
            <a:ext cx="2895600" cy="35688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Rectangle 1">
            <a:extLst>
              <a:ext uri="{FF2B5EF4-FFF2-40B4-BE49-F238E27FC236}">
                <a16:creationId xmlns:a16="http://schemas.microsoft.com/office/drawing/2014/main" id="{01A19ABD-8F20-9948-B84A-E38FAEDBE435}"/>
              </a:ext>
            </a:extLst>
          </p:cNvPr>
          <p:cNvSpPr/>
          <p:nvPr/>
        </p:nvSpPr>
        <p:spPr>
          <a:xfrm>
            <a:off x="2" y="1574621"/>
            <a:ext cx="5527431" cy="35688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2" y="1574621"/>
            <a:ext cx="5527431" cy="3568881"/>
          </a:xfrm>
          <a:no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3901694" y="2883082"/>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3901694"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6248400" y="1574621"/>
            <a:ext cx="2895600" cy="3568881"/>
          </a:xfrm>
          <a:no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54" name="Content Placeholder 3">
            <a:extLst>
              <a:ext uri="{FF2B5EF4-FFF2-40B4-BE49-F238E27FC236}">
                <a16:creationId xmlns:a16="http://schemas.microsoft.com/office/drawing/2014/main" id="{4EFE6318-65F6-574E-A6AF-2B00B6294C16}"/>
              </a:ext>
            </a:extLst>
          </p:cNvPr>
          <p:cNvSpPr>
            <a:spLocks noGrp="1"/>
          </p:cNvSpPr>
          <p:nvPr>
            <p:ph sz="quarter" idx="31" hasCustomPrompt="1"/>
          </p:nvPr>
        </p:nvSpPr>
        <p:spPr>
          <a:xfrm>
            <a:off x="6014857" y="2883082"/>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5" name="Content Placeholder 3">
            <a:extLst>
              <a:ext uri="{FF2B5EF4-FFF2-40B4-BE49-F238E27FC236}">
                <a16:creationId xmlns:a16="http://schemas.microsoft.com/office/drawing/2014/main" id="{01D9D084-191F-4748-95AA-C449BC462044}"/>
              </a:ext>
            </a:extLst>
          </p:cNvPr>
          <p:cNvSpPr>
            <a:spLocks noGrp="1"/>
          </p:cNvSpPr>
          <p:nvPr>
            <p:ph sz="quarter" idx="32" hasCustomPrompt="1"/>
          </p:nvPr>
        </p:nvSpPr>
        <p:spPr>
          <a:xfrm>
            <a:off x="6014857"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11" name="Title 1">
            <a:extLst>
              <a:ext uri="{FF2B5EF4-FFF2-40B4-BE49-F238E27FC236}">
                <a16:creationId xmlns:a16="http://schemas.microsoft.com/office/drawing/2014/main" id="{320F225D-F840-704E-90D0-82590E475F02}"/>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914468056"/>
      </p:ext>
    </p:extLst>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preserve="1">
  <p:cSld name="2 Img: paired, 2 Subsection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AD52CF4-886F-B25B-FEDC-F03B5F25B527}"/>
              </a:ext>
            </a:extLst>
          </p:cNvPr>
          <p:cNvSpPr/>
          <p:nvPr/>
        </p:nvSpPr>
        <p:spPr>
          <a:xfrm>
            <a:off x="467497" y="1431927"/>
            <a:ext cx="4023360" cy="2206625"/>
          </a:xfrm>
          <a:prstGeom prst="rect">
            <a:avLst/>
          </a:prstGeom>
          <a:solidFill>
            <a:schemeClr val="bg2"/>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ectangle 4">
            <a:extLst>
              <a:ext uri="{FF2B5EF4-FFF2-40B4-BE49-F238E27FC236}">
                <a16:creationId xmlns:a16="http://schemas.microsoft.com/office/drawing/2014/main" id="{7A8A7BBB-02C2-3B25-29B0-C7537CFDB858}"/>
              </a:ext>
            </a:extLst>
          </p:cNvPr>
          <p:cNvSpPr/>
          <p:nvPr/>
        </p:nvSpPr>
        <p:spPr>
          <a:xfrm>
            <a:off x="4722974" y="1439296"/>
            <a:ext cx="4023360" cy="2206625"/>
          </a:xfrm>
          <a:prstGeom prst="rect">
            <a:avLst/>
          </a:prstGeom>
          <a:solidFill>
            <a:schemeClr val="bg2"/>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a:extLst>
              <a:ext uri="{FF2B5EF4-FFF2-40B4-BE49-F238E27FC236}">
                <a16:creationId xmlns:a16="http://schemas.microsoft.com/office/drawing/2014/main" id="{4BF6B05F-53E1-8945-B16F-0DF3CF82F24C}"/>
              </a:ext>
            </a:extLst>
          </p:cNvPr>
          <p:cNvSpPr/>
          <p:nvPr/>
        </p:nvSpPr>
        <p:spPr>
          <a:xfrm>
            <a:off x="0" y="3347728"/>
            <a:ext cx="9144000" cy="1795772"/>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467497" y="3704208"/>
            <a:ext cx="4023360" cy="1083694"/>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32" indent="-220652">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467497" y="1431927"/>
            <a:ext cx="4023360" cy="1909396"/>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7497" y="3347692"/>
            <a:ext cx="40233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8" name="Content Placeholder 3">
            <a:extLst>
              <a:ext uri="{FF2B5EF4-FFF2-40B4-BE49-F238E27FC236}">
                <a16:creationId xmlns:a16="http://schemas.microsoft.com/office/drawing/2014/main" id="{9F462960-F6E0-1F47-9992-B0808AB8B3DB}"/>
              </a:ext>
            </a:extLst>
          </p:cNvPr>
          <p:cNvSpPr>
            <a:spLocks noGrp="1"/>
          </p:cNvSpPr>
          <p:nvPr>
            <p:ph sz="half" idx="30" hasCustomPrompt="1"/>
          </p:nvPr>
        </p:nvSpPr>
        <p:spPr>
          <a:xfrm>
            <a:off x="4722974" y="3704208"/>
            <a:ext cx="4023360" cy="1083694"/>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32" indent="-220652">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19" name="Content Placeholder 3">
            <a:extLst>
              <a:ext uri="{FF2B5EF4-FFF2-40B4-BE49-F238E27FC236}">
                <a16:creationId xmlns:a16="http://schemas.microsoft.com/office/drawing/2014/main" id="{AD116F9F-6368-7345-A08A-884ECE8BF88F}"/>
              </a:ext>
            </a:extLst>
          </p:cNvPr>
          <p:cNvSpPr>
            <a:spLocks noGrp="1"/>
          </p:cNvSpPr>
          <p:nvPr>
            <p:ph sz="quarter" idx="31" hasCustomPrompt="1"/>
          </p:nvPr>
        </p:nvSpPr>
        <p:spPr>
          <a:xfrm>
            <a:off x="4722974" y="1431927"/>
            <a:ext cx="4023360" cy="1909396"/>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20" name="Content Placeholder 3">
            <a:extLst>
              <a:ext uri="{FF2B5EF4-FFF2-40B4-BE49-F238E27FC236}">
                <a16:creationId xmlns:a16="http://schemas.microsoft.com/office/drawing/2014/main" id="{16A9DCB3-1BC9-EA4E-B87A-4380F9F9DF2F}"/>
              </a:ext>
            </a:extLst>
          </p:cNvPr>
          <p:cNvSpPr>
            <a:spLocks noGrp="1"/>
          </p:cNvSpPr>
          <p:nvPr>
            <p:ph sz="quarter" idx="32" hasCustomPrompt="1"/>
          </p:nvPr>
        </p:nvSpPr>
        <p:spPr>
          <a:xfrm>
            <a:off x="4722974" y="3347692"/>
            <a:ext cx="40233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Title 1">
            <a:extLst>
              <a:ext uri="{FF2B5EF4-FFF2-40B4-BE49-F238E27FC236}">
                <a16:creationId xmlns:a16="http://schemas.microsoft.com/office/drawing/2014/main" id="{3DE7F42C-D2D9-4642-9E56-0728CC9098A7}"/>
              </a:ext>
            </a:extLst>
          </p:cNvPr>
          <p:cNvSpPr>
            <a:spLocks noGrp="1"/>
          </p:cNvSpPr>
          <p:nvPr>
            <p:ph type="title"/>
          </p:nvPr>
        </p:nvSpPr>
        <p:spPr>
          <a:xfrm>
            <a:off x="457200" y="590550"/>
            <a:ext cx="8305800" cy="74295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571532987"/>
      </p:ext>
    </p:extLst>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preserve="1">
  <p:cSld name="3 Img: Body ">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A8F918A-EF77-FD4D-BE1F-C758B655E4B1}"/>
              </a:ext>
            </a:extLst>
          </p:cNvPr>
          <p:cNvSpPr/>
          <p:nvPr/>
        </p:nvSpPr>
        <p:spPr>
          <a:xfrm>
            <a:off x="3671416" y="302685"/>
            <a:ext cx="2566988" cy="15367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a:extLst>
              <a:ext uri="{FF2B5EF4-FFF2-40B4-BE49-F238E27FC236}">
                <a16:creationId xmlns:a16="http://schemas.microsoft.com/office/drawing/2014/main" id="{C5198B12-F0DC-FC40-A343-A79509F228C4}"/>
              </a:ext>
            </a:extLst>
          </p:cNvPr>
          <p:cNvSpPr/>
          <p:nvPr/>
        </p:nvSpPr>
        <p:spPr>
          <a:xfrm>
            <a:off x="3671416" y="1929468"/>
            <a:ext cx="2566988" cy="32140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a:extLst>
              <a:ext uri="{FF2B5EF4-FFF2-40B4-BE49-F238E27FC236}">
                <a16:creationId xmlns:a16="http://schemas.microsoft.com/office/drawing/2014/main" id="{15BC1452-772F-BB4B-94B4-41012A92321B}"/>
              </a:ext>
            </a:extLst>
          </p:cNvPr>
          <p:cNvSpPr/>
          <p:nvPr/>
        </p:nvSpPr>
        <p:spPr>
          <a:xfrm>
            <a:off x="6339592" y="0"/>
            <a:ext cx="2566988" cy="32140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3671416" y="302684"/>
            <a:ext cx="2566988" cy="1536699"/>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6339592" y="0"/>
            <a:ext cx="2566988" cy="3214032"/>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pic>
        <p:nvPicPr>
          <p:cNvPr id="8" name="Picture 7">
            <a:extLst>
              <a:ext uri="{FF2B5EF4-FFF2-40B4-BE49-F238E27FC236}">
                <a16:creationId xmlns:a16="http://schemas.microsoft.com/office/drawing/2014/main" id="{DBB37FCC-D24D-994D-A24E-BB2E71C19291}"/>
              </a:ext>
            </a:extLst>
          </p:cNvPr>
          <p:cNvPicPr>
            <a:picLocks noChangeAspect="1"/>
          </p:cNvPicPr>
          <p:nvPr/>
        </p:nvPicPr>
        <p:blipFill rotWithShape="1">
          <a:blip r:embed="rId2"/>
          <a:srcRect l="24096"/>
          <a:stretch/>
        </p:blipFill>
        <p:spPr>
          <a:xfrm>
            <a:off x="0" y="115219"/>
            <a:ext cx="1066800" cy="287051"/>
          </a:xfrm>
          <a:prstGeom prst="rect">
            <a:avLst/>
          </a:prstGeom>
        </p:spPr>
      </p:pic>
      <p:pic>
        <p:nvPicPr>
          <p:cNvPr id="9" name="Picture 8">
            <a:extLst>
              <a:ext uri="{FF2B5EF4-FFF2-40B4-BE49-F238E27FC236}">
                <a16:creationId xmlns:a16="http://schemas.microsoft.com/office/drawing/2014/main" id="{0855F3B6-F7B6-284E-BFFE-48E02FCC8082}"/>
              </a:ext>
            </a:extLst>
          </p:cNvPr>
          <p:cNvPicPr>
            <a:picLocks noChangeAspect="1"/>
          </p:cNvPicPr>
          <p:nvPr/>
        </p:nvPicPr>
        <p:blipFill>
          <a:blip r:embed="rId3"/>
          <a:stretch>
            <a:fillRect/>
          </a:stretch>
        </p:blipFill>
        <p:spPr>
          <a:xfrm>
            <a:off x="115779" y="223914"/>
            <a:ext cx="752320" cy="69658"/>
          </a:xfrm>
          <a:prstGeom prst="rect">
            <a:avLst/>
          </a:prstGeom>
        </p:spPr>
      </p:pic>
      <p:sp>
        <p:nvSpPr>
          <p:cNvPr id="14" name="Content Placeholder 3">
            <a:extLst>
              <a:ext uri="{FF2B5EF4-FFF2-40B4-BE49-F238E27FC236}">
                <a16:creationId xmlns:a16="http://schemas.microsoft.com/office/drawing/2014/main" id="{92912BC2-1EE2-D842-A2B7-DE5424A867EB}"/>
              </a:ext>
            </a:extLst>
          </p:cNvPr>
          <p:cNvSpPr>
            <a:spLocks noGrp="1"/>
          </p:cNvSpPr>
          <p:nvPr>
            <p:ph sz="quarter" idx="31" hasCustomPrompt="1"/>
          </p:nvPr>
        </p:nvSpPr>
        <p:spPr>
          <a:xfrm>
            <a:off x="3671416" y="1929118"/>
            <a:ext cx="2566988" cy="321403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7" name="Content Placeholder 3">
            <a:extLst>
              <a:ext uri="{FF2B5EF4-FFF2-40B4-BE49-F238E27FC236}">
                <a16:creationId xmlns:a16="http://schemas.microsoft.com/office/drawing/2014/main" id="{DB54329B-39FA-9948-8527-46859415990F}"/>
              </a:ext>
            </a:extLst>
          </p:cNvPr>
          <p:cNvSpPr>
            <a:spLocks noGrp="1"/>
          </p:cNvSpPr>
          <p:nvPr>
            <p:ph sz="half" idx="10" hasCustomPrompt="1"/>
          </p:nvPr>
        </p:nvSpPr>
        <p:spPr>
          <a:xfrm>
            <a:off x="457201" y="2076450"/>
            <a:ext cx="2417762" cy="27051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Body text is preferred over bullets* keep it short!</a:t>
            </a:r>
          </a:p>
          <a:p>
            <a:pPr lvl="1"/>
            <a:r>
              <a:rPr lang="en-US" dirty="0"/>
              <a:t>This slide makes a good section header as well</a:t>
            </a:r>
          </a:p>
          <a:p>
            <a:pPr lvl="2"/>
            <a:r>
              <a:rPr lang="en-US" dirty="0"/>
              <a:t>Third level</a:t>
            </a:r>
          </a:p>
        </p:txBody>
      </p:sp>
      <p:sp>
        <p:nvSpPr>
          <p:cNvPr id="18" name="Content Placeholder 3">
            <a:extLst>
              <a:ext uri="{FF2B5EF4-FFF2-40B4-BE49-F238E27FC236}">
                <a16:creationId xmlns:a16="http://schemas.microsoft.com/office/drawing/2014/main" id="{9E3929EB-8C6F-D945-92EC-B79572580E77}"/>
              </a:ext>
            </a:extLst>
          </p:cNvPr>
          <p:cNvSpPr>
            <a:spLocks noGrp="1"/>
          </p:cNvSpPr>
          <p:nvPr>
            <p:ph sz="quarter" idx="19" hasCustomPrompt="1"/>
          </p:nvPr>
        </p:nvSpPr>
        <p:spPr>
          <a:xfrm>
            <a:off x="6339591" y="3333751"/>
            <a:ext cx="2271010" cy="457200"/>
          </a:xfrm>
          <a:noFill/>
        </p:spPr>
        <p:txBody>
          <a:bodyPr lIns="137160" tIns="137160" rIns="137160" bIns="45720" anchor="b" anchorCtr="0">
            <a:normAutofit/>
          </a:bodyPr>
          <a:lstStyle>
            <a:lvl1pPr marL="0" indent="0">
              <a:buNone/>
              <a:defRPr sz="12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9" name="Content Placeholder 3">
            <a:extLst>
              <a:ext uri="{FF2B5EF4-FFF2-40B4-BE49-F238E27FC236}">
                <a16:creationId xmlns:a16="http://schemas.microsoft.com/office/drawing/2014/main" id="{075A62B3-5B8F-BA41-B788-72BE2AD41F88}"/>
              </a:ext>
            </a:extLst>
          </p:cNvPr>
          <p:cNvSpPr>
            <a:spLocks noGrp="1"/>
          </p:cNvSpPr>
          <p:nvPr>
            <p:ph sz="quarter" idx="20" hasCustomPrompt="1"/>
          </p:nvPr>
        </p:nvSpPr>
        <p:spPr>
          <a:xfrm>
            <a:off x="6339591" y="3790953"/>
            <a:ext cx="2271010" cy="1066799"/>
          </a:xfrm>
          <a:noFill/>
        </p:spPr>
        <p:txBody>
          <a:bodyPr lIns="137160" tIns="45720" rIns="137160" bIns="13716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Body text here or switch to caption style and caption text for all images here</a:t>
            </a:r>
          </a:p>
        </p:txBody>
      </p:sp>
      <p:sp>
        <p:nvSpPr>
          <p:cNvPr id="20" name="Title 1">
            <a:extLst>
              <a:ext uri="{FF2B5EF4-FFF2-40B4-BE49-F238E27FC236}">
                <a16:creationId xmlns:a16="http://schemas.microsoft.com/office/drawing/2014/main" id="{9A9DABC8-BCD1-5C4D-B4BF-6B162B734EDF}"/>
              </a:ext>
            </a:extLst>
          </p:cNvPr>
          <p:cNvSpPr>
            <a:spLocks noGrp="1"/>
          </p:cNvSpPr>
          <p:nvPr>
            <p:ph type="title"/>
          </p:nvPr>
        </p:nvSpPr>
        <p:spPr>
          <a:xfrm>
            <a:off x="457201" y="12763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818560440"/>
      </p:ext>
    </p:extLst>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preserve="1">
  <p:cSld name="3 Img: 3 Subsections (equal)">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6D4AA71-1E38-AC65-7970-D17F3F3FD2AF}"/>
              </a:ext>
            </a:extLst>
          </p:cNvPr>
          <p:cNvSpPr/>
          <p:nvPr/>
        </p:nvSpPr>
        <p:spPr>
          <a:xfrm>
            <a:off x="6182499" y="1574619"/>
            <a:ext cx="2351903" cy="35688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0" name="Rectangle 19">
            <a:extLst>
              <a:ext uri="{FF2B5EF4-FFF2-40B4-BE49-F238E27FC236}">
                <a16:creationId xmlns:a16="http://schemas.microsoft.com/office/drawing/2014/main" id="{42884564-BF92-DEC3-5831-8633D5487C8B}"/>
              </a:ext>
            </a:extLst>
          </p:cNvPr>
          <p:cNvSpPr/>
          <p:nvPr/>
        </p:nvSpPr>
        <p:spPr>
          <a:xfrm>
            <a:off x="3324999" y="1574619"/>
            <a:ext cx="2351903" cy="35688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9" name="Rectangle 18">
            <a:extLst>
              <a:ext uri="{FF2B5EF4-FFF2-40B4-BE49-F238E27FC236}">
                <a16:creationId xmlns:a16="http://schemas.microsoft.com/office/drawing/2014/main" id="{79D9CDFF-245F-98BE-4166-91FDB7B98DF8}"/>
              </a:ext>
            </a:extLst>
          </p:cNvPr>
          <p:cNvSpPr/>
          <p:nvPr/>
        </p:nvSpPr>
        <p:spPr>
          <a:xfrm>
            <a:off x="467499" y="1574619"/>
            <a:ext cx="2351903" cy="35688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Title 1">
            <a:extLst>
              <a:ext uri="{FF2B5EF4-FFF2-40B4-BE49-F238E27FC236}">
                <a16:creationId xmlns:a16="http://schemas.microsoft.com/office/drawing/2014/main" id="{2247E371-F507-CA44-87CD-5FE9F1C457AF}"/>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22" name="Content Placeholder 3">
            <a:extLst>
              <a:ext uri="{FF2B5EF4-FFF2-40B4-BE49-F238E27FC236}">
                <a16:creationId xmlns:a16="http://schemas.microsoft.com/office/drawing/2014/main" id="{3F6BC7A3-8ED2-CFA5-8932-7EE656B074A9}"/>
              </a:ext>
            </a:extLst>
          </p:cNvPr>
          <p:cNvSpPr>
            <a:spLocks noGrp="1" noChangeAspect="1"/>
          </p:cNvSpPr>
          <p:nvPr>
            <p:ph sz="quarter" idx="29" hasCustomPrompt="1"/>
          </p:nvPr>
        </p:nvSpPr>
        <p:spPr>
          <a:xfrm>
            <a:off x="467499" y="1574619"/>
            <a:ext cx="2351903" cy="3568883"/>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1219200" y="302242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1219200"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23" name="Content Placeholder 3">
            <a:extLst>
              <a:ext uri="{FF2B5EF4-FFF2-40B4-BE49-F238E27FC236}">
                <a16:creationId xmlns:a16="http://schemas.microsoft.com/office/drawing/2014/main" id="{29E0F013-F819-1871-3DFB-DE3DD6A71C68}"/>
              </a:ext>
            </a:extLst>
          </p:cNvPr>
          <p:cNvSpPr>
            <a:spLocks noGrp="1" noChangeAspect="1"/>
          </p:cNvSpPr>
          <p:nvPr>
            <p:ph sz="quarter" idx="36" hasCustomPrompt="1"/>
          </p:nvPr>
        </p:nvSpPr>
        <p:spPr>
          <a:xfrm>
            <a:off x="3324998" y="1574619"/>
            <a:ext cx="2351903" cy="3568883"/>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3" name="Content Placeholder 3">
            <a:extLst>
              <a:ext uri="{FF2B5EF4-FFF2-40B4-BE49-F238E27FC236}">
                <a16:creationId xmlns:a16="http://schemas.microsoft.com/office/drawing/2014/main" id="{D19597BF-E7E9-484A-BB29-705E3DB3619A}"/>
              </a:ext>
            </a:extLst>
          </p:cNvPr>
          <p:cNvSpPr>
            <a:spLocks noGrp="1"/>
          </p:cNvSpPr>
          <p:nvPr>
            <p:ph sz="quarter" idx="31" hasCustomPrompt="1"/>
          </p:nvPr>
        </p:nvSpPr>
        <p:spPr>
          <a:xfrm>
            <a:off x="4076700" y="302242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4" name="Content Placeholder 3">
            <a:extLst>
              <a:ext uri="{FF2B5EF4-FFF2-40B4-BE49-F238E27FC236}">
                <a16:creationId xmlns:a16="http://schemas.microsoft.com/office/drawing/2014/main" id="{4F08115A-6F4C-7C43-884F-8400F57087DB}"/>
              </a:ext>
            </a:extLst>
          </p:cNvPr>
          <p:cNvSpPr>
            <a:spLocks noGrp="1"/>
          </p:cNvSpPr>
          <p:nvPr>
            <p:ph sz="quarter" idx="32" hasCustomPrompt="1"/>
          </p:nvPr>
        </p:nvSpPr>
        <p:spPr>
          <a:xfrm>
            <a:off x="4076700"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24" name="Content Placeholder 3">
            <a:extLst>
              <a:ext uri="{FF2B5EF4-FFF2-40B4-BE49-F238E27FC236}">
                <a16:creationId xmlns:a16="http://schemas.microsoft.com/office/drawing/2014/main" id="{61D97A2D-3C8D-C0C8-A4BE-5A42D6776D77}"/>
              </a:ext>
            </a:extLst>
          </p:cNvPr>
          <p:cNvSpPr>
            <a:spLocks noGrp="1" noChangeAspect="1"/>
          </p:cNvSpPr>
          <p:nvPr>
            <p:ph sz="quarter" idx="37" hasCustomPrompt="1"/>
          </p:nvPr>
        </p:nvSpPr>
        <p:spPr>
          <a:xfrm>
            <a:off x="6182499" y="1574619"/>
            <a:ext cx="2351903" cy="3568883"/>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6" name="Content Placeholder 3">
            <a:extLst>
              <a:ext uri="{FF2B5EF4-FFF2-40B4-BE49-F238E27FC236}">
                <a16:creationId xmlns:a16="http://schemas.microsoft.com/office/drawing/2014/main" id="{32CD13D8-C553-9B43-ABFB-5E9C875FADCB}"/>
              </a:ext>
            </a:extLst>
          </p:cNvPr>
          <p:cNvSpPr>
            <a:spLocks noGrp="1"/>
          </p:cNvSpPr>
          <p:nvPr>
            <p:ph sz="quarter" idx="34" hasCustomPrompt="1"/>
          </p:nvPr>
        </p:nvSpPr>
        <p:spPr>
          <a:xfrm>
            <a:off x="6934200" y="302242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E42E96DA-05ED-D243-90F0-D4A7AC201BF5}"/>
              </a:ext>
            </a:extLst>
          </p:cNvPr>
          <p:cNvSpPr>
            <a:spLocks noGrp="1"/>
          </p:cNvSpPr>
          <p:nvPr>
            <p:ph sz="quarter" idx="35" hasCustomPrompt="1"/>
          </p:nvPr>
        </p:nvSpPr>
        <p:spPr>
          <a:xfrm>
            <a:off x="6934200"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Tree>
    <p:extLst>
      <p:ext uri="{BB962C8B-B14F-4D97-AF65-F5344CB8AC3E}">
        <p14:creationId xmlns:p14="http://schemas.microsoft.com/office/powerpoint/2010/main" val="2681923779"/>
      </p:ext>
    </p:extLst>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preserve="1">
  <p:cSld name="3 Img: 3 Subsections ">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C43466E-7B85-8A8B-F4CA-F5DF3BCA71CA}"/>
              </a:ext>
            </a:extLst>
          </p:cNvPr>
          <p:cNvSpPr/>
          <p:nvPr/>
        </p:nvSpPr>
        <p:spPr>
          <a:xfrm>
            <a:off x="467497" y="1574620"/>
            <a:ext cx="2651760" cy="297833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Content Placeholder 3">
            <a:extLst>
              <a:ext uri="{FF2B5EF4-FFF2-40B4-BE49-F238E27FC236}">
                <a16:creationId xmlns:a16="http://schemas.microsoft.com/office/drawing/2014/main" id="{F572A2E1-2F70-99C4-0DE0-14FAEAD303CD}"/>
              </a:ext>
            </a:extLst>
          </p:cNvPr>
          <p:cNvSpPr>
            <a:spLocks noGrp="1" noChangeAspect="1"/>
          </p:cNvSpPr>
          <p:nvPr>
            <p:ph sz="quarter" idx="29" hasCustomPrompt="1"/>
          </p:nvPr>
        </p:nvSpPr>
        <p:spPr>
          <a:xfrm>
            <a:off x="467499" y="1574618"/>
            <a:ext cx="2641463" cy="297833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20" name="Rectangle 19">
            <a:extLst>
              <a:ext uri="{FF2B5EF4-FFF2-40B4-BE49-F238E27FC236}">
                <a16:creationId xmlns:a16="http://schemas.microsoft.com/office/drawing/2014/main" id="{05025407-6076-BE6A-65AC-CC6F30334AEC}"/>
              </a:ext>
            </a:extLst>
          </p:cNvPr>
          <p:cNvSpPr/>
          <p:nvPr/>
        </p:nvSpPr>
        <p:spPr>
          <a:xfrm>
            <a:off x="3284220" y="1578113"/>
            <a:ext cx="2651760" cy="297833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3" name="Content Placeholder 3">
            <a:extLst>
              <a:ext uri="{FF2B5EF4-FFF2-40B4-BE49-F238E27FC236}">
                <a16:creationId xmlns:a16="http://schemas.microsoft.com/office/drawing/2014/main" id="{51F897CF-E4BE-EE02-3834-124F3BD705F8}"/>
              </a:ext>
            </a:extLst>
          </p:cNvPr>
          <p:cNvSpPr>
            <a:spLocks noGrp="1" noChangeAspect="1"/>
          </p:cNvSpPr>
          <p:nvPr>
            <p:ph sz="quarter" idx="36" hasCustomPrompt="1"/>
          </p:nvPr>
        </p:nvSpPr>
        <p:spPr>
          <a:xfrm>
            <a:off x="3284222" y="1578053"/>
            <a:ext cx="2641463" cy="297833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21" name="Rectangle 20">
            <a:extLst>
              <a:ext uri="{FF2B5EF4-FFF2-40B4-BE49-F238E27FC236}">
                <a16:creationId xmlns:a16="http://schemas.microsoft.com/office/drawing/2014/main" id="{F984BC6B-4F6B-AA92-3C11-C4735EC20320}"/>
              </a:ext>
            </a:extLst>
          </p:cNvPr>
          <p:cNvSpPr/>
          <p:nvPr/>
        </p:nvSpPr>
        <p:spPr>
          <a:xfrm>
            <a:off x="6111240" y="1574620"/>
            <a:ext cx="2651760" cy="297833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4" name="Content Placeholder 3">
            <a:extLst>
              <a:ext uri="{FF2B5EF4-FFF2-40B4-BE49-F238E27FC236}">
                <a16:creationId xmlns:a16="http://schemas.microsoft.com/office/drawing/2014/main" id="{BD8AFB30-7C1A-B590-BA57-03D7E708C754}"/>
              </a:ext>
            </a:extLst>
          </p:cNvPr>
          <p:cNvSpPr>
            <a:spLocks noGrp="1" noChangeAspect="1"/>
          </p:cNvSpPr>
          <p:nvPr>
            <p:ph sz="quarter" idx="37" hasCustomPrompt="1"/>
          </p:nvPr>
        </p:nvSpPr>
        <p:spPr>
          <a:xfrm>
            <a:off x="6111242" y="1574618"/>
            <a:ext cx="2641463" cy="297833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8" name="Title 1">
            <a:extLst>
              <a:ext uri="{FF2B5EF4-FFF2-40B4-BE49-F238E27FC236}">
                <a16:creationId xmlns:a16="http://schemas.microsoft.com/office/drawing/2014/main" id="{2247E371-F507-CA44-87CD-5FE9F1C457AF}"/>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3" name="Content Placeholder 3">
            <a:extLst>
              <a:ext uri="{FF2B5EF4-FFF2-40B4-BE49-F238E27FC236}">
                <a16:creationId xmlns:a16="http://schemas.microsoft.com/office/drawing/2014/main" id="{D19597BF-E7E9-484A-BB29-705E3DB3619A}"/>
              </a:ext>
            </a:extLst>
          </p:cNvPr>
          <p:cNvSpPr>
            <a:spLocks noGrp="1"/>
          </p:cNvSpPr>
          <p:nvPr>
            <p:ph sz="quarter" idx="31" hasCustomPrompt="1"/>
          </p:nvPr>
        </p:nvSpPr>
        <p:spPr>
          <a:xfrm>
            <a:off x="4422277" y="302242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4" name="Content Placeholder 3">
            <a:extLst>
              <a:ext uri="{FF2B5EF4-FFF2-40B4-BE49-F238E27FC236}">
                <a16:creationId xmlns:a16="http://schemas.microsoft.com/office/drawing/2014/main" id="{4F08115A-6F4C-7C43-884F-8400F57087DB}"/>
              </a:ext>
            </a:extLst>
          </p:cNvPr>
          <p:cNvSpPr>
            <a:spLocks noGrp="1"/>
          </p:cNvSpPr>
          <p:nvPr>
            <p:ph sz="quarter" idx="32" hasCustomPrompt="1"/>
          </p:nvPr>
        </p:nvSpPr>
        <p:spPr>
          <a:xfrm>
            <a:off x="4422277"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16" name="Content Placeholder 3">
            <a:extLst>
              <a:ext uri="{FF2B5EF4-FFF2-40B4-BE49-F238E27FC236}">
                <a16:creationId xmlns:a16="http://schemas.microsoft.com/office/drawing/2014/main" id="{32CD13D8-C553-9B43-ABFB-5E9C875FADCB}"/>
              </a:ext>
            </a:extLst>
          </p:cNvPr>
          <p:cNvSpPr>
            <a:spLocks noGrp="1"/>
          </p:cNvSpPr>
          <p:nvPr>
            <p:ph sz="quarter" idx="34" hasCustomPrompt="1"/>
          </p:nvPr>
        </p:nvSpPr>
        <p:spPr>
          <a:xfrm>
            <a:off x="6479677" y="302242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E42E96DA-05ED-D243-90F0-D4A7AC201BF5}"/>
              </a:ext>
            </a:extLst>
          </p:cNvPr>
          <p:cNvSpPr>
            <a:spLocks noGrp="1"/>
          </p:cNvSpPr>
          <p:nvPr>
            <p:ph sz="quarter" idx="35" hasCustomPrompt="1"/>
          </p:nvPr>
        </p:nvSpPr>
        <p:spPr>
          <a:xfrm>
            <a:off x="6479677"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2364877" y="302242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2364877"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Tree>
    <p:extLst>
      <p:ext uri="{BB962C8B-B14F-4D97-AF65-F5344CB8AC3E}">
        <p14:creationId xmlns:p14="http://schemas.microsoft.com/office/powerpoint/2010/main" val="3997773599"/>
      </p:ext>
    </p:extLst>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preserve="1">
  <p:cSld name="3 Img: paired, 3 Subsectio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D6E1BA-FD6C-11CE-8F3F-294F54A0E504}"/>
              </a:ext>
            </a:extLst>
          </p:cNvPr>
          <p:cNvSpPr/>
          <p:nvPr/>
        </p:nvSpPr>
        <p:spPr>
          <a:xfrm>
            <a:off x="467497" y="1398629"/>
            <a:ext cx="2651760" cy="1707775"/>
          </a:xfrm>
          <a:prstGeom prst="rect">
            <a:avLst/>
          </a:prstGeom>
          <a:solidFill>
            <a:schemeClr val="bg2"/>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3" name="Rectangle 2">
            <a:extLst>
              <a:ext uri="{FF2B5EF4-FFF2-40B4-BE49-F238E27FC236}">
                <a16:creationId xmlns:a16="http://schemas.microsoft.com/office/drawing/2014/main" id="{01807E07-0660-B614-DB6B-8DE1577CE6B5}"/>
              </a:ext>
            </a:extLst>
          </p:cNvPr>
          <p:cNvSpPr/>
          <p:nvPr/>
        </p:nvSpPr>
        <p:spPr>
          <a:xfrm>
            <a:off x="3288669" y="1398629"/>
            <a:ext cx="2651760" cy="1707775"/>
          </a:xfrm>
          <a:prstGeom prst="rect">
            <a:avLst/>
          </a:prstGeom>
          <a:solidFill>
            <a:schemeClr val="bg2"/>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4" name="Rectangle 3">
            <a:extLst>
              <a:ext uri="{FF2B5EF4-FFF2-40B4-BE49-F238E27FC236}">
                <a16:creationId xmlns:a16="http://schemas.microsoft.com/office/drawing/2014/main" id="{EBC81947-00F9-74BB-8D6D-8D99C59D515A}"/>
              </a:ext>
            </a:extLst>
          </p:cNvPr>
          <p:cNvSpPr/>
          <p:nvPr/>
        </p:nvSpPr>
        <p:spPr>
          <a:xfrm>
            <a:off x="6116183" y="1398629"/>
            <a:ext cx="2651760" cy="1707775"/>
          </a:xfrm>
          <a:prstGeom prst="rect">
            <a:avLst/>
          </a:prstGeom>
          <a:solidFill>
            <a:schemeClr val="bg2"/>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467497" y="2096737"/>
            <a:ext cx="2651760" cy="1490472"/>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0" name="Rectangle 9">
            <a:extLst>
              <a:ext uri="{FF2B5EF4-FFF2-40B4-BE49-F238E27FC236}">
                <a16:creationId xmlns:a16="http://schemas.microsoft.com/office/drawing/2014/main" id="{4BF6B05F-53E1-8945-B16F-0DF3CF82F24C}"/>
              </a:ext>
            </a:extLst>
          </p:cNvPr>
          <p:cNvSpPr/>
          <p:nvPr/>
        </p:nvSpPr>
        <p:spPr>
          <a:xfrm>
            <a:off x="0" y="2887849"/>
            <a:ext cx="9144000" cy="2255653"/>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467497" y="3247501"/>
            <a:ext cx="2651760" cy="1490472"/>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32" indent="-220652">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7497" y="2890987"/>
            <a:ext cx="26517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1" name="Content Placeholder 3">
            <a:extLst>
              <a:ext uri="{FF2B5EF4-FFF2-40B4-BE49-F238E27FC236}">
                <a16:creationId xmlns:a16="http://schemas.microsoft.com/office/drawing/2014/main" id="{16B809F6-FA4E-924A-B401-7F4C46B121C1}"/>
              </a:ext>
            </a:extLst>
          </p:cNvPr>
          <p:cNvSpPr>
            <a:spLocks noGrp="1"/>
          </p:cNvSpPr>
          <p:nvPr>
            <p:ph sz="half" idx="30" hasCustomPrompt="1"/>
          </p:nvPr>
        </p:nvSpPr>
        <p:spPr>
          <a:xfrm>
            <a:off x="3291840" y="3247501"/>
            <a:ext cx="2651760" cy="1490472"/>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32" indent="-220652">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6" name="Content Placeholder 3">
            <a:extLst>
              <a:ext uri="{FF2B5EF4-FFF2-40B4-BE49-F238E27FC236}">
                <a16:creationId xmlns:a16="http://schemas.microsoft.com/office/drawing/2014/main" id="{1A592BC2-CD25-7946-B073-3B5CE272ECA1}"/>
              </a:ext>
            </a:extLst>
          </p:cNvPr>
          <p:cNvSpPr>
            <a:spLocks noGrp="1"/>
          </p:cNvSpPr>
          <p:nvPr>
            <p:ph sz="quarter" idx="31" hasCustomPrompt="1"/>
          </p:nvPr>
        </p:nvSpPr>
        <p:spPr>
          <a:xfrm>
            <a:off x="3291840" y="2096737"/>
            <a:ext cx="2651760" cy="1490472"/>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7" name="Content Placeholder 3">
            <a:extLst>
              <a:ext uri="{FF2B5EF4-FFF2-40B4-BE49-F238E27FC236}">
                <a16:creationId xmlns:a16="http://schemas.microsoft.com/office/drawing/2014/main" id="{1C023B6E-F50F-6B4F-BB0D-25BB7E8C8591}"/>
              </a:ext>
            </a:extLst>
          </p:cNvPr>
          <p:cNvSpPr>
            <a:spLocks noGrp="1"/>
          </p:cNvSpPr>
          <p:nvPr>
            <p:ph sz="quarter" idx="32" hasCustomPrompt="1"/>
          </p:nvPr>
        </p:nvSpPr>
        <p:spPr>
          <a:xfrm>
            <a:off x="3291840" y="2890987"/>
            <a:ext cx="26517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8" name="Content Placeholder 3">
            <a:extLst>
              <a:ext uri="{FF2B5EF4-FFF2-40B4-BE49-F238E27FC236}">
                <a16:creationId xmlns:a16="http://schemas.microsoft.com/office/drawing/2014/main" id="{05509D20-557E-7F4F-8618-542438C490BA}"/>
              </a:ext>
            </a:extLst>
          </p:cNvPr>
          <p:cNvSpPr>
            <a:spLocks noGrp="1"/>
          </p:cNvSpPr>
          <p:nvPr>
            <p:ph sz="half" idx="33" hasCustomPrompt="1"/>
          </p:nvPr>
        </p:nvSpPr>
        <p:spPr>
          <a:xfrm>
            <a:off x="6116183" y="3247501"/>
            <a:ext cx="2651760" cy="1490472"/>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32" indent="-220652">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9" name="Content Placeholder 3">
            <a:extLst>
              <a:ext uri="{FF2B5EF4-FFF2-40B4-BE49-F238E27FC236}">
                <a16:creationId xmlns:a16="http://schemas.microsoft.com/office/drawing/2014/main" id="{157A14B8-DB9F-0649-A945-CCC8C7777ABD}"/>
              </a:ext>
            </a:extLst>
          </p:cNvPr>
          <p:cNvSpPr>
            <a:spLocks noGrp="1"/>
          </p:cNvSpPr>
          <p:nvPr>
            <p:ph sz="quarter" idx="34" hasCustomPrompt="1"/>
          </p:nvPr>
        </p:nvSpPr>
        <p:spPr>
          <a:xfrm>
            <a:off x="6116183" y="2096737"/>
            <a:ext cx="2651760" cy="1490472"/>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0" name="Content Placeholder 3">
            <a:extLst>
              <a:ext uri="{FF2B5EF4-FFF2-40B4-BE49-F238E27FC236}">
                <a16:creationId xmlns:a16="http://schemas.microsoft.com/office/drawing/2014/main" id="{CDA1F315-0513-4B41-A677-CA87DD3A63B4}"/>
              </a:ext>
            </a:extLst>
          </p:cNvPr>
          <p:cNvSpPr>
            <a:spLocks noGrp="1"/>
          </p:cNvSpPr>
          <p:nvPr>
            <p:ph sz="quarter" idx="35" hasCustomPrompt="1"/>
          </p:nvPr>
        </p:nvSpPr>
        <p:spPr>
          <a:xfrm>
            <a:off x="6116183" y="2890987"/>
            <a:ext cx="26517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3" name="Title 1">
            <a:extLst>
              <a:ext uri="{FF2B5EF4-FFF2-40B4-BE49-F238E27FC236}">
                <a16:creationId xmlns:a16="http://schemas.microsoft.com/office/drawing/2014/main" id="{5EFE7D30-4EBF-A243-AE4D-EE54C9A43989}"/>
              </a:ext>
            </a:extLst>
          </p:cNvPr>
          <p:cNvSpPr>
            <a:spLocks noGrp="1"/>
          </p:cNvSpPr>
          <p:nvPr>
            <p:ph type="title"/>
          </p:nvPr>
        </p:nvSpPr>
        <p:spPr>
          <a:xfrm>
            <a:off x="457200" y="590550"/>
            <a:ext cx="8305800" cy="74295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4108527251"/>
      </p:ext>
    </p:extLst>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preserve="1">
  <p:cSld name="4 Img: Body ">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F1CB3C-159C-3347-BFAC-E45F31299484}"/>
              </a:ext>
            </a:extLst>
          </p:cNvPr>
          <p:cNvSpPr/>
          <p:nvPr/>
        </p:nvSpPr>
        <p:spPr>
          <a:xfrm>
            <a:off x="503338" y="819150"/>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0" name="Rectangle 19">
            <a:extLst>
              <a:ext uri="{FF2B5EF4-FFF2-40B4-BE49-F238E27FC236}">
                <a16:creationId xmlns:a16="http://schemas.microsoft.com/office/drawing/2014/main" id="{2BEE92EE-CB1A-564D-AFDA-ECC078177899}"/>
              </a:ext>
            </a:extLst>
          </p:cNvPr>
          <p:cNvSpPr/>
          <p:nvPr/>
        </p:nvSpPr>
        <p:spPr>
          <a:xfrm>
            <a:off x="2577989" y="819150"/>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1" name="Rectangle 20">
            <a:extLst>
              <a:ext uri="{FF2B5EF4-FFF2-40B4-BE49-F238E27FC236}">
                <a16:creationId xmlns:a16="http://schemas.microsoft.com/office/drawing/2014/main" id="{113ADE27-8124-2E48-9321-9D361EB8E511}"/>
              </a:ext>
            </a:extLst>
          </p:cNvPr>
          <p:cNvSpPr/>
          <p:nvPr/>
        </p:nvSpPr>
        <p:spPr>
          <a:xfrm>
            <a:off x="2577989" y="2893719"/>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2" name="Rectangle 21">
            <a:extLst>
              <a:ext uri="{FF2B5EF4-FFF2-40B4-BE49-F238E27FC236}">
                <a16:creationId xmlns:a16="http://schemas.microsoft.com/office/drawing/2014/main" id="{942C7726-2FB8-454D-88F1-E8C59C67CCDE}"/>
              </a:ext>
            </a:extLst>
          </p:cNvPr>
          <p:cNvSpPr/>
          <p:nvPr/>
        </p:nvSpPr>
        <p:spPr>
          <a:xfrm>
            <a:off x="4662597" y="2893719"/>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503338" y="819150"/>
            <a:ext cx="1965960" cy="1958134"/>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2582383" y="2893720"/>
            <a:ext cx="1956212" cy="196596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pic>
        <p:nvPicPr>
          <p:cNvPr id="8" name="Picture 7">
            <a:extLst>
              <a:ext uri="{FF2B5EF4-FFF2-40B4-BE49-F238E27FC236}">
                <a16:creationId xmlns:a16="http://schemas.microsoft.com/office/drawing/2014/main" id="{DBB37FCC-D24D-994D-A24E-BB2E71C19291}"/>
              </a:ext>
            </a:extLst>
          </p:cNvPr>
          <p:cNvPicPr>
            <a:picLocks noChangeAspect="1"/>
          </p:cNvPicPr>
          <p:nvPr/>
        </p:nvPicPr>
        <p:blipFill rotWithShape="1">
          <a:blip r:embed="rId2"/>
          <a:srcRect l="24096"/>
          <a:stretch/>
        </p:blipFill>
        <p:spPr>
          <a:xfrm>
            <a:off x="0" y="115219"/>
            <a:ext cx="1066800" cy="287051"/>
          </a:xfrm>
          <a:prstGeom prst="rect">
            <a:avLst/>
          </a:prstGeom>
        </p:spPr>
      </p:pic>
      <p:pic>
        <p:nvPicPr>
          <p:cNvPr id="9" name="Picture 8">
            <a:extLst>
              <a:ext uri="{FF2B5EF4-FFF2-40B4-BE49-F238E27FC236}">
                <a16:creationId xmlns:a16="http://schemas.microsoft.com/office/drawing/2014/main" id="{0855F3B6-F7B6-284E-BFFE-48E02FCC8082}"/>
              </a:ext>
            </a:extLst>
          </p:cNvPr>
          <p:cNvPicPr>
            <a:picLocks noChangeAspect="1"/>
          </p:cNvPicPr>
          <p:nvPr/>
        </p:nvPicPr>
        <p:blipFill>
          <a:blip r:embed="rId3"/>
          <a:stretch>
            <a:fillRect/>
          </a:stretch>
        </p:blipFill>
        <p:spPr>
          <a:xfrm>
            <a:off x="115779" y="223914"/>
            <a:ext cx="752320" cy="69658"/>
          </a:xfrm>
          <a:prstGeom prst="rect">
            <a:avLst/>
          </a:prstGeom>
        </p:spPr>
      </p:pic>
      <p:sp>
        <p:nvSpPr>
          <p:cNvPr id="14" name="Content Placeholder 3">
            <a:extLst>
              <a:ext uri="{FF2B5EF4-FFF2-40B4-BE49-F238E27FC236}">
                <a16:creationId xmlns:a16="http://schemas.microsoft.com/office/drawing/2014/main" id="{92912BC2-1EE2-D842-A2B7-DE5424A867EB}"/>
              </a:ext>
            </a:extLst>
          </p:cNvPr>
          <p:cNvSpPr>
            <a:spLocks noGrp="1"/>
          </p:cNvSpPr>
          <p:nvPr>
            <p:ph sz="quarter" idx="31" hasCustomPrompt="1"/>
          </p:nvPr>
        </p:nvSpPr>
        <p:spPr>
          <a:xfrm>
            <a:off x="2582383" y="819151"/>
            <a:ext cx="1956212" cy="1958135"/>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7" name="Content Placeholder 3">
            <a:extLst>
              <a:ext uri="{FF2B5EF4-FFF2-40B4-BE49-F238E27FC236}">
                <a16:creationId xmlns:a16="http://schemas.microsoft.com/office/drawing/2014/main" id="{DB54329B-39FA-9948-8527-46859415990F}"/>
              </a:ext>
            </a:extLst>
          </p:cNvPr>
          <p:cNvSpPr>
            <a:spLocks noGrp="1"/>
          </p:cNvSpPr>
          <p:nvPr>
            <p:ph sz="half" idx="10" hasCustomPrompt="1"/>
          </p:nvPr>
        </p:nvSpPr>
        <p:spPr>
          <a:xfrm>
            <a:off x="4852144" y="1695452"/>
            <a:ext cx="2691656" cy="943227"/>
          </a:xfrm>
          <a:prstGeom prst="rect">
            <a:avLst/>
          </a:prstGeom>
        </p:spPr>
        <p:txBody>
          <a:bodyPr lIns="0">
            <a:normAutofit/>
          </a:bodyPr>
          <a:lstStyle>
            <a:lvl1pPr marL="0" indent="0">
              <a:lnSpc>
                <a:spcPct val="100000"/>
              </a:lnSpc>
              <a:buNone/>
              <a:defRPr sz="1400">
                <a:solidFill>
                  <a:srgbClr val="393A39"/>
                </a:solidFill>
                <a:latin typeface="Lato" panose="020F0502020204030203" pitchFamily="34" charset="0"/>
              </a:defRPr>
            </a:lvl1pPr>
            <a:lvl2pPr marL="292086" indent="0">
              <a:lnSpc>
                <a:spcPct val="100000"/>
              </a:lnSpc>
              <a:buFont typeface="Arial" panose="020B0604020202020204" pitchFamily="34" charset="0"/>
              <a:buNone/>
              <a:defRPr sz="1200">
                <a:solidFill>
                  <a:srgbClr val="393A39"/>
                </a:solidFill>
                <a:latin typeface="Lato" panose="020F0502020204030203" pitchFamily="34" charset="0"/>
              </a:defRPr>
            </a:lvl2pPr>
            <a:lvl3pPr marL="576233" indent="0">
              <a:lnSpc>
                <a:spcPct val="100000"/>
              </a:lnSpc>
              <a:buNone/>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Body text ONLY, keep it short!</a:t>
            </a:r>
          </a:p>
          <a:p>
            <a:pPr lvl="0"/>
            <a:r>
              <a:rPr lang="en-US" dirty="0"/>
              <a:t>Good section header</a:t>
            </a:r>
          </a:p>
        </p:txBody>
      </p:sp>
      <p:sp>
        <p:nvSpPr>
          <p:cNvPr id="18" name="Content Placeholder 3">
            <a:extLst>
              <a:ext uri="{FF2B5EF4-FFF2-40B4-BE49-F238E27FC236}">
                <a16:creationId xmlns:a16="http://schemas.microsoft.com/office/drawing/2014/main" id="{9E3929EB-8C6F-D945-92EC-B79572580E77}"/>
              </a:ext>
            </a:extLst>
          </p:cNvPr>
          <p:cNvSpPr>
            <a:spLocks noGrp="1"/>
          </p:cNvSpPr>
          <p:nvPr>
            <p:ph sz="quarter" idx="19" hasCustomPrompt="1"/>
          </p:nvPr>
        </p:nvSpPr>
        <p:spPr>
          <a:xfrm>
            <a:off x="503338" y="2893718"/>
            <a:ext cx="1935062" cy="455931"/>
          </a:xfrm>
          <a:noFill/>
        </p:spPr>
        <p:txBody>
          <a:bodyPr lIns="137160" tIns="137160" rIns="137160" bIns="45720" anchor="b" anchorCtr="0">
            <a:normAutofit/>
          </a:bodyPr>
          <a:lstStyle>
            <a:lvl1pPr marL="0" indent="0">
              <a:buNone/>
              <a:defRPr sz="1200" b="1">
                <a:solidFill>
                  <a:schemeClr val="accent2"/>
                </a:solidFill>
              </a:defRPr>
            </a:lvl1pPr>
            <a:lvl2pPr>
              <a:defRPr>
                <a:solidFill>
                  <a:schemeClr val="bg2"/>
                </a:solidFill>
              </a:defRPr>
            </a:lvl2pPr>
            <a:lvl3pPr>
              <a:defRPr>
                <a:solidFill>
                  <a:schemeClr val="bg2"/>
                </a:solidFill>
              </a:defRPr>
            </a:lvl3pPr>
          </a:lstStyle>
          <a:p>
            <a:pPr lvl="0"/>
            <a:r>
              <a:rPr lang="en-US" dirty="0"/>
              <a:t>Optional Short Title Here</a:t>
            </a:r>
          </a:p>
        </p:txBody>
      </p:sp>
      <p:sp>
        <p:nvSpPr>
          <p:cNvPr id="19" name="Content Placeholder 3">
            <a:extLst>
              <a:ext uri="{FF2B5EF4-FFF2-40B4-BE49-F238E27FC236}">
                <a16:creationId xmlns:a16="http://schemas.microsoft.com/office/drawing/2014/main" id="{075A62B3-5B8F-BA41-B788-72BE2AD41F88}"/>
              </a:ext>
            </a:extLst>
          </p:cNvPr>
          <p:cNvSpPr>
            <a:spLocks noGrp="1"/>
          </p:cNvSpPr>
          <p:nvPr>
            <p:ph sz="quarter" idx="20" hasCustomPrompt="1"/>
          </p:nvPr>
        </p:nvSpPr>
        <p:spPr>
          <a:xfrm>
            <a:off x="503338" y="3349652"/>
            <a:ext cx="1935062" cy="1066799"/>
          </a:xfrm>
          <a:noFill/>
        </p:spPr>
        <p:txBody>
          <a:bodyPr lIns="137160" tIns="45720" rIns="137160" bIns="13716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Body text here or caption text for all images (swap to caption style)</a:t>
            </a:r>
          </a:p>
        </p:txBody>
      </p:sp>
      <p:sp>
        <p:nvSpPr>
          <p:cNvPr id="23" name="Content Placeholder 3">
            <a:extLst>
              <a:ext uri="{FF2B5EF4-FFF2-40B4-BE49-F238E27FC236}">
                <a16:creationId xmlns:a16="http://schemas.microsoft.com/office/drawing/2014/main" id="{B9EB7CA6-DB6B-5C45-9FED-7ADC8E9AB8DD}"/>
              </a:ext>
            </a:extLst>
          </p:cNvPr>
          <p:cNvSpPr>
            <a:spLocks noGrp="1"/>
          </p:cNvSpPr>
          <p:nvPr>
            <p:ph sz="quarter" idx="32" hasCustomPrompt="1"/>
          </p:nvPr>
        </p:nvSpPr>
        <p:spPr>
          <a:xfrm>
            <a:off x="4662597" y="2893719"/>
            <a:ext cx="1965960" cy="196596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4" name="Title 1">
            <a:extLst>
              <a:ext uri="{FF2B5EF4-FFF2-40B4-BE49-F238E27FC236}">
                <a16:creationId xmlns:a16="http://schemas.microsoft.com/office/drawing/2014/main" id="{718AC106-9290-5445-A767-ECBF76EA403D}"/>
              </a:ext>
            </a:extLst>
          </p:cNvPr>
          <p:cNvSpPr>
            <a:spLocks noGrp="1"/>
          </p:cNvSpPr>
          <p:nvPr>
            <p:ph type="title"/>
          </p:nvPr>
        </p:nvSpPr>
        <p:spPr>
          <a:xfrm>
            <a:off x="4852144" y="8953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9871398"/>
      </p:ext>
    </p:extLst>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preserve="1">
  <p:cSld name="4 Img: 4 Subsections (equal)">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48AD819D-03F8-DF2F-09FB-0C1EE457B513}"/>
              </a:ext>
            </a:extLst>
          </p:cNvPr>
          <p:cNvSpPr/>
          <p:nvPr/>
        </p:nvSpPr>
        <p:spPr>
          <a:xfrm>
            <a:off x="4782810" y="3380623"/>
            <a:ext cx="2971799" cy="176287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7" name="Rectangle 16">
            <a:extLst>
              <a:ext uri="{FF2B5EF4-FFF2-40B4-BE49-F238E27FC236}">
                <a16:creationId xmlns:a16="http://schemas.microsoft.com/office/drawing/2014/main" id="{5B7F8B45-2942-FFC7-D3E1-885DFB4F2996}"/>
              </a:ext>
            </a:extLst>
          </p:cNvPr>
          <p:cNvSpPr/>
          <p:nvPr/>
        </p:nvSpPr>
        <p:spPr>
          <a:xfrm>
            <a:off x="4782810" y="1338057"/>
            <a:ext cx="2971799" cy="176287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Rectangle 15">
            <a:extLst>
              <a:ext uri="{FF2B5EF4-FFF2-40B4-BE49-F238E27FC236}">
                <a16:creationId xmlns:a16="http://schemas.microsoft.com/office/drawing/2014/main" id="{20A0D4FB-E53C-992F-1223-76C9CEAFB374}"/>
              </a:ext>
            </a:extLst>
          </p:cNvPr>
          <p:cNvSpPr/>
          <p:nvPr/>
        </p:nvSpPr>
        <p:spPr>
          <a:xfrm>
            <a:off x="457202" y="3380623"/>
            <a:ext cx="2971799" cy="176287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Rectangle 14">
            <a:extLst>
              <a:ext uri="{FF2B5EF4-FFF2-40B4-BE49-F238E27FC236}">
                <a16:creationId xmlns:a16="http://schemas.microsoft.com/office/drawing/2014/main" id="{EE0EDB29-4637-0289-6363-D852B2A703B3}"/>
              </a:ext>
            </a:extLst>
          </p:cNvPr>
          <p:cNvSpPr/>
          <p:nvPr/>
        </p:nvSpPr>
        <p:spPr>
          <a:xfrm>
            <a:off x="449706" y="1342273"/>
            <a:ext cx="2971799" cy="176287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8" name="Title 1">
            <a:extLst>
              <a:ext uri="{FF2B5EF4-FFF2-40B4-BE49-F238E27FC236}">
                <a16:creationId xmlns:a16="http://schemas.microsoft.com/office/drawing/2014/main" id="{2247E371-F507-CA44-87CD-5FE9F1C457AF}"/>
              </a:ext>
            </a:extLst>
          </p:cNvPr>
          <p:cNvSpPr>
            <a:spLocks noGrp="1"/>
          </p:cNvSpPr>
          <p:nvPr>
            <p:ph type="title"/>
          </p:nvPr>
        </p:nvSpPr>
        <p:spPr>
          <a:xfrm>
            <a:off x="457200" y="590550"/>
            <a:ext cx="8305800" cy="742950"/>
          </a:xfrm>
          <a:prstGeom prst="rect">
            <a:avLst/>
          </a:prstGeom>
        </p:spPr>
        <p:txBody>
          <a:bodyPr lIns="0" anchor="t">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26" name="Content Placeholder 3">
            <a:extLst>
              <a:ext uri="{FF2B5EF4-FFF2-40B4-BE49-F238E27FC236}">
                <a16:creationId xmlns:a16="http://schemas.microsoft.com/office/drawing/2014/main" id="{F0940CEC-EABD-2783-324C-2BC4E7916190}"/>
              </a:ext>
            </a:extLst>
          </p:cNvPr>
          <p:cNvSpPr>
            <a:spLocks noGrp="1"/>
          </p:cNvSpPr>
          <p:nvPr>
            <p:ph sz="quarter" idx="30" hasCustomPrompt="1"/>
          </p:nvPr>
        </p:nvSpPr>
        <p:spPr>
          <a:xfrm>
            <a:off x="457201" y="1333502"/>
            <a:ext cx="2971799" cy="1762879"/>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7" name="Content Placeholder 3">
            <a:extLst>
              <a:ext uri="{FF2B5EF4-FFF2-40B4-BE49-F238E27FC236}">
                <a16:creationId xmlns:a16="http://schemas.microsoft.com/office/drawing/2014/main" id="{714472A9-781D-DC74-63F2-F2A5FC06FB0B}"/>
              </a:ext>
            </a:extLst>
          </p:cNvPr>
          <p:cNvSpPr>
            <a:spLocks noGrp="1"/>
          </p:cNvSpPr>
          <p:nvPr>
            <p:ph sz="quarter" idx="39" hasCustomPrompt="1"/>
          </p:nvPr>
        </p:nvSpPr>
        <p:spPr>
          <a:xfrm>
            <a:off x="4785514" y="1336236"/>
            <a:ext cx="2971799" cy="1762879"/>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2244065" y="1760381"/>
            <a:ext cx="2207123" cy="533400"/>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2244065" y="2293783"/>
            <a:ext cx="2207123" cy="914399"/>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13" name="Content Placeholder 3">
            <a:extLst>
              <a:ext uri="{FF2B5EF4-FFF2-40B4-BE49-F238E27FC236}">
                <a16:creationId xmlns:a16="http://schemas.microsoft.com/office/drawing/2014/main" id="{D19597BF-E7E9-484A-BB29-705E3DB3619A}"/>
              </a:ext>
            </a:extLst>
          </p:cNvPr>
          <p:cNvSpPr>
            <a:spLocks noGrp="1"/>
          </p:cNvSpPr>
          <p:nvPr>
            <p:ph sz="quarter" idx="31" hasCustomPrompt="1"/>
          </p:nvPr>
        </p:nvSpPr>
        <p:spPr>
          <a:xfrm>
            <a:off x="6582112" y="1760381"/>
            <a:ext cx="2207123" cy="533400"/>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4" name="Content Placeholder 3">
            <a:extLst>
              <a:ext uri="{FF2B5EF4-FFF2-40B4-BE49-F238E27FC236}">
                <a16:creationId xmlns:a16="http://schemas.microsoft.com/office/drawing/2014/main" id="{4F08115A-6F4C-7C43-884F-8400F57087DB}"/>
              </a:ext>
            </a:extLst>
          </p:cNvPr>
          <p:cNvSpPr>
            <a:spLocks noGrp="1"/>
          </p:cNvSpPr>
          <p:nvPr>
            <p:ph sz="quarter" idx="32" hasCustomPrompt="1"/>
          </p:nvPr>
        </p:nvSpPr>
        <p:spPr>
          <a:xfrm>
            <a:off x="6582112" y="2293783"/>
            <a:ext cx="2207123" cy="914399"/>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28" name="Content Placeholder 3">
            <a:extLst>
              <a:ext uri="{FF2B5EF4-FFF2-40B4-BE49-F238E27FC236}">
                <a16:creationId xmlns:a16="http://schemas.microsoft.com/office/drawing/2014/main" id="{313D6462-24AB-665E-CF2F-885E45899524}"/>
              </a:ext>
            </a:extLst>
          </p:cNvPr>
          <p:cNvSpPr>
            <a:spLocks noGrp="1"/>
          </p:cNvSpPr>
          <p:nvPr>
            <p:ph sz="quarter" idx="40" hasCustomPrompt="1"/>
          </p:nvPr>
        </p:nvSpPr>
        <p:spPr>
          <a:xfrm>
            <a:off x="4785514" y="3381462"/>
            <a:ext cx="2971799" cy="1762879"/>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1" name="Content Placeholder 3">
            <a:extLst>
              <a:ext uri="{FF2B5EF4-FFF2-40B4-BE49-F238E27FC236}">
                <a16:creationId xmlns:a16="http://schemas.microsoft.com/office/drawing/2014/main" id="{3DE15FF4-7BD2-3E49-A5C0-C8CA65B4B785}"/>
              </a:ext>
            </a:extLst>
          </p:cNvPr>
          <p:cNvSpPr>
            <a:spLocks noGrp="1"/>
          </p:cNvSpPr>
          <p:nvPr>
            <p:ph sz="quarter" idx="35" hasCustomPrompt="1"/>
          </p:nvPr>
        </p:nvSpPr>
        <p:spPr>
          <a:xfrm>
            <a:off x="6582112" y="3695701"/>
            <a:ext cx="2207123" cy="533400"/>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Content Placeholder 3">
            <a:extLst>
              <a:ext uri="{FF2B5EF4-FFF2-40B4-BE49-F238E27FC236}">
                <a16:creationId xmlns:a16="http://schemas.microsoft.com/office/drawing/2014/main" id="{82F4A441-80AB-0C40-A5FA-A586E9B69FDF}"/>
              </a:ext>
            </a:extLst>
          </p:cNvPr>
          <p:cNvSpPr>
            <a:spLocks noGrp="1"/>
          </p:cNvSpPr>
          <p:nvPr>
            <p:ph sz="quarter" idx="36" hasCustomPrompt="1"/>
          </p:nvPr>
        </p:nvSpPr>
        <p:spPr>
          <a:xfrm>
            <a:off x="6582112" y="4229103"/>
            <a:ext cx="2207123" cy="914399"/>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29" name="Content Placeholder 3">
            <a:extLst>
              <a:ext uri="{FF2B5EF4-FFF2-40B4-BE49-F238E27FC236}">
                <a16:creationId xmlns:a16="http://schemas.microsoft.com/office/drawing/2014/main" id="{F7C97EB4-9EE3-8BF9-CB90-9F01474973AA}"/>
              </a:ext>
            </a:extLst>
          </p:cNvPr>
          <p:cNvSpPr>
            <a:spLocks noGrp="1"/>
          </p:cNvSpPr>
          <p:nvPr>
            <p:ph sz="quarter" idx="41" hasCustomPrompt="1"/>
          </p:nvPr>
        </p:nvSpPr>
        <p:spPr>
          <a:xfrm>
            <a:off x="457201" y="3389549"/>
            <a:ext cx="2971799" cy="1762879"/>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3" name="Content Placeholder 3">
            <a:extLst>
              <a:ext uri="{FF2B5EF4-FFF2-40B4-BE49-F238E27FC236}">
                <a16:creationId xmlns:a16="http://schemas.microsoft.com/office/drawing/2014/main" id="{C9704E0E-1158-9D4A-9FA9-6CD1F03D8AE6}"/>
              </a:ext>
            </a:extLst>
          </p:cNvPr>
          <p:cNvSpPr>
            <a:spLocks noGrp="1"/>
          </p:cNvSpPr>
          <p:nvPr>
            <p:ph sz="quarter" idx="37" hasCustomPrompt="1"/>
          </p:nvPr>
        </p:nvSpPr>
        <p:spPr>
          <a:xfrm>
            <a:off x="2244065" y="3695701"/>
            <a:ext cx="2207123" cy="533400"/>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4" name="Content Placeholder 3">
            <a:extLst>
              <a:ext uri="{FF2B5EF4-FFF2-40B4-BE49-F238E27FC236}">
                <a16:creationId xmlns:a16="http://schemas.microsoft.com/office/drawing/2014/main" id="{4FBBFCD9-FC54-FE47-8A78-0FE43B5C3E43}"/>
              </a:ext>
            </a:extLst>
          </p:cNvPr>
          <p:cNvSpPr>
            <a:spLocks noGrp="1"/>
          </p:cNvSpPr>
          <p:nvPr>
            <p:ph sz="quarter" idx="38" hasCustomPrompt="1"/>
          </p:nvPr>
        </p:nvSpPr>
        <p:spPr>
          <a:xfrm>
            <a:off x="2244065" y="4229103"/>
            <a:ext cx="2207123" cy="914399"/>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Tree>
    <p:extLst>
      <p:ext uri="{BB962C8B-B14F-4D97-AF65-F5344CB8AC3E}">
        <p14:creationId xmlns:p14="http://schemas.microsoft.com/office/powerpoint/2010/main" val="602092578"/>
      </p:ext>
    </p:extLst>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preserve="1">
  <p:cSld name="4 Img: Body Text (righ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1138D1D-0960-574D-8616-915D22FDBD79}"/>
              </a:ext>
            </a:extLst>
          </p:cNvPr>
          <p:cNvSpPr/>
          <p:nvPr/>
        </p:nvSpPr>
        <p:spPr>
          <a:xfrm>
            <a:off x="5715000" y="0"/>
            <a:ext cx="3429000" cy="51435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27325B"/>
              </a:solidFill>
            </a:endParaRPr>
          </a:p>
        </p:txBody>
      </p:sp>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72327" y="1504950"/>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57200" y="1504950"/>
            <a:ext cx="1965960" cy="1472184"/>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2977136"/>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72327" y="2977136"/>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87454" y="1504950"/>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87454" y="2977136"/>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02581" y="1504950"/>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02581" y="2977136"/>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12" name="Content Placeholder 3">
            <a:extLst>
              <a:ext uri="{FF2B5EF4-FFF2-40B4-BE49-F238E27FC236}">
                <a16:creationId xmlns:a16="http://schemas.microsoft.com/office/drawing/2014/main" id="{F12BC52A-186A-9B43-A602-388B5540D1E9}"/>
              </a:ext>
            </a:extLst>
          </p:cNvPr>
          <p:cNvSpPr>
            <a:spLocks noGrp="1"/>
          </p:cNvSpPr>
          <p:nvPr>
            <p:ph sz="half" idx="10" hasCustomPrompt="1"/>
          </p:nvPr>
        </p:nvSpPr>
        <p:spPr>
          <a:xfrm>
            <a:off x="457200" y="3486150"/>
            <a:ext cx="4864512" cy="1243222"/>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 Body text is preferred over bullets</a:t>
            </a:r>
          </a:p>
          <a:p>
            <a:pPr lvl="1"/>
            <a:r>
              <a:rPr lang="en-US" dirty="0"/>
              <a:t>Second level</a:t>
            </a:r>
          </a:p>
          <a:p>
            <a:pPr lvl="2"/>
            <a:r>
              <a:rPr lang="en-US" dirty="0"/>
              <a:t>Third level</a:t>
            </a:r>
          </a:p>
        </p:txBody>
      </p:sp>
      <p:sp>
        <p:nvSpPr>
          <p:cNvPr id="13" name="Title 1">
            <a:extLst>
              <a:ext uri="{FF2B5EF4-FFF2-40B4-BE49-F238E27FC236}">
                <a16:creationId xmlns:a16="http://schemas.microsoft.com/office/drawing/2014/main" id="{AC332FC9-5E40-7F4A-ADF7-3D2ADB4F03AF}"/>
              </a:ext>
            </a:extLst>
          </p:cNvPr>
          <p:cNvSpPr>
            <a:spLocks noGrp="1"/>
          </p:cNvSpPr>
          <p:nvPr>
            <p:ph type="title"/>
          </p:nvPr>
        </p:nvSpPr>
        <p:spPr>
          <a:xfrm>
            <a:off x="457200" y="590550"/>
            <a:ext cx="51054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971170279"/>
      </p:ext>
    </p:extLst>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preserve="1">
  <p:cSld name="4 Img: Body Text (lef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34551FB-B332-9440-9C5C-BC9D2C8CEF62}"/>
              </a:ext>
            </a:extLst>
          </p:cNvPr>
          <p:cNvSpPr/>
          <p:nvPr/>
        </p:nvSpPr>
        <p:spPr>
          <a:xfrm>
            <a:off x="0" y="0"/>
            <a:ext cx="3429000" cy="51435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27325B"/>
              </a:solidFill>
            </a:endParaRPr>
          </a:p>
        </p:txBody>
      </p:sp>
      <p:pic>
        <p:nvPicPr>
          <p:cNvPr id="15" name="Picture 14">
            <a:extLst>
              <a:ext uri="{FF2B5EF4-FFF2-40B4-BE49-F238E27FC236}">
                <a16:creationId xmlns:a16="http://schemas.microsoft.com/office/drawing/2014/main" id="{F801C095-FC4F-B548-86F9-AF8655C17916}"/>
              </a:ext>
            </a:extLst>
          </p:cNvPr>
          <p:cNvPicPr>
            <a:picLocks noChangeAspect="1"/>
          </p:cNvPicPr>
          <p:nvPr/>
        </p:nvPicPr>
        <p:blipFill rotWithShape="1">
          <a:blip r:embed="rId2"/>
          <a:srcRect l="24096"/>
          <a:stretch/>
        </p:blipFill>
        <p:spPr>
          <a:xfrm>
            <a:off x="0" y="115219"/>
            <a:ext cx="1066800" cy="287051"/>
          </a:xfrm>
          <a:prstGeom prst="rect">
            <a:avLst/>
          </a:prstGeom>
        </p:spPr>
      </p:pic>
      <p:pic>
        <p:nvPicPr>
          <p:cNvPr id="17" name="Picture 16">
            <a:extLst>
              <a:ext uri="{FF2B5EF4-FFF2-40B4-BE49-F238E27FC236}">
                <a16:creationId xmlns:a16="http://schemas.microsoft.com/office/drawing/2014/main" id="{E31FA408-826D-594C-99A2-F4CA1B6EF291}"/>
              </a:ext>
            </a:extLst>
          </p:cNvPr>
          <p:cNvPicPr>
            <a:picLocks noChangeAspect="1"/>
          </p:cNvPicPr>
          <p:nvPr/>
        </p:nvPicPr>
        <p:blipFill>
          <a:blip r:embed="rId3"/>
          <a:stretch>
            <a:fillRect/>
          </a:stretch>
        </p:blipFill>
        <p:spPr>
          <a:xfrm>
            <a:off x="115779" y="223914"/>
            <a:ext cx="752320" cy="69658"/>
          </a:xfrm>
          <a:prstGeom prst="rect">
            <a:avLst/>
          </a:prstGeom>
        </p:spPr>
      </p:pic>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72327" y="1504950"/>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57200" y="1504950"/>
            <a:ext cx="1965960" cy="1472184"/>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2977136"/>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72327" y="2977136"/>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87454" y="1504950"/>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87454" y="2977136"/>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02581" y="1504950"/>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02581" y="2977136"/>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12" name="Content Placeholder 3">
            <a:extLst>
              <a:ext uri="{FF2B5EF4-FFF2-40B4-BE49-F238E27FC236}">
                <a16:creationId xmlns:a16="http://schemas.microsoft.com/office/drawing/2014/main" id="{F12BC52A-186A-9B43-A602-388B5540D1E9}"/>
              </a:ext>
            </a:extLst>
          </p:cNvPr>
          <p:cNvSpPr>
            <a:spLocks noGrp="1"/>
          </p:cNvSpPr>
          <p:nvPr>
            <p:ph sz="half" idx="10" hasCustomPrompt="1"/>
          </p:nvPr>
        </p:nvSpPr>
        <p:spPr>
          <a:xfrm>
            <a:off x="3733800" y="3486150"/>
            <a:ext cx="4864512" cy="1243222"/>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 Body text is preferred over bullets</a:t>
            </a:r>
          </a:p>
          <a:p>
            <a:pPr lvl="1"/>
            <a:r>
              <a:rPr lang="en-US" dirty="0"/>
              <a:t>Second level</a:t>
            </a:r>
          </a:p>
          <a:p>
            <a:pPr lvl="2"/>
            <a:r>
              <a:rPr lang="en-US" dirty="0"/>
              <a:t>Third level</a:t>
            </a:r>
          </a:p>
        </p:txBody>
      </p:sp>
      <p:sp>
        <p:nvSpPr>
          <p:cNvPr id="13" name="Title 1">
            <a:extLst>
              <a:ext uri="{FF2B5EF4-FFF2-40B4-BE49-F238E27FC236}">
                <a16:creationId xmlns:a16="http://schemas.microsoft.com/office/drawing/2014/main" id="{AC332FC9-5E40-7F4A-ADF7-3D2ADB4F03AF}"/>
              </a:ext>
            </a:extLst>
          </p:cNvPr>
          <p:cNvSpPr>
            <a:spLocks noGrp="1"/>
          </p:cNvSpPr>
          <p:nvPr>
            <p:ph type="title"/>
          </p:nvPr>
        </p:nvSpPr>
        <p:spPr>
          <a:xfrm>
            <a:off x="3733802" y="590550"/>
            <a:ext cx="5034741"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822703605"/>
      </p:ext>
    </p:extLst>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preserve="1">
  <p:cSld name="4 Img: paired, 4 Subsections (bod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3E5E51-F73A-BAFD-0453-B5BC5DDCD447}"/>
              </a:ext>
            </a:extLst>
          </p:cNvPr>
          <p:cNvSpPr/>
          <p:nvPr/>
        </p:nvSpPr>
        <p:spPr>
          <a:xfrm>
            <a:off x="457200" y="1885949"/>
            <a:ext cx="1965960" cy="1676400"/>
          </a:xfrm>
          <a:prstGeom prst="rect">
            <a:avLst/>
          </a:prstGeom>
          <a:solidFill>
            <a:schemeClr val="bg2"/>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Rectangle 2">
            <a:extLst>
              <a:ext uri="{FF2B5EF4-FFF2-40B4-BE49-F238E27FC236}">
                <a16:creationId xmlns:a16="http://schemas.microsoft.com/office/drawing/2014/main" id="{5B89AB11-3892-56C1-3CDF-F6E297969B8C}"/>
              </a:ext>
            </a:extLst>
          </p:cNvPr>
          <p:cNvSpPr/>
          <p:nvPr/>
        </p:nvSpPr>
        <p:spPr>
          <a:xfrm>
            <a:off x="2580968" y="1885949"/>
            <a:ext cx="1965960" cy="1676400"/>
          </a:xfrm>
          <a:prstGeom prst="rect">
            <a:avLst/>
          </a:prstGeom>
          <a:solidFill>
            <a:schemeClr val="bg2"/>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Rectangle 3">
            <a:extLst>
              <a:ext uri="{FF2B5EF4-FFF2-40B4-BE49-F238E27FC236}">
                <a16:creationId xmlns:a16="http://schemas.microsoft.com/office/drawing/2014/main" id="{D3239923-4C50-0419-C887-C8920B25B7FA}"/>
              </a:ext>
            </a:extLst>
          </p:cNvPr>
          <p:cNvSpPr/>
          <p:nvPr/>
        </p:nvSpPr>
        <p:spPr>
          <a:xfrm>
            <a:off x="4719522" y="1885949"/>
            <a:ext cx="1965960" cy="1676400"/>
          </a:xfrm>
          <a:prstGeom prst="rect">
            <a:avLst/>
          </a:prstGeom>
          <a:solidFill>
            <a:schemeClr val="bg2"/>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ectangle 4">
            <a:extLst>
              <a:ext uri="{FF2B5EF4-FFF2-40B4-BE49-F238E27FC236}">
                <a16:creationId xmlns:a16="http://schemas.microsoft.com/office/drawing/2014/main" id="{ADF4186F-023F-128B-56EF-71586D1AEBDD}"/>
              </a:ext>
            </a:extLst>
          </p:cNvPr>
          <p:cNvSpPr/>
          <p:nvPr/>
        </p:nvSpPr>
        <p:spPr>
          <a:xfrm>
            <a:off x="6840792" y="1885949"/>
            <a:ext cx="1965960" cy="1676400"/>
          </a:xfrm>
          <a:prstGeom prst="rect">
            <a:avLst/>
          </a:prstGeom>
          <a:solidFill>
            <a:schemeClr val="bg2"/>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7" name="Content Placeholder 3">
            <a:extLst>
              <a:ext uri="{FF2B5EF4-FFF2-40B4-BE49-F238E27FC236}">
                <a16:creationId xmlns:a16="http://schemas.microsoft.com/office/drawing/2014/main" id="{88FAD3AE-C209-DD41-8D9F-F3C291DF9248}"/>
              </a:ext>
            </a:extLst>
          </p:cNvPr>
          <p:cNvSpPr>
            <a:spLocks noGrp="1"/>
          </p:cNvSpPr>
          <p:nvPr>
            <p:ph sz="quarter" idx="22" hasCustomPrompt="1"/>
          </p:nvPr>
        </p:nvSpPr>
        <p:spPr>
          <a:xfrm>
            <a:off x="2580968" y="1885950"/>
            <a:ext cx="1965960" cy="1472184"/>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57200" y="1885950"/>
            <a:ext cx="1965960" cy="147447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0" name="Rectangle 9">
            <a:extLst>
              <a:ext uri="{FF2B5EF4-FFF2-40B4-BE49-F238E27FC236}">
                <a16:creationId xmlns:a16="http://schemas.microsoft.com/office/drawing/2014/main" id="{4BF6B05F-53E1-8945-B16F-0DF3CF82F24C}"/>
              </a:ext>
            </a:extLst>
          </p:cNvPr>
          <p:cNvSpPr/>
          <p:nvPr/>
        </p:nvSpPr>
        <p:spPr>
          <a:xfrm>
            <a:off x="0" y="3358137"/>
            <a:ext cx="9144000" cy="1785365"/>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27325B"/>
              </a:solidFill>
            </a:endParaRPr>
          </a:p>
        </p:txBody>
      </p:sp>
      <p:sp>
        <p:nvSpPr>
          <p:cNvPr id="17" name="Content Placeholder 3">
            <a:extLst>
              <a:ext uri="{FF2B5EF4-FFF2-40B4-BE49-F238E27FC236}">
                <a16:creationId xmlns:a16="http://schemas.microsoft.com/office/drawing/2014/main" id="{F509B63B-1486-3540-B785-BB3D12EDB3BE}"/>
              </a:ext>
            </a:extLst>
          </p:cNvPr>
          <p:cNvSpPr>
            <a:spLocks noGrp="1"/>
          </p:cNvSpPr>
          <p:nvPr>
            <p:ph sz="quarter" idx="20" hasCustomPrompt="1"/>
          </p:nvPr>
        </p:nvSpPr>
        <p:spPr>
          <a:xfrm>
            <a:off x="457200" y="3714651"/>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3358136"/>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8" name="Content Placeholder 3">
            <a:extLst>
              <a:ext uri="{FF2B5EF4-FFF2-40B4-BE49-F238E27FC236}">
                <a16:creationId xmlns:a16="http://schemas.microsoft.com/office/drawing/2014/main" id="{216EF5B3-14E5-2446-9E37-8D3DA7F83FA6}"/>
              </a:ext>
            </a:extLst>
          </p:cNvPr>
          <p:cNvSpPr>
            <a:spLocks noGrp="1"/>
          </p:cNvSpPr>
          <p:nvPr>
            <p:ph sz="quarter" idx="23" hasCustomPrompt="1"/>
          </p:nvPr>
        </p:nvSpPr>
        <p:spPr>
          <a:xfrm>
            <a:off x="2580968" y="3714651"/>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49" name="Content Placeholder 3">
            <a:extLst>
              <a:ext uri="{FF2B5EF4-FFF2-40B4-BE49-F238E27FC236}">
                <a16:creationId xmlns:a16="http://schemas.microsoft.com/office/drawing/2014/main" id="{A33A5FF1-7CDE-394A-8F8F-43478A103928}"/>
              </a:ext>
            </a:extLst>
          </p:cNvPr>
          <p:cNvSpPr>
            <a:spLocks noGrp="1"/>
          </p:cNvSpPr>
          <p:nvPr>
            <p:ph sz="quarter" idx="24" hasCustomPrompt="1"/>
          </p:nvPr>
        </p:nvSpPr>
        <p:spPr>
          <a:xfrm>
            <a:off x="2580968" y="3358136"/>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0" name="Content Placeholder 3">
            <a:extLst>
              <a:ext uri="{FF2B5EF4-FFF2-40B4-BE49-F238E27FC236}">
                <a16:creationId xmlns:a16="http://schemas.microsoft.com/office/drawing/2014/main" id="{37AD7603-46FC-F347-AF65-9A5A450E8717}"/>
              </a:ext>
            </a:extLst>
          </p:cNvPr>
          <p:cNvSpPr>
            <a:spLocks noGrp="1"/>
          </p:cNvSpPr>
          <p:nvPr>
            <p:ph sz="quarter" idx="25" hasCustomPrompt="1"/>
          </p:nvPr>
        </p:nvSpPr>
        <p:spPr>
          <a:xfrm>
            <a:off x="4717024" y="1885950"/>
            <a:ext cx="1965960" cy="1472184"/>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1" name="Content Placeholder 3">
            <a:extLst>
              <a:ext uri="{FF2B5EF4-FFF2-40B4-BE49-F238E27FC236}">
                <a16:creationId xmlns:a16="http://schemas.microsoft.com/office/drawing/2014/main" id="{B34E1369-EF0E-B046-97D9-6341F2F2EA21}"/>
              </a:ext>
            </a:extLst>
          </p:cNvPr>
          <p:cNvSpPr>
            <a:spLocks noGrp="1"/>
          </p:cNvSpPr>
          <p:nvPr>
            <p:ph sz="quarter" idx="26" hasCustomPrompt="1"/>
          </p:nvPr>
        </p:nvSpPr>
        <p:spPr>
          <a:xfrm>
            <a:off x="4717024" y="3714651"/>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2" name="Content Placeholder 3">
            <a:extLst>
              <a:ext uri="{FF2B5EF4-FFF2-40B4-BE49-F238E27FC236}">
                <a16:creationId xmlns:a16="http://schemas.microsoft.com/office/drawing/2014/main" id="{63659F40-D8CA-2341-9DFD-6BA8E4B8640E}"/>
              </a:ext>
            </a:extLst>
          </p:cNvPr>
          <p:cNvSpPr>
            <a:spLocks noGrp="1"/>
          </p:cNvSpPr>
          <p:nvPr>
            <p:ph sz="quarter" idx="27" hasCustomPrompt="1"/>
          </p:nvPr>
        </p:nvSpPr>
        <p:spPr>
          <a:xfrm>
            <a:off x="4717024" y="3358136"/>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3" name="Content Placeholder 3">
            <a:extLst>
              <a:ext uri="{FF2B5EF4-FFF2-40B4-BE49-F238E27FC236}">
                <a16:creationId xmlns:a16="http://schemas.microsoft.com/office/drawing/2014/main" id="{A35135FD-AD75-964F-B113-BD252DDE92D5}"/>
              </a:ext>
            </a:extLst>
          </p:cNvPr>
          <p:cNvSpPr>
            <a:spLocks noGrp="1"/>
          </p:cNvSpPr>
          <p:nvPr>
            <p:ph sz="quarter" idx="28" hasCustomPrompt="1"/>
          </p:nvPr>
        </p:nvSpPr>
        <p:spPr>
          <a:xfrm>
            <a:off x="6840792" y="1885950"/>
            <a:ext cx="1965960" cy="1472184"/>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4" name="Content Placeholder 3">
            <a:extLst>
              <a:ext uri="{FF2B5EF4-FFF2-40B4-BE49-F238E27FC236}">
                <a16:creationId xmlns:a16="http://schemas.microsoft.com/office/drawing/2014/main" id="{D177B7A0-E491-2949-A749-674B4894CD6E}"/>
              </a:ext>
            </a:extLst>
          </p:cNvPr>
          <p:cNvSpPr>
            <a:spLocks noGrp="1"/>
          </p:cNvSpPr>
          <p:nvPr>
            <p:ph sz="quarter" idx="29" hasCustomPrompt="1"/>
          </p:nvPr>
        </p:nvSpPr>
        <p:spPr>
          <a:xfrm>
            <a:off x="6840792" y="3714651"/>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5" name="Content Placeholder 3">
            <a:extLst>
              <a:ext uri="{FF2B5EF4-FFF2-40B4-BE49-F238E27FC236}">
                <a16:creationId xmlns:a16="http://schemas.microsoft.com/office/drawing/2014/main" id="{B176513E-FA18-374C-AD1F-242628F462B4}"/>
              </a:ext>
            </a:extLst>
          </p:cNvPr>
          <p:cNvSpPr>
            <a:spLocks noGrp="1"/>
          </p:cNvSpPr>
          <p:nvPr>
            <p:ph sz="quarter" idx="30" hasCustomPrompt="1"/>
          </p:nvPr>
        </p:nvSpPr>
        <p:spPr>
          <a:xfrm>
            <a:off x="6840792" y="3358136"/>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8" name="Title 1">
            <a:extLst>
              <a:ext uri="{FF2B5EF4-FFF2-40B4-BE49-F238E27FC236}">
                <a16:creationId xmlns:a16="http://schemas.microsoft.com/office/drawing/2014/main" id="{2FA1BC06-C30C-E541-AF0C-1F21C8CBC4D8}"/>
              </a:ext>
            </a:extLst>
          </p:cNvPr>
          <p:cNvSpPr>
            <a:spLocks noGrp="1"/>
          </p:cNvSpPr>
          <p:nvPr>
            <p:ph type="title"/>
          </p:nvPr>
        </p:nvSpPr>
        <p:spPr>
          <a:xfrm>
            <a:off x="457200" y="829818"/>
            <a:ext cx="8305800" cy="74295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039637206"/>
      </p:ext>
    </p:extLst>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preserve="1">
  <p:cSld name="4 Img: paired, 4 Subsections (bulle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B041A03-4159-5BA0-2937-313A12D686CA}"/>
              </a:ext>
            </a:extLst>
          </p:cNvPr>
          <p:cNvSpPr/>
          <p:nvPr/>
        </p:nvSpPr>
        <p:spPr>
          <a:xfrm>
            <a:off x="467497" y="1574268"/>
            <a:ext cx="1965960" cy="16832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Rectangle 2">
            <a:extLst>
              <a:ext uri="{FF2B5EF4-FFF2-40B4-BE49-F238E27FC236}">
                <a16:creationId xmlns:a16="http://schemas.microsoft.com/office/drawing/2014/main" id="{3DF75490-FC04-D3A4-D7C4-8E92CF0A3A64}"/>
              </a:ext>
            </a:extLst>
          </p:cNvPr>
          <p:cNvSpPr/>
          <p:nvPr/>
        </p:nvSpPr>
        <p:spPr>
          <a:xfrm>
            <a:off x="2591861" y="1574268"/>
            <a:ext cx="1965960" cy="16832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Rectangle 3">
            <a:extLst>
              <a:ext uri="{FF2B5EF4-FFF2-40B4-BE49-F238E27FC236}">
                <a16:creationId xmlns:a16="http://schemas.microsoft.com/office/drawing/2014/main" id="{2F55CD14-DBA3-8FBF-5247-AC80F83814E1}"/>
              </a:ext>
            </a:extLst>
          </p:cNvPr>
          <p:cNvSpPr/>
          <p:nvPr/>
        </p:nvSpPr>
        <p:spPr>
          <a:xfrm>
            <a:off x="4712240" y="1574268"/>
            <a:ext cx="1965960" cy="16832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ectangle 4">
            <a:extLst>
              <a:ext uri="{FF2B5EF4-FFF2-40B4-BE49-F238E27FC236}">
                <a16:creationId xmlns:a16="http://schemas.microsoft.com/office/drawing/2014/main" id="{A20D7B49-B6C1-DC37-3940-A85D84AC3CBE}"/>
              </a:ext>
            </a:extLst>
          </p:cNvPr>
          <p:cNvSpPr/>
          <p:nvPr/>
        </p:nvSpPr>
        <p:spPr>
          <a:xfrm>
            <a:off x="6828634" y="1574268"/>
            <a:ext cx="1965960" cy="16832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4" name="Content Placeholder 3">
            <a:extLst>
              <a:ext uri="{FF2B5EF4-FFF2-40B4-BE49-F238E27FC236}">
                <a16:creationId xmlns:a16="http://schemas.microsoft.com/office/drawing/2014/main" id="{E80BBB08-8B4C-AE45-BE9F-2ACF045CF6F5}"/>
              </a:ext>
            </a:extLst>
          </p:cNvPr>
          <p:cNvSpPr>
            <a:spLocks noGrp="1"/>
          </p:cNvSpPr>
          <p:nvPr>
            <p:ph sz="quarter" idx="31" hasCustomPrompt="1"/>
          </p:nvPr>
        </p:nvSpPr>
        <p:spPr>
          <a:xfrm>
            <a:off x="2591861" y="1574268"/>
            <a:ext cx="1965960" cy="1106424"/>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0" name="Rectangle 9">
            <a:extLst>
              <a:ext uri="{FF2B5EF4-FFF2-40B4-BE49-F238E27FC236}">
                <a16:creationId xmlns:a16="http://schemas.microsoft.com/office/drawing/2014/main" id="{4BF6B05F-53E1-8945-B16F-0DF3CF82F24C}"/>
              </a:ext>
            </a:extLst>
          </p:cNvPr>
          <p:cNvSpPr/>
          <p:nvPr/>
        </p:nvSpPr>
        <p:spPr>
          <a:xfrm>
            <a:off x="0" y="2683923"/>
            <a:ext cx="9144000" cy="2459578"/>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467497" y="3043577"/>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461939" indent="-201603">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467497" y="1579154"/>
            <a:ext cx="1963970" cy="1104733"/>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7497" y="2687062"/>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3" name="Content Placeholder 3">
            <a:extLst>
              <a:ext uri="{FF2B5EF4-FFF2-40B4-BE49-F238E27FC236}">
                <a16:creationId xmlns:a16="http://schemas.microsoft.com/office/drawing/2014/main" id="{E53B2EB1-5F25-BD49-8343-92C06FD36ABC}"/>
              </a:ext>
            </a:extLst>
          </p:cNvPr>
          <p:cNvSpPr>
            <a:spLocks noGrp="1"/>
          </p:cNvSpPr>
          <p:nvPr>
            <p:ph sz="half" idx="30" hasCustomPrompt="1"/>
          </p:nvPr>
        </p:nvSpPr>
        <p:spPr>
          <a:xfrm>
            <a:off x="2591861" y="3043577"/>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461939" indent="-201603">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5" name="Content Placeholder 3">
            <a:extLst>
              <a:ext uri="{FF2B5EF4-FFF2-40B4-BE49-F238E27FC236}">
                <a16:creationId xmlns:a16="http://schemas.microsoft.com/office/drawing/2014/main" id="{A464B442-D9C7-B94E-AD26-8A4ED3539C0A}"/>
              </a:ext>
            </a:extLst>
          </p:cNvPr>
          <p:cNvSpPr>
            <a:spLocks noGrp="1"/>
          </p:cNvSpPr>
          <p:nvPr>
            <p:ph sz="quarter" idx="32" hasCustomPrompt="1"/>
          </p:nvPr>
        </p:nvSpPr>
        <p:spPr>
          <a:xfrm>
            <a:off x="2591861" y="2687062"/>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4" name="Content Placeholder 3">
            <a:extLst>
              <a:ext uri="{FF2B5EF4-FFF2-40B4-BE49-F238E27FC236}">
                <a16:creationId xmlns:a16="http://schemas.microsoft.com/office/drawing/2014/main" id="{A0A4139A-772F-2F43-93E6-4E6798EEF1CD}"/>
              </a:ext>
            </a:extLst>
          </p:cNvPr>
          <p:cNvSpPr>
            <a:spLocks noGrp="1"/>
          </p:cNvSpPr>
          <p:nvPr>
            <p:ph sz="quarter" idx="33" hasCustomPrompt="1"/>
          </p:nvPr>
        </p:nvSpPr>
        <p:spPr>
          <a:xfrm>
            <a:off x="4712240" y="1574268"/>
            <a:ext cx="1965960" cy="1106424"/>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5" name="Content Placeholder 3">
            <a:extLst>
              <a:ext uri="{FF2B5EF4-FFF2-40B4-BE49-F238E27FC236}">
                <a16:creationId xmlns:a16="http://schemas.microsoft.com/office/drawing/2014/main" id="{B587A25C-C1CD-4A4E-AE0C-EDF159D1AD75}"/>
              </a:ext>
            </a:extLst>
          </p:cNvPr>
          <p:cNvSpPr>
            <a:spLocks noGrp="1"/>
          </p:cNvSpPr>
          <p:nvPr>
            <p:ph sz="half" idx="34" hasCustomPrompt="1"/>
          </p:nvPr>
        </p:nvSpPr>
        <p:spPr>
          <a:xfrm>
            <a:off x="4712240" y="3043577"/>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461939" indent="-201603">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46" name="Content Placeholder 3">
            <a:extLst>
              <a:ext uri="{FF2B5EF4-FFF2-40B4-BE49-F238E27FC236}">
                <a16:creationId xmlns:a16="http://schemas.microsoft.com/office/drawing/2014/main" id="{006D9C7B-BE1F-2F48-9932-F7A5274B0C86}"/>
              </a:ext>
            </a:extLst>
          </p:cNvPr>
          <p:cNvSpPr>
            <a:spLocks noGrp="1"/>
          </p:cNvSpPr>
          <p:nvPr>
            <p:ph sz="quarter" idx="35" hasCustomPrompt="1"/>
          </p:nvPr>
        </p:nvSpPr>
        <p:spPr>
          <a:xfrm>
            <a:off x="4712240" y="2687062"/>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7" name="Content Placeholder 3">
            <a:extLst>
              <a:ext uri="{FF2B5EF4-FFF2-40B4-BE49-F238E27FC236}">
                <a16:creationId xmlns:a16="http://schemas.microsoft.com/office/drawing/2014/main" id="{4D16B98F-3C8A-4E4A-9AA5-82EDAB577C03}"/>
              </a:ext>
            </a:extLst>
          </p:cNvPr>
          <p:cNvSpPr>
            <a:spLocks noGrp="1"/>
          </p:cNvSpPr>
          <p:nvPr>
            <p:ph sz="quarter" idx="36" hasCustomPrompt="1"/>
          </p:nvPr>
        </p:nvSpPr>
        <p:spPr>
          <a:xfrm>
            <a:off x="6828634" y="1574268"/>
            <a:ext cx="1965960" cy="1106424"/>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8" name="Content Placeholder 3">
            <a:extLst>
              <a:ext uri="{FF2B5EF4-FFF2-40B4-BE49-F238E27FC236}">
                <a16:creationId xmlns:a16="http://schemas.microsoft.com/office/drawing/2014/main" id="{457B1C0B-C0BA-1340-A85D-FFCE14C89447}"/>
              </a:ext>
            </a:extLst>
          </p:cNvPr>
          <p:cNvSpPr>
            <a:spLocks noGrp="1"/>
          </p:cNvSpPr>
          <p:nvPr>
            <p:ph sz="half" idx="37" hasCustomPrompt="1"/>
          </p:nvPr>
        </p:nvSpPr>
        <p:spPr>
          <a:xfrm>
            <a:off x="6828634" y="3043577"/>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461939" indent="-201603">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49" name="Content Placeholder 3">
            <a:extLst>
              <a:ext uri="{FF2B5EF4-FFF2-40B4-BE49-F238E27FC236}">
                <a16:creationId xmlns:a16="http://schemas.microsoft.com/office/drawing/2014/main" id="{F952A9E0-6228-5148-BA9C-12C66B2ADE02}"/>
              </a:ext>
            </a:extLst>
          </p:cNvPr>
          <p:cNvSpPr>
            <a:spLocks noGrp="1"/>
          </p:cNvSpPr>
          <p:nvPr>
            <p:ph sz="quarter" idx="38" hasCustomPrompt="1"/>
          </p:nvPr>
        </p:nvSpPr>
        <p:spPr>
          <a:xfrm>
            <a:off x="6828634" y="2687062"/>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Title 1">
            <a:extLst>
              <a:ext uri="{FF2B5EF4-FFF2-40B4-BE49-F238E27FC236}">
                <a16:creationId xmlns:a16="http://schemas.microsoft.com/office/drawing/2014/main" id="{2CD41E1C-45C4-2E4C-AB71-F892A91A1EAC}"/>
              </a:ext>
            </a:extLst>
          </p:cNvPr>
          <p:cNvSpPr>
            <a:spLocks noGrp="1"/>
          </p:cNvSpPr>
          <p:nvPr>
            <p:ph type="title"/>
          </p:nvPr>
        </p:nvSpPr>
        <p:spPr>
          <a:xfrm>
            <a:off x="457200" y="590550"/>
            <a:ext cx="8305800" cy="74295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4263112827"/>
      </p:ext>
    </p:extLst>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preserve="1">
  <p:cSld name="5 Img: paired, 5 Subsections (bulle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A23618-EB24-65BA-FCFC-180620F78E26}"/>
              </a:ext>
            </a:extLst>
          </p:cNvPr>
          <p:cNvSpPr/>
          <p:nvPr/>
        </p:nvSpPr>
        <p:spPr>
          <a:xfrm>
            <a:off x="381022" y="1489215"/>
            <a:ext cx="1600200" cy="15543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Rectangle 2">
            <a:extLst>
              <a:ext uri="{FF2B5EF4-FFF2-40B4-BE49-F238E27FC236}">
                <a16:creationId xmlns:a16="http://schemas.microsoft.com/office/drawing/2014/main" id="{0502DE8E-03C4-E9CF-55ED-1D0BFF006CCC}"/>
              </a:ext>
            </a:extLst>
          </p:cNvPr>
          <p:cNvSpPr/>
          <p:nvPr/>
        </p:nvSpPr>
        <p:spPr>
          <a:xfrm>
            <a:off x="2095522" y="1489215"/>
            <a:ext cx="1600200" cy="15543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4" name="Rectangle 3">
            <a:extLst>
              <a:ext uri="{FF2B5EF4-FFF2-40B4-BE49-F238E27FC236}">
                <a16:creationId xmlns:a16="http://schemas.microsoft.com/office/drawing/2014/main" id="{D768C8A2-3EA9-4494-7B1C-6E0325DF19B0}"/>
              </a:ext>
            </a:extLst>
          </p:cNvPr>
          <p:cNvSpPr/>
          <p:nvPr/>
        </p:nvSpPr>
        <p:spPr>
          <a:xfrm>
            <a:off x="3810018" y="1489215"/>
            <a:ext cx="1600200" cy="15543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ectangle 4">
            <a:extLst>
              <a:ext uri="{FF2B5EF4-FFF2-40B4-BE49-F238E27FC236}">
                <a16:creationId xmlns:a16="http://schemas.microsoft.com/office/drawing/2014/main" id="{65C2A364-C0A0-CF03-BC3C-1C70BB0CDF34}"/>
              </a:ext>
            </a:extLst>
          </p:cNvPr>
          <p:cNvSpPr/>
          <p:nvPr/>
        </p:nvSpPr>
        <p:spPr>
          <a:xfrm>
            <a:off x="5524510" y="1489215"/>
            <a:ext cx="1600200" cy="15543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ectangle 5">
            <a:extLst>
              <a:ext uri="{FF2B5EF4-FFF2-40B4-BE49-F238E27FC236}">
                <a16:creationId xmlns:a16="http://schemas.microsoft.com/office/drawing/2014/main" id="{D59CB0F5-B221-D611-12B7-33483232273F}"/>
              </a:ext>
            </a:extLst>
          </p:cNvPr>
          <p:cNvSpPr/>
          <p:nvPr/>
        </p:nvSpPr>
        <p:spPr>
          <a:xfrm>
            <a:off x="7238998" y="1489215"/>
            <a:ext cx="1600200" cy="15543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a:extLst>
              <a:ext uri="{FF2B5EF4-FFF2-40B4-BE49-F238E27FC236}">
                <a16:creationId xmlns:a16="http://schemas.microsoft.com/office/drawing/2014/main" id="{4BF6B05F-53E1-8945-B16F-0DF3CF82F24C}"/>
              </a:ext>
            </a:extLst>
          </p:cNvPr>
          <p:cNvSpPr/>
          <p:nvPr/>
        </p:nvSpPr>
        <p:spPr>
          <a:xfrm>
            <a:off x="0" y="2683923"/>
            <a:ext cx="9144000" cy="2459578"/>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381022" y="3043577"/>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461939" indent="-201603">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381022" y="1489215"/>
            <a:ext cx="1600200" cy="1197864"/>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381022" y="2687062"/>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68" name="Content Placeholder 3">
            <a:extLst>
              <a:ext uri="{FF2B5EF4-FFF2-40B4-BE49-F238E27FC236}">
                <a16:creationId xmlns:a16="http://schemas.microsoft.com/office/drawing/2014/main" id="{8B594A98-55B7-1246-AEE0-5FDE3E436BED}"/>
              </a:ext>
            </a:extLst>
          </p:cNvPr>
          <p:cNvSpPr>
            <a:spLocks noGrp="1"/>
          </p:cNvSpPr>
          <p:nvPr>
            <p:ph sz="half" idx="30" hasCustomPrompt="1"/>
          </p:nvPr>
        </p:nvSpPr>
        <p:spPr>
          <a:xfrm>
            <a:off x="2095522" y="3043577"/>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461939" indent="-201603">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69" name="Content Placeholder 3">
            <a:extLst>
              <a:ext uri="{FF2B5EF4-FFF2-40B4-BE49-F238E27FC236}">
                <a16:creationId xmlns:a16="http://schemas.microsoft.com/office/drawing/2014/main" id="{9135D390-8302-B148-B61C-F2EB0A6B8E60}"/>
              </a:ext>
            </a:extLst>
          </p:cNvPr>
          <p:cNvSpPr>
            <a:spLocks noGrp="1"/>
          </p:cNvSpPr>
          <p:nvPr>
            <p:ph sz="quarter" idx="31" hasCustomPrompt="1"/>
          </p:nvPr>
        </p:nvSpPr>
        <p:spPr>
          <a:xfrm>
            <a:off x="2095524" y="1489215"/>
            <a:ext cx="1600200" cy="1197864"/>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0" name="Content Placeholder 3">
            <a:extLst>
              <a:ext uri="{FF2B5EF4-FFF2-40B4-BE49-F238E27FC236}">
                <a16:creationId xmlns:a16="http://schemas.microsoft.com/office/drawing/2014/main" id="{C429E927-13E4-5749-A6B0-9E7C5F36071B}"/>
              </a:ext>
            </a:extLst>
          </p:cNvPr>
          <p:cNvSpPr>
            <a:spLocks noGrp="1"/>
          </p:cNvSpPr>
          <p:nvPr>
            <p:ph sz="quarter" idx="32" hasCustomPrompt="1"/>
          </p:nvPr>
        </p:nvSpPr>
        <p:spPr>
          <a:xfrm>
            <a:off x="2095522" y="2687062"/>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71" name="Content Placeholder 3">
            <a:extLst>
              <a:ext uri="{FF2B5EF4-FFF2-40B4-BE49-F238E27FC236}">
                <a16:creationId xmlns:a16="http://schemas.microsoft.com/office/drawing/2014/main" id="{1C342233-4927-944A-8984-5E2A1A231A9E}"/>
              </a:ext>
            </a:extLst>
          </p:cNvPr>
          <p:cNvSpPr>
            <a:spLocks noGrp="1"/>
          </p:cNvSpPr>
          <p:nvPr>
            <p:ph sz="half" idx="33" hasCustomPrompt="1"/>
          </p:nvPr>
        </p:nvSpPr>
        <p:spPr>
          <a:xfrm>
            <a:off x="3810018" y="3043577"/>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461939" indent="-201603">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72" name="Content Placeholder 3">
            <a:extLst>
              <a:ext uri="{FF2B5EF4-FFF2-40B4-BE49-F238E27FC236}">
                <a16:creationId xmlns:a16="http://schemas.microsoft.com/office/drawing/2014/main" id="{E5DADEB8-A31C-2947-9FF2-B8C7C448170A}"/>
              </a:ext>
            </a:extLst>
          </p:cNvPr>
          <p:cNvSpPr>
            <a:spLocks noGrp="1"/>
          </p:cNvSpPr>
          <p:nvPr>
            <p:ph sz="quarter" idx="34" hasCustomPrompt="1"/>
          </p:nvPr>
        </p:nvSpPr>
        <p:spPr>
          <a:xfrm>
            <a:off x="3810020" y="1489215"/>
            <a:ext cx="1600200" cy="1197864"/>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3" name="Content Placeholder 3">
            <a:extLst>
              <a:ext uri="{FF2B5EF4-FFF2-40B4-BE49-F238E27FC236}">
                <a16:creationId xmlns:a16="http://schemas.microsoft.com/office/drawing/2014/main" id="{EBD1B705-DE93-7C47-9AF9-6ECF4F926A39}"/>
              </a:ext>
            </a:extLst>
          </p:cNvPr>
          <p:cNvSpPr>
            <a:spLocks noGrp="1"/>
          </p:cNvSpPr>
          <p:nvPr>
            <p:ph sz="quarter" idx="35" hasCustomPrompt="1"/>
          </p:nvPr>
        </p:nvSpPr>
        <p:spPr>
          <a:xfrm>
            <a:off x="3810018" y="2687062"/>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74" name="Content Placeholder 3">
            <a:extLst>
              <a:ext uri="{FF2B5EF4-FFF2-40B4-BE49-F238E27FC236}">
                <a16:creationId xmlns:a16="http://schemas.microsoft.com/office/drawing/2014/main" id="{E182A473-23D7-FC41-8E6E-928368EE742D}"/>
              </a:ext>
            </a:extLst>
          </p:cNvPr>
          <p:cNvSpPr>
            <a:spLocks noGrp="1"/>
          </p:cNvSpPr>
          <p:nvPr>
            <p:ph sz="half" idx="36" hasCustomPrompt="1"/>
          </p:nvPr>
        </p:nvSpPr>
        <p:spPr>
          <a:xfrm>
            <a:off x="5524510" y="3043577"/>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461939" indent="-201603">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75" name="Content Placeholder 3">
            <a:extLst>
              <a:ext uri="{FF2B5EF4-FFF2-40B4-BE49-F238E27FC236}">
                <a16:creationId xmlns:a16="http://schemas.microsoft.com/office/drawing/2014/main" id="{65B64471-861D-1C41-A965-8FC89E3EEDD9}"/>
              </a:ext>
            </a:extLst>
          </p:cNvPr>
          <p:cNvSpPr>
            <a:spLocks noGrp="1"/>
          </p:cNvSpPr>
          <p:nvPr>
            <p:ph sz="quarter" idx="37" hasCustomPrompt="1"/>
          </p:nvPr>
        </p:nvSpPr>
        <p:spPr>
          <a:xfrm>
            <a:off x="5524512" y="1489215"/>
            <a:ext cx="1600200" cy="1197864"/>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6" name="Content Placeholder 3">
            <a:extLst>
              <a:ext uri="{FF2B5EF4-FFF2-40B4-BE49-F238E27FC236}">
                <a16:creationId xmlns:a16="http://schemas.microsoft.com/office/drawing/2014/main" id="{F1669C60-8680-4649-8495-52945E083E58}"/>
              </a:ext>
            </a:extLst>
          </p:cNvPr>
          <p:cNvSpPr>
            <a:spLocks noGrp="1"/>
          </p:cNvSpPr>
          <p:nvPr>
            <p:ph sz="quarter" idx="38" hasCustomPrompt="1"/>
          </p:nvPr>
        </p:nvSpPr>
        <p:spPr>
          <a:xfrm>
            <a:off x="5524510" y="2687062"/>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77" name="Content Placeholder 3">
            <a:extLst>
              <a:ext uri="{FF2B5EF4-FFF2-40B4-BE49-F238E27FC236}">
                <a16:creationId xmlns:a16="http://schemas.microsoft.com/office/drawing/2014/main" id="{338917CB-5AD5-4944-A65E-AA566160C114}"/>
              </a:ext>
            </a:extLst>
          </p:cNvPr>
          <p:cNvSpPr>
            <a:spLocks noGrp="1"/>
          </p:cNvSpPr>
          <p:nvPr>
            <p:ph sz="half" idx="39" hasCustomPrompt="1"/>
          </p:nvPr>
        </p:nvSpPr>
        <p:spPr>
          <a:xfrm>
            <a:off x="7238998" y="3043577"/>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461939" indent="-201603">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78" name="Content Placeholder 3">
            <a:extLst>
              <a:ext uri="{FF2B5EF4-FFF2-40B4-BE49-F238E27FC236}">
                <a16:creationId xmlns:a16="http://schemas.microsoft.com/office/drawing/2014/main" id="{692BBACE-53AB-9C45-BC70-65A594691A6D}"/>
              </a:ext>
            </a:extLst>
          </p:cNvPr>
          <p:cNvSpPr>
            <a:spLocks noGrp="1"/>
          </p:cNvSpPr>
          <p:nvPr>
            <p:ph sz="quarter" idx="40" hasCustomPrompt="1"/>
          </p:nvPr>
        </p:nvSpPr>
        <p:spPr>
          <a:xfrm>
            <a:off x="7239000" y="1489215"/>
            <a:ext cx="1600200" cy="1197864"/>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9" name="Content Placeholder 3">
            <a:extLst>
              <a:ext uri="{FF2B5EF4-FFF2-40B4-BE49-F238E27FC236}">
                <a16:creationId xmlns:a16="http://schemas.microsoft.com/office/drawing/2014/main" id="{894634CD-6884-094D-9979-41AB688FEAC9}"/>
              </a:ext>
            </a:extLst>
          </p:cNvPr>
          <p:cNvSpPr>
            <a:spLocks noGrp="1"/>
          </p:cNvSpPr>
          <p:nvPr>
            <p:ph sz="quarter" idx="41" hasCustomPrompt="1"/>
          </p:nvPr>
        </p:nvSpPr>
        <p:spPr>
          <a:xfrm>
            <a:off x="7238998" y="2687062"/>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80" name="Title 1">
            <a:extLst>
              <a:ext uri="{FF2B5EF4-FFF2-40B4-BE49-F238E27FC236}">
                <a16:creationId xmlns:a16="http://schemas.microsoft.com/office/drawing/2014/main" id="{1ACB9DE9-1DE3-FD4C-840A-5CED7A2C46B3}"/>
              </a:ext>
            </a:extLst>
          </p:cNvPr>
          <p:cNvSpPr>
            <a:spLocks noGrp="1"/>
          </p:cNvSpPr>
          <p:nvPr>
            <p:ph type="title"/>
          </p:nvPr>
        </p:nvSpPr>
        <p:spPr>
          <a:xfrm>
            <a:off x="457200" y="590550"/>
            <a:ext cx="8305800" cy="742950"/>
          </a:xfrm>
          <a:prstGeom prst="rect">
            <a:avLst/>
          </a:prstGeom>
        </p:spPr>
        <p:txBody>
          <a:bodyPr lIns="9144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501903209"/>
      </p:ext>
    </p:extLst>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preserve="1">
  <p:cSld name="Img only: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6B05F-53E1-8945-B16F-0DF3CF82F24C}"/>
              </a:ext>
            </a:extLst>
          </p:cNvPr>
          <p:cNvSpPr/>
          <p:nvPr/>
        </p:nvSpPr>
        <p:spPr>
          <a:xfrm>
            <a:off x="0" y="2876550"/>
            <a:ext cx="9144000" cy="226695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27325B"/>
              </a:solidFill>
            </a:endParaRP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1555356" y="1387825"/>
            <a:ext cx="6033292" cy="3393727"/>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(exception for the software background, but NEVER white). Crop at the edges!</a:t>
            </a:r>
          </a:p>
        </p:txBody>
      </p:sp>
      <p:sp>
        <p:nvSpPr>
          <p:cNvPr id="19" name="Text Placeholder 2">
            <a:extLst>
              <a:ext uri="{FF2B5EF4-FFF2-40B4-BE49-F238E27FC236}">
                <a16:creationId xmlns:a16="http://schemas.microsoft.com/office/drawing/2014/main" id="{20501915-90EE-1846-8F71-3B5AA397CBA9}"/>
              </a:ext>
            </a:extLst>
          </p:cNvPr>
          <p:cNvSpPr>
            <a:spLocks noGrp="1"/>
          </p:cNvSpPr>
          <p:nvPr>
            <p:ph type="body" sz="quarter" idx="18" hasCustomPrompt="1"/>
          </p:nvPr>
        </p:nvSpPr>
        <p:spPr>
          <a:xfrm>
            <a:off x="1555356" y="4838700"/>
            <a:ext cx="3103378" cy="304800"/>
          </a:xfrm>
        </p:spPr>
        <p:txBody>
          <a:bodyPr>
            <a:normAutofit/>
          </a:bodyPr>
          <a:lstStyle>
            <a:lvl1pPr marL="0" indent="0">
              <a:buNone/>
              <a:defRPr sz="900" b="0" i="1">
                <a:solidFill>
                  <a:schemeClr val="bg1">
                    <a:lumMod val="75000"/>
                  </a:schemeClr>
                </a:solidFill>
                <a:latin typeface="Lato" panose="020F0502020204030203" pitchFamily="34" charset="77"/>
              </a:defRPr>
            </a:lvl1pPr>
            <a:lvl2pPr marL="457178" indent="0">
              <a:buNone/>
              <a:defRPr/>
            </a:lvl2pPr>
            <a:lvl3pPr marL="914355" indent="0">
              <a:buNone/>
              <a:defRPr/>
            </a:lvl3pPr>
          </a:lstStyle>
          <a:p>
            <a:pPr lvl="0"/>
            <a:r>
              <a:rPr lang="en-US" dirty="0"/>
              <a:t>Short  caption in this style only if necessary</a:t>
            </a:r>
          </a:p>
        </p:txBody>
      </p:sp>
      <p:sp>
        <p:nvSpPr>
          <p:cNvPr id="20" name="Title 1">
            <a:extLst>
              <a:ext uri="{FF2B5EF4-FFF2-40B4-BE49-F238E27FC236}">
                <a16:creationId xmlns:a16="http://schemas.microsoft.com/office/drawing/2014/main" id="{A926AAB5-0EF8-C144-BDC0-B1C98EDAAB2A}"/>
              </a:ext>
            </a:extLst>
          </p:cNvPr>
          <p:cNvSpPr>
            <a:spLocks noGrp="1"/>
          </p:cNvSpPr>
          <p:nvPr>
            <p:ph type="title"/>
          </p:nvPr>
        </p:nvSpPr>
        <p:spPr>
          <a:xfrm>
            <a:off x="457200" y="590550"/>
            <a:ext cx="8305800"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08431122"/>
      </p:ext>
    </p:extLst>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preserve="1">
  <p:cSld name="Img only: 4 (righ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1138D1D-0960-574D-8616-915D22FDBD79}"/>
              </a:ext>
            </a:extLst>
          </p:cNvPr>
          <p:cNvSpPr/>
          <p:nvPr/>
        </p:nvSpPr>
        <p:spPr>
          <a:xfrm>
            <a:off x="838200" y="2343150"/>
            <a:ext cx="8305800" cy="23622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27325B"/>
              </a:solidFill>
            </a:endParaRPr>
          </a:p>
        </p:txBody>
      </p:sp>
      <p:sp>
        <p:nvSpPr>
          <p:cNvPr id="21" name="Content Placeholder 3">
            <a:extLst>
              <a:ext uri="{FF2B5EF4-FFF2-40B4-BE49-F238E27FC236}">
                <a16:creationId xmlns:a16="http://schemas.microsoft.com/office/drawing/2014/main" id="{74168FC2-68FD-3D40-9EE2-F1CBFA5B7B64}"/>
              </a:ext>
            </a:extLst>
          </p:cNvPr>
          <p:cNvSpPr>
            <a:spLocks noGrp="1" noChangeAspect="1"/>
          </p:cNvSpPr>
          <p:nvPr>
            <p:ph sz="quarter" idx="29" hasCustomPrompt="1"/>
          </p:nvPr>
        </p:nvSpPr>
        <p:spPr>
          <a:xfrm>
            <a:off x="2584615" y="1478314"/>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noChangeAspect="1"/>
          </p:cNvSpPr>
          <p:nvPr>
            <p:ph sz="quarter" idx="21" hasCustomPrompt="1"/>
          </p:nvPr>
        </p:nvSpPr>
        <p:spPr>
          <a:xfrm>
            <a:off x="469488" y="1478314"/>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4005594"/>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4005594"/>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noChangeAspect="1"/>
          </p:cNvSpPr>
          <p:nvPr>
            <p:ph sz="quarter" idx="32" hasCustomPrompt="1"/>
          </p:nvPr>
        </p:nvSpPr>
        <p:spPr>
          <a:xfrm>
            <a:off x="4699742" y="1478314"/>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4005594"/>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noChangeAspect="1"/>
          </p:cNvSpPr>
          <p:nvPr>
            <p:ph sz="quarter" idx="35" hasCustomPrompt="1"/>
          </p:nvPr>
        </p:nvSpPr>
        <p:spPr>
          <a:xfrm>
            <a:off x="6814869" y="1478314"/>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4005594"/>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0" name="Title 1">
            <a:extLst>
              <a:ext uri="{FF2B5EF4-FFF2-40B4-BE49-F238E27FC236}">
                <a16:creationId xmlns:a16="http://schemas.microsoft.com/office/drawing/2014/main" id="{B9DC4B7C-6E2A-B849-8A1D-4166BC982008}"/>
              </a:ext>
            </a:extLst>
          </p:cNvPr>
          <p:cNvSpPr>
            <a:spLocks noGrp="1"/>
          </p:cNvSpPr>
          <p:nvPr>
            <p:ph type="title"/>
          </p:nvPr>
        </p:nvSpPr>
        <p:spPr>
          <a:xfrm>
            <a:off x="457200" y="590550"/>
            <a:ext cx="8305800"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753554576"/>
      </p:ext>
    </p:extLst>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preserve="1">
  <p:cSld name="Img only: 4 (lef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1138D1D-0960-574D-8616-915D22FDBD79}"/>
              </a:ext>
            </a:extLst>
          </p:cNvPr>
          <p:cNvSpPr/>
          <p:nvPr/>
        </p:nvSpPr>
        <p:spPr>
          <a:xfrm>
            <a:off x="0" y="2343150"/>
            <a:ext cx="8305800" cy="23622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solidFill>
                <a:srgbClr val="27325B"/>
              </a:solidFill>
            </a:endParaRPr>
          </a:p>
        </p:txBody>
      </p:sp>
      <p:sp>
        <p:nvSpPr>
          <p:cNvPr id="21" name="Content Placeholder 3">
            <a:extLst>
              <a:ext uri="{FF2B5EF4-FFF2-40B4-BE49-F238E27FC236}">
                <a16:creationId xmlns:a16="http://schemas.microsoft.com/office/drawing/2014/main" id="{74168FC2-68FD-3D40-9EE2-F1CBFA5B7B64}"/>
              </a:ext>
            </a:extLst>
          </p:cNvPr>
          <p:cNvSpPr>
            <a:spLocks noGrp="1" noChangeAspect="1"/>
          </p:cNvSpPr>
          <p:nvPr>
            <p:ph sz="quarter" idx="29" hasCustomPrompt="1"/>
          </p:nvPr>
        </p:nvSpPr>
        <p:spPr>
          <a:xfrm>
            <a:off x="2584615" y="1478314"/>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noChangeAspect="1"/>
          </p:cNvSpPr>
          <p:nvPr>
            <p:ph sz="quarter" idx="21" hasCustomPrompt="1"/>
          </p:nvPr>
        </p:nvSpPr>
        <p:spPr>
          <a:xfrm>
            <a:off x="469488" y="1478314"/>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4005594"/>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4005594"/>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noChangeAspect="1"/>
          </p:cNvSpPr>
          <p:nvPr>
            <p:ph sz="quarter" idx="32" hasCustomPrompt="1"/>
          </p:nvPr>
        </p:nvSpPr>
        <p:spPr>
          <a:xfrm>
            <a:off x="4699742" y="1478314"/>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4005594"/>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noChangeAspect="1"/>
          </p:cNvSpPr>
          <p:nvPr>
            <p:ph sz="quarter" idx="35" hasCustomPrompt="1"/>
          </p:nvPr>
        </p:nvSpPr>
        <p:spPr>
          <a:xfrm>
            <a:off x="6814869" y="1478314"/>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4005594"/>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0" name="Title 1">
            <a:extLst>
              <a:ext uri="{FF2B5EF4-FFF2-40B4-BE49-F238E27FC236}">
                <a16:creationId xmlns:a16="http://schemas.microsoft.com/office/drawing/2014/main" id="{B9DC4B7C-6E2A-B849-8A1D-4166BC982008}"/>
              </a:ext>
            </a:extLst>
          </p:cNvPr>
          <p:cNvSpPr>
            <a:spLocks noGrp="1"/>
          </p:cNvSpPr>
          <p:nvPr>
            <p:ph type="title"/>
          </p:nvPr>
        </p:nvSpPr>
        <p:spPr>
          <a:xfrm>
            <a:off x="457200" y="590550"/>
            <a:ext cx="8305800"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4154817107"/>
      </p:ext>
    </p:extLst>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preserve="1">
  <p:cSld name="Img only: 8, Sub w. Body (8 or less)">
    <p:spTree>
      <p:nvGrpSpPr>
        <p:cNvPr id="1" name=""/>
        <p:cNvGrpSpPr/>
        <p:nvPr/>
      </p:nvGrpSpPr>
      <p:grpSpPr>
        <a:xfrm>
          <a:off x="0" y="0"/>
          <a:ext cx="0" cy="0"/>
          <a:chOff x="0" y="0"/>
          <a:chExt cx="0" cy="0"/>
        </a:xfrm>
      </p:grpSpPr>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84615"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Or swap to no background just the outline if you don’t have transparent images (for ALL not just one)</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69488"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7" name="Content Placeholder 3">
            <a:extLst>
              <a:ext uri="{FF2B5EF4-FFF2-40B4-BE49-F238E27FC236}">
                <a16:creationId xmlns:a16="http://schemas.microsoft.com/office/drawing/2014/main" id="{F509B63B-1486-3540-B785-BB3D12EDB3BE}"/>
              </a:ext>
            </a:extLst>
          </p:cNvPr>
          <p:cNvSpPr>
            <a:spLocks noGrp="1"/>
          </p:cNvSpPr>
          <p:nvPr>
            <p:ph sz="quarter" idx="20" hasCustomPrompt="1"/>
          </p:nvPr>
        </p:nvSpPr>
        <p:spPr>
          <a:xfrm>
            <a:off x="469488" y="2672437"/>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2355842"/>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Content Placeholder 3">
            <a:extLst>
              <a:ext uri="{FF2B5EF4-FFF2-40B4-BE49-F238E27FC236}">
                <a16:creationId xmlns:a16="http://schemas.microsoft.com/office/drawing/2014/main" id="{DDCDDB5F-C736-D147-8301-4A3D736D57CF}"/>
              </a:ext>
            </a:extLst>
          </p:cNvPr>
          <p:cNvSpPr>
            <a:spLocks noGrp="1"/>
          </p:cNvSpPr>
          <p:nvPr>
            <p:ph sz="quarter" idx="30" hasCustomPrompt="1"/>
          </p:nvPr>
        </p:nvSpPr>
        <p:spPr>
          <a:xfrm>
            <a:off x="2584615" y="2672437"/>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2355842"/>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99742"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5" name="Content Placeholder 3">
            <a:extLst>
              <a:ext uri="{FF2B5EF4-FFF2-40B4-BE49-F238E27FC236}">
                <a16:creationId xmlns:a16="http://schemas.microsoft.com/office/drawing/2014/main" id="{723D0923-782D-8B41-A888-106268924FA0}"/>
              </a:ext>
            </a:extLst>
          </p:cNvPr>
          <p:cNvSpPr>
            <a:spLocks noGrp="1"/>
          </p:cNvSpPr>
          <p:nvPr>
            <p:ph sz="quarter" idx="33" hasCustomPrompt="1"/>
          </p:nvPr>
        </p:nvSpPr>
        <p:spPr>
          <a:xfrm>
            <a:off x="4699742" y="2672437"/>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2355842"/>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14869"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8" name="Content Placeholder 3">
            <a:extLst>
              <a:ext uri="{FF2B5EF4-FFF2-40B4-BE49-F238E27FC236}">
                <a16:creationId xmlns:a16="http://schemas.microsoft.com/office/drawing/2014/main" id="{308A6F07-F6D4-0449-A153-80E89BFA7E47}"/>
              </a:ext>
            </a:extLst>
          </p:cNvPr>
          <p:cNvSpPr>
            <a:spLocks noGrp="1"/>
          </p:cNvSpPr>
          <p:nvPr>
            <p:ph sz="quarter" idx="36" hasCustomPrompt="1"/>
          </p:nvPr>
        </p:nvSpPr>
        <p:spPr>
          <a:xfrm>
            <a:off x="6814869" y="2672437"/>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2355842"/>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0" name="Content Placeholder 3">
            <a:extLst>
              <a:ext uri="{FF2B5EF4-FFF2-40B4-BE49-F238E27FC236}">
                <a16:creationId xmlns:a16="http://schemas.microsoft.com/office/drawing/2014/main" id="{B2312F08-5121-534F-93CC-985A6735DD08}"/>
              </a:ext>
            </a:extLst>
          </p:cNvPr>
          <p:cNvSpPr>
            <a:spLocks noGrp="1"/>
          </p:cNvSpPr>
          <p:nvPr>
            <p:ph sz="quarter" idx="38" hasCustomPrompt="1"/>
          </p:nvPr>
        </p:nvSpPr>
        <p:spPr>
          <a:xfrm>
            <a:off x="2584615"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1" name="Content Placeholder 3">
            <a:extLst>
              <a:ext uri="{FF2B5EF4-FFF2-40B4-BE49-F238E27FC236}">
                <a16:creationId xmlns:a16="http://schemas.microsoft.com/office/drawing/2014/main" id="{974D29D1-1450-7941-B469-59BBC46C78B1}"/>
              </a:ext>
            </a:extLst>
          </p:cNvPr>
          <p:cNvSpPr>
            <a:spLocks noGrp="1"/>
          </p:cNvSpPr>
          <p:nvPr>
            <p:ph sz="quarter" idx="39" hasCustomPrompt="1"/>
          </p:nvPr>
        </p:nvSpPr>
        <p:spPr>
          <a:xfrm>
            <a:off x="469488"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2" name="Content Placeholder 3">
            <a:extLst>
              <a:ext uri="{FF2B5EF4-FFF2-40B4-BE49-F238E27FC236}">
                <a16:creationId xmlns:a16="http://schemas.microsoft.com/office/drawing/2014/main" id="{01D220CE-D257-0F4E-9776-41E466D458FA}"/>
              </a:ext>
            </a:extLst>
          </p:cNvPr>
          <p:cNvSpPr>
            <a:spLocks noGrp="1"/>
          </p:cNvSpPr>
          <p:nvPr>
            <p:ph sz="quarter" idx="40" hasCustomPrompt="1"/>
          </p:nvPr>
        </p:nvSpPr>
        <p:spPr>
          <a:xfrm>
            <a:off x="469488" y="4602837"/>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33" name="Content Placeholder 3">
            <a:extLst>
              <a:ext uri="{FF2B5EF4-FFF2-40B4-BE49-F238E27FC236}">
                <a16:creationId xmlns:a16="http://schemas.microsoft.com/office/drawing/2014/main" id="{91285B5C-A27F-B24C-9BAE-EE7BBF9E5029}"/>
              </a:ext>
            </a:extLst>
          </p:cNvPr>
          <p:cNvSpPr>
            <a:spLocks noGrp="1"/>
          </p:cNvSpPr>
          <p:nvPr>
            <p:ph sz="quarter" idx="41" hasCustomPrompt="1"/>
          </p:nvPr>
        </p:nvSpPr>
        <p:spPr>
          <a:xfrm>
            <a:off x="469488" y="4286242"/>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4" name="Content Placeholder 3">
            <a:extLst>
              <a:ext uri="{FF2B5EF4-FFF2-40B4-BE49-F238E27FC236}">
                <a16:creationId xmlns:a16="http://schemas.microsoft.com/office/drawing/2014/main" id="{70BC8ECB-2D92-334B-A0CA-DEE86DA5ECCB}"/>
              </a:ext>
            </a:extLst>
          </p:cNvPr>
          <p:cNvSpPr>
            <a:spLocks noGrp="1"/>
          </p:cNvSpPr>
          <p:nvPr>
            <p:ph sz="quarter" idx="42" hasCustomPrompt="1"/>
          </p:nvPr>
        </p:nvSpPr>
        <p:spPr>
          <a:xfrm>
            <a:off x="2584615" y="4602837"/>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35" name="Content Placeholder 3">
            <a:extLst>
              <a:ext uri="{FF2B5EF4-FFF2-40B4-BE49-F238E27FC236}">
                <a16:creationId xmlns:a16="http://schemas.microsoft.com/office/drawing/2014/main" id="{091B1206-6B81-3F45-965D-E4AF980EFB15}"/>
              </a:ext>
            </a:extLst>
          </p:cNvPr>
          <p:cNvSpPr>
            <a:spLocks noGrp="1"/>
          </p:cNvSpPr>
          <p:nvPr>
            <p:ph sz="quarter" idx="43" hasCustomPrompt="1"/>
          </p:nvPr>
        </p:nvSpPr>
        <p:spPr>
          <a:xfrm>
            <a:off x="2584615" y="4286242"/>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6" name="Content Placeholder 3">
            <a:extLst>
              <a:ext uri="{FF2B5EF4-FFF2-40B4-BE49-F238E27FC236}">
                <a16:creationId xmlns:a16="http://schemas.microsoft.com/office/drawing/2014/main" id="{BE81E718-11C6-754D-867C-0BAB3EBDAF06}"/>
              </a:ext>
            </a:extLst>
          </p:cNvPr>
          <p:cNvSpPr>
            <a:spLocks noGrp="1"/>
          </p:cNvSpPr>
          <p:nvPr>
            <p:ph sz="quarter" idx="44" hasCustomPrompt="1"/>
          </p:nvPr>
        </p:nvSpPr>
        <p:spPr>
          <a:xfrm>
            <a:off x="4699742"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7" name="Content Placeholder 3">
            <a:extLst>
              <a:ext uri="{FF2B5EF4-FFF2-40B4-BE49-F238E27FC236}">
                <a16:creationId xmlns:a16="http://schemas.microsoft.com/office/drawing/2014/main" id="{A62BC874-6F55-7141-912E-511A108CB24E}"/>
              </a:ext>
            </a:extLst>
          </p:cNvPr>
          <p:cNvSpPr>
            <a:spLocks noGrp="1"/>
          </p:cNvSpPr>
          <p:nvPr>
            <p:ph sz="quarter" idx="45" hasCustomPrompt="1"/>
          </p:nvPr>
        </p:nvSpPr>
        <p:spPr>
          <a:xfrm>
            <a:off x="4699742" y="4602837"/>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38" name="Content Placeholder 3">
            <a:extLst>
              <a:ext uri="{FF2B5EF4-FFF2-40B4-BE49-F238E27FC236}">
                <a16:creationId xmlns:a16="http://schemas.microsoft.com/office/drawing/2014/main" id="{4DE1ADAD-C84E-6E4A-9D25-2FD777D88854}"/>
              </a:ext>
            </a:extLst>
          </p:cNvPr>
          <p:cNvSpPr>
            <a:spLocks noGrp="1"/>
          </p:cNvSpPr>
          <p:nvPr>
            <p:ph sz="quarter" idx="46" hasCustomPrompt="1"/>
          </p:nvPr>
        </p:nvSpPr>
        <p:spPr>
          <a:xfrm>
            <a:off x="4699742" y="4286242"/>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9" name="Content Placeholder 3">
            <a:extLst>
              <a:ext uri="{FF2B5EF4-FFF2-40B4-BE49-F238E27FC236}">
                <a16:creationId xmlns:a16="http://schemas.microsoft.com/office/drawing/2014/main" id="{7197F90C-AE58-8E48-B323-07042998936C}"/>
              </a:ext>
            </a:extLst>
          </p:cNvPr>
          <p:cNvSpPr>
            <a:spLocks noGrp="1"/>
          </p:cNvSpPr>
          <p:nvPr>
            <p:ph sz="quarter" idx="47" hasCustomPrompt="1"/>
          </p:nvPr>
        </p:nvSpPr>
        <p:spPr>
          <a:xfrm>
            <a:off x="6814869"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0" name="Content Placeholder 3">
            <a:extLst>
              <a:ext uri="{FF2B5EF4-FFF2-40B4-BE49-F238E27FC236}">
                <a16:creationId xmlns:a16="http://schemas.microsoft.com/office/drawing/2014/main" id="{13C372DA-FFE1-D448-8D51-8D0F0B6B17AC}"/>
              </a:ext>
            </a:extLst>
          </p:cNvPr>
          <p:cNvSpPr>
            <a:spLocks noGrp="1"/>
          </p:cNvSpPr>
          <p:nvPr>
            <p:ph sz="quarter" idx="48" hasCustomPrompt="1"/>
          </p:nvPr>
        </p:nvSpPr>
        <p:spPr>
          <a:xfrm>
            <a:off x="6814869" y="4602837"/>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41" name="Content Placeholder 3">
            <a:extLst>
              <a:ext uri="{FF2B5EF4-FFF2-40B4-BE49-F238E27FC236}">
                <a16:creationId xmlns:a16="http://schemas.microsoft.com/office/drawing/2014/main" id="{5645AF05-D54C-0B40-B8DA-0087A584E8B0}"/>
              </a:ext>
            </a:extLst>
          </p:cNvPr>
          <p:cNvSpPr>
            <a:spLocks noGrp="1"/>
          </p:cNvSpPr>
          <p:nvPr>
            <p:ph sz="quarter" idx="49" hasCustomPrompt="1"/>
          </p:nvPr>
        </p:nvSpPr>
        <p:spPr>
          <a:xfrm>
            <a:off x="6814869" y="4286242"/>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Title 1">
            <a:extLst>
              <a:ext uri="{FF2B5EF4-FFF2-40B4-BE49-F238E27FC236}">
                <a16:creationId xmlns:a16="http://schemas.microsoft.com/office/drawing/2014/main" id="{510DEEC1-B7D0-2F46-82BD-5E91A5F3D6C5}"/>
              </a:ext>
            </a:extLst>
          </p:cNvPr>
          <p:cNvSpPr>
            <a:spLocks noGrp="1"/>
          </p:cNvSpPr>
          <p:nvPr>
            <p:ph type="title"/>
          </p:nvPr>
        </p:nvSpPr>
        <p:spPr>
          <a:xfrm>
            <a:off x="457200" y="590551"/>
            <a:ext cx="8305800" cy="468080"/>
          </a:xfrm>
          <a:prstGeom prst="rect">
            <a:avLst/>
          </a:prstGeom>
        </p:spPr>
        <p:txBody>
          <a:bodyPr anchor="t">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72853148"/>
      </p:ext>
    </p:extLst>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preserve="1">
  <p:cSld name="Img only: 8, caption (8 or less)">
    <p:spTree>
      <p:nvGrpSpPr>
        <p:cNvPr id="1" name=""/>
        <p:cNvGrpSpPr/>
        <p:nvPr/>
      </p:nvGrpSpPr>
      <p:grpSpPr>
        <a:xfrm>
          <a:off x="0" y="0"/>
          <a:ext cx="0" cy="0"/>
          <a:chOff x="0" y="0"/>
          <a:chExt cx="0" cy="0"/>
        </a:xfrm>
      </p:grpSpPr>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84615"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69488"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2584738"/>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2584738"/>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99742"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2584738"/>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14869"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2584738"/>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0" name="Content Placeholder 3">
            <a:extLst>
              <a:ext uri="{FF2B5EF4-FFF2-40B4-BE49-F238E27FC236}">
                <a16:creationId xmlns:a16="http://schemas.microsoft.com/office/drawing/2014/main" id="{B2312F08-5121-534F-93CC-985A6735DD08}"/>
              </a:ext>
            </a:extLst>
          </p:cNvPr>
          <p:cNvSpPr>
            <a:spLocks noGrp="1"/>
          </p:cNvSpPr>
          <p:nvPr>
            <p:ph sz="quarter" idx="38" hasCustomPrompt="1"/>
          </p:nvPr>
        </p:nvSpPr>
        <p:spPr>
          <a:xfrm>
            <a:off x="2584615"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31" name="Content Placeholder 3">
            <a:extLst>
              <a:ext uri="{FF2B5EF4-FFF2-40B4-BE49-F238E27FC236}">
                <a16:creationId xmlns:a16="http://schemas.microsoft.com/office/drawing/2014/main" id="{974D29D1-1450-7941-B469-59BBC46C78B1}"/>
              </a:ext>
            </a:extLst>
          </p:cNvPr>
          <p:cNvSpPr>
            <a:spLocks noGrp="1"/>
          </p:cNvSpPr>
          <p:nvPr>
            <p:ph sz="quarter" idx="39" hasCustomPrompt="1"/>
          </p:nvPr>
        </p:nvSpPr>
        <p:spPr>
          <a:xfrm>
            <a:off x="469488"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33" name="Content Placeholder 3">
            <a:extLst>
              <a:ext uri="{FF2B5EF4-FFF2-40B4-BE49-F238E27FC236}">
                <a16:creationId xmlns:a16="http://schemas.microsoft.com/office/drawing/2014/main" id="{91285B5C-A27F-B24C-9BAE-EE7BBF9E5029}"/>
              </a:ext>
            </a:extLst>
          </p:cNvPr>
          <p:cNvSpPr>
            <a:spLocks noGrp="1"/>
          </p:cNvSpPr>
          <p:nvPr>
            <p:ph sz="quarter" idx="41" hasCustomPrompt="1"/>
          </p:nvPr>
        </p:nvSpPr>
        <p:spPr>
          <a:xfrm>
            <a:off x="469488" y="4236357"/>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5" name="Content Placeholder 3">
            <a:extLst>
              <a:ext uri="{FF2B5EF4-FFF2-40B4-BE49-F238E27FC236}">
                <a16:creationId xmlns:a16="http://schemas.microsoft.com/office/drawing/2014/main" id="{091B1206-6B81-3F45-965D-E4AF980EFB15}"/>
              </a:ext>
            </a:extLst>
          </p:cNvPr>
          <p:cNvSpPr>
            <a:spLocks noGrp="1"/>
          </p:cNvSpPr>
          <p:nvPr>
            <p:ph sz="quarter" idx="43" hasCustomPrompt="1"/>
          </p:nvPr>
        </p:nvSpPr>
        <p:spPr>
          <a:xfrm>
            <a:off x="2584615" y="4236357"/>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6" name="Content Placeholder 3">
            <a:extLst>
              <a:ext uri="{FF2B5EF4-FFF2-40B4-BE49-F238E27FC236}">
                <a16:creationId xmlns:a16="http://schemas.microsoft.com/office/drawing/2014/main" id="{BE81E718-11C6-754D-867C-0BAB3EBDAF06}"/>
              </a:ext>
            </a:extLst>
          </p:cNvPr>
          <p:cNvSpPr>
            <a:spLocks noGrp="1"/>
          </p:cNvSpPr>
          <p:nvPr>
            <p:ph sz="quarter" idx="44" hasCustomPrompt="1"/>
          </p:nvPr>
        </p:nvSpPr>
        <p:spPr>
          <a:xfrm>
            <a:off x="4699742"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38" name="Content Placeholder 3">
            <a:extLst>
              <a:ext uri="{FF2B5EF4-FFF2-40B4-BE49-F238E27FC236}">
                <a16:creationId xmlns:a16="http://schemas.microsoft.com/office/drawing/2014/main" id="{4DE1ADAD-C84E-6E4A-9D25-2FD777D88854}"/>
              </a:ext>
            </a:extLst>
          </p:cNvPr>
          <p:cNvSpPr>
            <a:spLocks noGrp="1"/>
          </p:cNvSpPr>
          <p:nvPr>
            <p:ph sz="quarter" idx="46" hasCustomPrompt="1"/>
          </p:nvPr>
        </p:nvSpPr>
        <p:spPr>
          <a:xfrm>
            <a:off x="4699742" y="4236357"/>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9" name="Content Placeholder 3">
            <a:extLst>
              <a:ext uri="{FF2B5EF4-FFF2-40B4-BE49-F238E27FC236}">
                <a16:creationId xmlns:a16="http://schemas.microsoft.com/office/drawing/2014/main" id="{7197F90C-AE58-8E48-B323-07042998936C}"/>
              </a:ext>
            </a:extLst>
          </p:cNvPr>
          <p:cNvSpPr>
            <a:spLocks noGrp="1"/>
          </p:cNvSpPr>
          <p:nvPr>
            <p:ph sz="quarter" idx="47" hasCustomPrompt="1"/>
          </p:nvPr>
        </p:nvSpPr>
        <p:spPr>
          <a:xfrm>
            <a:off x="6814869"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1" name="Content Placeholder 3">
            <a:extLst>
              <a:ext uri="{FF2B5EF4-FFF2-40B4-BE49-F238E27FC236}">
                <a16:creationId xmlns:a16="http://schemas.microsoft.com/office/drawing/2014/main" id="{5645AF05-D54C-0B40-B8DA-0087A584E8B0}"/>
              </a:ext>
            </a:extLst>
          </p:cNvPr>
          <p:cNvSpPr>
            <a:spLocks noGrp="1"/>
          </p:cNvSpPr>
          <p:nvPr>
            <p:ph sz="quarter" idx="49" hasCustomPrompt="1"/>
          </p:nvPr>
        </p:nvSpPr>
        <p:spPr>
          <a:xfrm>
            <a:off x="6814869" y="4236357"/>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42" name="Title 1">
            <a:extLst>
              <a:ext uri="{FF2B5EF4-FFF2-40B4-BE49-F238E27FC236}">
                <a16:creationId xmlns:a16="http://schemas.microsoft.com/office/drawing/2014/main" id="{1185684B-7EB3-874B-85C2-74126A4C897C}"/>
              </a:ext>
            </a:extLst>
          </p:cNvPr>
          <p:cNvSpPr>
            <a:spLocks noGrp="1"/>
          </p:cNvSpPr>
          <p:nvPr>
            <p:ph type="title"/>
          </p:nvPr>
        </p:nvSpPr>
        <p:spPr>
          <a:xfrm>
            <a:off x="457200" y="590551"/>
            <a:ext cx="8305800" cy="468080"/>
          </a:xfrm>
          <a:prstGeom prst="rect">
            <a:avLst/>
          </a:prstGeom>
        </p:spPr>
        <p:txBody>
          <a:bodyPr anchor="t">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267769052"/>
      </p:ext>
    </p:extLst>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preserve="1">
  <p:cSld name="Img only: 10, captions (10 or less)">
    <p:spTree>
      <p:nvGrpSpPr>
        <p:cNvPr id="1" name=""/>
        <p:cNvGrpSpPr/>
        <p:nvPr/>
      </p:nvGrpSpPr>
      <p:grpSpPr>
        <a:xfrm>
          <a:off x="0" y="0"/>
          <a:ext cx="0" cy="0"/>
          <a:chOff x="0" y="0"/>
          <a:chExt cx="0" cy="0"/>
        </a:xfrm>
      </p:grpSpPr>
      <p:sp>
        <p:nvSpPr>
          <p:cNvPr id="34" name="Content Placeholder 3">
            <a:extLst>
              <a:ext uri="{FF2B5EF4-FFF2-40B4-BE49-F238E27FC236}">
                <a16:creationId xmlns:a16="http://schemas.microsoft.com/office/drawing/2014/main" id="{0FD1A557-27D3-3444-B648-617B453087D1}"/>
              </a:ext>
            </a:extLst>
          </p:cNvPr>
          <p:cNvSpPr>
            <a:spLocks noGrp="1"/>
          </p:cNvSpPr>
          <p:nvPr>
            <p:ph sz="quarter" idx="21" hasCustomPrompt="1"/>
          </p:nvPr>
        </p:nvSpPr>
        <p:spPr>
          <a:xfrm>
            <a:off x="4572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if using the solid background</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Align text center if white </a:t>
            </a:r>
            <a:r>
              <a:rPr lang="en-US" dirty="0" err="1"/>
              <a:t>bkgnd</a:t>
            </a:r>
            <a:endParaRPr lang="en-US" dirty="0"/>
          </a:p>
        </p:txBody>
      </p:sp>
      <p:sp>
        <p:nvSpPr>
          <p:cNvPr id="42" name="Title 1">
            <a:extLst>
              <a:ext uri="{FF2B5EF4-FFF2-40B4-BE49-F238E27FC236}">
                <a16:creationId xmlns:a16="http://schemas.microsoft.com/office/drawing/2014/main" id="{1185684B-7EB3-874B-85C2-74126A4C897C}"/>
              </a:ext>
            </a:extLst>
          </p:cNvPr>
          <p:cNvSpPr>
            <a:spLocks noGrp="1"/>
          </p:cNvSpPr>
          <p:nvPr>
            <p:ph type="title"/>
          </p:nvPr>
        </p:nvSpPr>
        <p:spPr>
          <a:xfrm>
            <a:off x="457200" y="590551"/>
            <a:ext cx="8305800" cy="468080"/>
          </a:xfrm>
          <a:prstGeom prst="rect">
            <a:avLst/>
          </a:prstGeom>
        </p:spPr>
        <p:txBody>
          <a:bodyPr anchor="t">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45" name="Content Placeholder 3">
            <a:extLst>
              <a:ext uri="{FF2B5EF4-FFF2-40B4-BE49-F238E27FC236}">
                <a16:creationId xmlns:a16="http://schemas.microsoft.com/office/drawing/2014/main" id="{514E8FA2-B67C-DF44-869F-B67F8CB3460A}"/>
              </a:ext>
            </a:extLst>
          </p:cNvPr>
          <p:cNvSpPr>
            <a:spLocks noGrp="1"/>
          </p:cNvSpPr>
          <p:nvPr>
            <p:ph sz="quarter" idx="22" hasCustomPrompt="1"/>
          </p:nvPr>
        </p:nvSpPr>
        <p:spPr>
          <a:xfrm>
            <a:off x="21336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Add the background blue color to all if you have transparent images</a:t>
            </a:r>
          </a:p>
        </p:txBody>
      </p:sp>
      <p:sp>
        <p:nvSpPr>
          <p:cNvPr id="47" name="Content Placeholder 3">
            <a:extLst>
              <a:ext uri="{FF2B5EF4-FFF2-40B4-BE49-F238E27FC236}">
                <a16:creationId xmlns:a16="http://schemas.microsoft.com/office/drawing/2014/main" id="{EEB8B18F-4FBC-9140-90B6-A0CDF8BE3AEB}"/>
              </a:ext>
            </a:extLst>
          </p:cNvPr>
          <p:cNvSpPr>
            <a:spLocks noGrp="1"/>
          </p:cNvSpPr>
          <p:nvPr>
            <p:ph sz="quarter" idx="23" hasCustomPrompt="1"/>
          </p:nvPr>
        </p:nvSpPr>
        <p:spPr>
          <a:xfrm>
            <a:off x="21336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Align text left if solid background</a:t>
            </a:r>
          </a:p>
        </p:txBody>
      </p:sp>
      <p:sp>
        <p:nvSpPr>
          <p:cNvPr id="48" name="Content Placeholder 3">
            <a:extLst>
              <a:ext uri="{FF2B5EF4-FFF2-40B4-BE49-F238E27FC236}">
                <a16:creationId xmlns:a16="http://schemas.microsoft.com/office/drawing/2014/main" id="{4BEB108C-4568-064F-8ABF-CCC569AEA8F0}"/>
              </a:ext>
            </a:extLst>
          </p:cNvPr>
          <p:cNvSpPr>
            <a:spLocks noGrp="1"/>
          </p:cNvSpPr>
          <p:nvPr>
            <p:ph sz="quarter" idx="24" hasCustomPrompt="1"/>
          </p:nvPr>
        </p:nvSpPr>
        <p:spPr>
          <a:xfrm>
            <a:off x="38100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Use the outline only if you don’t have transparent backgrounds</a:t>
            </a:r>
          </a:p>
        </p:txBody>
      </p:sp>
      <p:sp>
        <p:nvSpPr>
          <p:cNvPr id="49" name="Content Placeholder 3">
            <a:extLst>
              <a:ext uri="{FF2B5EF4-FFF2-40B4-BE49-F238E27FC236}">
                <a16:creationId xmlns:a16="http://schemas.microsoft.com/office/drawing/2014/main" id="{88783318-437C-BF4F-AE11-0130FCABA632}"/>
              </a:ext>
            </a:extLst>
          </p:cNvPr>
          <p:cNvSpPr>
            <a:spLocks noGrp="1"/>
          </p:cNvSpPr>
          <p:nvPr>
            <p:ph sz="quarter" idx="25" hasCustomPrompt="1"/>
          </p:nvPr>
        </p:nvSpPr>
        <p:spPr>
          <a:xfrm>
            <a:off x="38100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Captions no longer than 2 lines</a:t>
            </a:r>
          </a:p>
        </p:txBody>
      </p:sp>
      <p:sp>
        <p:nvSpPr>
          <p:cNvPr id="50" name="Content Placeholder 3">
            <a:extLst>
              <a:ext uri="{FF2B5EF4-FFF2-40B4-BE49-F238E27FC236}">
                <a16:creationId xmlns:a16="http://schemas.microsoft.com/office/drawing/2014/main" id="{60D69093-5942-2F4A-837D-D5627B649387}"/>
              </a:ext>
            </a:extLst>
          </p:cNvPr>
          <p:cNvSpPr>
            <a:spLocks noGrp="1"/>
          </p:cNvSpPr>
          <p:nvPr>
            <p:ph sz="quarter" idx="26" hasCustomPrompt="1"/>
          </p:nvPr>
        </p:nvSpPr>
        <p:spPr>
          <a:xfrm>
            <a:off x="54864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1" name="Content Placeholder 3">
            <a:extLst>
              <a:ext uri="{FF2B5EF4-FFF2-40B4-BE49-F238E27FC236}">
                <a16:creationId xmlns:a16="http://schemas.microsoft.com/office/drawing/2014/main" id="{D262EF29-B002-F444-BB27-3AE712302E15}"/>
              </a:ext>
            </a:extLst>
          </p:cNvPr>
          <p:cNvSpPr>
            <a:spLocks noGrp="1"/>
          </p:cNvSpPr>
          <p:nvPr>
            <p:ph sz="quarter" idx="27" hasCustomPrompt="1"/>
          </p:nvPr>
        </p:nvSpPr>
        <p:spPr>
          <a:xfrm>
            <a:off x="54864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2" name="Content Placeholder 3">
            <a:extLst>
              <a:ext uri="{FF2B5EF4-FFF2-40B4-BE49-F238E27FC236}">
                <a16:creationId xmlns:a16="http://schemas.microsoft.com/office/drawing/2014/main" id="{128656FA-B401-3D45-B9B6-8B5FF8CED57B}"/>
              </a:ext>
            </a:extLst>
          </p:cNvPr>
          <p:cNvSpPr>
            <a:spLocks noGrp="1"/>
          </p:cNvSpPr>
          <p:nvPr>
            <p:ph sz="quarter" idx="28" hasCustomPrompt="1"/>
          </p:nvPr>
        </p:nvSpPr>
        <p:spPr>
          <a:xfrm>
            <a:off x="71628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3" name="Content Placeholder 3">
            <a:extLst>
              <a:ext uri="{FF2B5EF4-FFF2-40B4-BE49-F238E27FC236}">
                <a16:creationId xmlns:a16="http://schemas.microsoft.com/office/drawing/2014/main" id="{7CB89430-A3A0-A641-8787-A7AE6F29A8A6}"/>
              </a:ext>
            </a:extLst>
          </p:cNvPr>
          <p:cNvSpPr>
            <a:spLocks noGrp="1"/>
          </p:cNvSpPr>
          <p:nvPr>
            <p:ph sz="quarter" idx="29" hasCustomPrompt="1"/>
          </p:nvPr>
        </p:nvSpPr>
        <p:spPr>
          <a:xfrm>
            <a:off x="71628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4" name="Content Placeholder 3">
            <a:extLst>
              <a:ext uri="{FF2B5EF4-FFF2-40B4-BE49-F238E27FC236}">
                <a16:creationId xmlns:a16="http://schemas.microsoft.com/office/drawing/2014/main" id="{7571DCA7-594E-494F-AADE-BC41B66BBFCE}"/>
              </a:ext>
            </a:extLst>
          </p:cNvPr>
          <p:cNvSpPr>
            <a:spLocks noGrp="1"/>
          </p:cNvSpPr>
          <p:nvPr>
            <p:ph sz="quarter" idx="30" hasCustomPrompt="1"/>
          </p:nvPr>
        </p:nvSpPr>
        <p:spPr>
          <a:xfrm>
            <a:off x="4572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a:t>image </a:t>
            </a:r>
            <a:r>
              <a:rPr lang="en-US" dirty="0"/>
              <a:t>ONLY</a:t>
            </a:r>
          </a:p>
        </p:txBody>
      </p:sp>
      <p:sp>
        <p:nvSpPr>
          <p:cNvPr id="55" name="Content Placeholder 3">
            <a:extLst>
              <a:ext uri="{FF2B5EF4-FFF2-40B4-BE49-F238E27FC236}">
                <a16:creationId xmlns:a16="http://schemas.microsoft.com/office/drawing/2014/main" id="{BB5159A4-78B1-4544-A0AB-77A77FFECA21}"/>
              </a:ext>
            </a:extLst>
          </p:cNvPr>
          <p:cNvSpPr>
            <a:spLocks noGrp="1"/>
          </p:cNvSpPr>
          <p:nvPr>
            <p:ph sz="quarter" idx="31" hasCustomPrompt="1"/>
          </p:nvPr>
        </p:nvSpPr>
        <p:spPr>
          <a:xfrm>
            <a:off x="4572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6" name="Content Placeholder 3">
            <a:extLst>
              <a:ext uri="{FF2B5EF4-FFF2-40B4-BE49-F238E27FC236}">
                <a16:creationId xmlns:a16="http://schemas.microsoft.com/office/drawing/2014/main" id="{DC3FBC57-26A1-A840-9EB7-BB175D4D6B92}"/>
              </a:ext>
            </a:extLst>
          </p:cNvPr>
          <p:cNvSpPr>
            <a:spLocks noGrp="1"/>
          </p:cNvSpPr>
          <p:nvPr>
            <p:ph sz="quarter" idx="32" hasCustomPrompt="1"/>
          </p:nvPr>
        </p:nvSpPr>
        <p:spPr>
          <a:xfrm>
            <a:off x="21336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7" name="Content Placeholder 3">
            <a:extLst>
              <a:ext uri="{FF2B5EF4-FFF2-40B4-BE49-F238E27FC236}">
                <a16:creationId xmlns:a16="http://schemas.microsoft.com/office/drawing/2014/main" id="{142B5D21-DDD3-FF4B-8CA6-EE386537D307}"/>
              </a:ext>
            </a:extLst>
          </p:cNvPr>
          <p:cNvSpPr>
            <a:spLocks noGrp="1"/>
          </p:cNvSpPr>
          <p:nvPr>
            <p:ph sz="quarter" idx="33" hasCustomPrompt="1"/>
          </p:nvPr>
        </p:nvSpPr>
        <p:spPr>
          <a:xfrm>
            <a:off x="21336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8" name="Content Placeholder 3">
            <a:extLst>
              <a:ext uri="{FF2B5EF4-FFF2-40B4-BE49-F238E27FC236}">
                <a16:creationId xmlns:a16="http://schemas.microsoft.com/office/drawing/2014/main" id="{3962A4AF-E295-3441-A76C-0DC350D83F13}"/>
              </a:ext>
            </a:extLst>
          </p:cNvPr>
          <p:cNvSpPr>
            <a:spLocks noGrp="1"/>
          </p:cNvSpPr>
          <p:nvPr>
            <p:ph sz="quarter" idx="34" hasCustomPrompt="1"/>
          </p:nvPr>
        </p:nvSpPr>
        <p:spPr>
          <a:xfrm>
            <a:off x="38100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9" name="Content Placeholder 3">
            <a:extLst>
              <a:ext uri="{FF2B5EF4-FFF2-40B4-BE49-F238E27FC236}">
                <a16:creationId xmlns:a16="http://schemas.microsoft.com/office/drawing/2014/main" id="{44D1F572-C9BC-C747-B6B3-2A807FEB5291}"/>
              </a:ext>
            </a:extLst>
          </p:cNvPr>
          <p:cNvSpPr>
            <a:spLocks noGrp="1"/>
          </p:cNvSpPr>
          <p:nvPr>
            <p:ph sz="quarter" idx="35" hasCustomPrompt="1"/>
          </p:nvPr>
        </p:nvSpPr>
        <p:spPr>
          <a:xfrm>
            <a:off x="38100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60" name="Content Placeholder 3">
            <a:extLst>
              <a:ext uri="{FF2B5EF4-FFF2-40B4-BE49-F238E27FC236}">
                <a16:creationId xmlns:a16="http://schemas.microsoft.com/office/drawing/2014/main" id="{2409BE41-66D2-E94C-930C-A5210EB04806}"/>
              </a:ext>
            </a:extLst>
          </p:cNvPr>
          <p:cNvSpPr>
            <a:spLocks noGrp="1"/>
          </p:cNvSpPr>
          <p:nvPr>
            <p:ph sz="quarter" idx="36" hasCustomPrompt="1"/>
          </p:nvPr>
        </p:nvSpPr>
        <p:spPr>
          <a:xfrm>
            <a:off x="54864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61" name="Content Placeholder 3">
            <a:extLst>
              <a:ext uri="{FF2B5EF4-FFF2-40B4-BE49-F238E27FC236}">
                <a16:creationId xmlns:a16="http://schemas.microsoft.com/office/drawing/2014/main" id="{9D1114D4-21D7-6C45-A75F-B799CEFEC867}"/>
              </a:ext>
            </a:extLst>
          </p:cNvPr>
          <p:cNvSpPr>
            <a:spLocks noGrp="1"/>
          </p:cNvSpPr>
          <p:nvPr>
            <p:ph sz="quarter" idx="37" hasCustomPrompt="1"/>
          </p:nvPr>
        </p:nvSpPr>
        <p:spPr>
          <a:xfrm>
            <a:off x="54864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62" name="Content Placeholder 3">
            <a:extLst>
              <a:ext uri="{FF2B5EF4-FFF2-40B4-BE49-F238E27FC236}">
                <a16:creationId xmlns:a16="http://schemas.microsoft.com/office/drawing/2014/main" id="{8E981D74-E025-3D41-A194-C0AAB855B2E6}"/>
              </a:ext>
            </a:extLst>
          </p:cNvPr>
          <p:cNvSpPr>
            <a:spLocks noGrp="1"/>
          </p:cNvSpPr>
          <p:nvPr>
            <p:ph sz="quarter" idx="38" hasCustomPrompt="1"/>
          </p:nvPr>
        </p:nvSpPr>
        <p:spPr>
          <a:xfrm>
            <a:off x="71628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63" name="Content Placeholder 3">
            <a:extLst>
              <a:ext uri="{FF2B5EF4-FFF2-40B4-BE49-F238E27FC236}">
                <a16:creationId xmlns:a16="http://schemas.microsoft.com/office/drawing/2014/main" id="{1F7A6889-59BF-2444-AFE7-CB86FC91D044}"/>
              </a:ext>
            </a:extLst>
          </p:cNvPr>
          <p:cNvSpPr>
            <a:spLocks noGrp="1"/>
          </p:cNvSpPr>
          <p:nvPr>
            <p:ph sz="quarter" idx="39" hasCustomPrompt="1"/>
          </p:nvPr>
        </p:nvSpPr>
        <p:spPr>
          <a:xfrm>
            <a:off x="71628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Tree>
    <p:extLst>
      <p:ext uri="{BB962C8B-B14F-4D97-AF65-F5344CB8AC3E}">
        <p14:creationId xmlns:p14="http://schemas.microsoft.com/office/powerpoint/2010/main" val="850691392"/>
      </p:ext>
    </p:extLst>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preserve="1">
  <p:cSld name="Product Suit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0FF29D-1BAB-7543-94B2-94A2EE9B9978}"/>
              </a:ext>
            </a:extLst>
          </p:cNvPr>
          <p:cNvPicPr>
            <a:picLocks noChangeAspect="1"/>
          </p:cNvPicPr>
          <p:nvPr/>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2554363593"/>
      </p:ext>
    </p:extLst>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preserve="1">
  <p:cSld name="Model Manager - 0 full">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p:nvPicPr>
        <p:blipFill>
          <a:blip r:embed="rId2"/>
          <a:srcRect/>
          <a:stretch/>
        </p:blipFill>
        <p:spPr>
          <a:xfrm>
            <a:off x="152400" y="0"/>
            <a:ext cx="5143500" cy="5143500"/>
          </a:xfrm>
          <a:prstGeom prst="rect">
            <a:avLst/>
          </a:prstGeom>
        </p:spPr>
      </p:pic>
    </p:spTree>
    <p:extLst>
      <p:ext uri="{BB962C8B-B14F-4D97-AF65-F5344CB8AC3E}">
        <p14:creationId xmlns:p14="http://schemas.microsoft.com/office/powerpoint/2010/main" val="2423352420"/>
      </p:ext>
    </p:extLst>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preserve="1">
  <p:cSld name="Model Manager - 1 Model Engine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p:nvPicPr>
        <p:blipFill>
          <a:blip r:embed="rId2"/>
          <a:srcRect/>
          <a:stretch/>
        </p:blipFill>
        <p:spPr>
          <a:xfrm>
            <a:off x="152400" y="0"/>
            <a:ext cx="5143500" cy="5143500"/>
          </a:xfrm>
          <a:prstGeom prst="rect">
            <a:avLst/>
          </a:prstGeom>
        </p:spPr>
      </p:pic>
    </p:spTree>
    <p:extLst>
      <p:ext uri="{BB962C8B-B14F-4D97-AF65-F5344CB8AC3E}">
        <p14:creationId xmlns:p14="http://schemas.microsoft.com/office/powerpoint/2010/main" val="2554167897"/>
      </p:ext>
    </p:extLst>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preserve="1">
  <p:cSld name="Model Manager - 2 Model to Design Engineer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p:nvPicPr>
        <p:blipFill>
          <a:blip r:embed="rId2"/>
          <a:srcRect/>
          <a:stretch/>
        </p:blipFill>
        <p:spPr>
          <a:xfrm>
            <a:off x="152400" y="0"/>
            <a:ext cx="5143500" cy="5143500"/>
          </a:xfrm>
          <a:prstGeom prst="rect">
            <a:avLst/>
          </a:prstGeom>
        </p:spPr>
      </p:pic>
    </p:spTree>
    <p:extLst>
      <p:ext uri="{BB962C8B-B14F-4D97-AF65-F5344CB8AC3E}">
        <p14:creationId xmlns:p14="http://schemas.microsoft.com/office/powerpoint/2010/main" val="3462540494"/>
      </p:ext>
    </p:extLst>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preserve="1">
  <p:cSld name="Model Manager - 3 Design Engineers to Operator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p:nvPicPr>
        <p:blipFill>
          <a:blip r:embed="rId2"/>
          <a:srcRect/>
          <a:stretch/>
        </p:blipFill>
        <p:spPr>
          <a:xfrm>
            <a:off x="152400" y="0"/>
            <a:ext cx="5143500" cy="5143500"/>
          </a:xfrm>
          <a:prstGeom prst="rect">
            <a:avLst/>
          </a:prstGeom>
        </p:spPr>
      </p:pic>
    </p:spTree>
    <p:extLst>
      <p:ext uri="{BB962C8B-B14F-4D97-AF65-F5344CB8AC3E}">
        <p14:creationId xmlns:p14="http://schemas.microsoft.com/office/powerpoint/2010/main" val="538472545"/>
      </p:ext>
    </p:extLst>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preserve="1">
  <p:cSld name="CTA: Contact U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438236-E9A1-5845-B207-CB91FAB12DBD}"/>
              </a:ext>
            </a:extLst>
          </p:cNvPr>
          <p:cNvPicPr>
            <a:picLocks noChangeAspect="1"/>
          </p:cNvPicPr>
          <p:nvPr/>
        </p:nvPicPr>
        <p:blipFill>
          <a:blip r:embed="rId2"/>
          <a:srcRect/>
          <a:stretch/>
        </p:blipFill>
        <p:spPr>
          <a:xfrm>
            <a:off x="0" y="0"/>
            <a:ext cx="9144000" cy="5143500"/>
          </a:xfrm>
          <a:prstGeom prst="rect">
            <a:avLst/>
          </a:prstGeom>
        </p:spPr>
      </p:pic>
      <p:sp>
        <p:nvSpPr>
          <p:cNvPr id="7" name="Content Placeholder 2">
            <a:extLst>
              <a:ext uri="{FF2B5EF4-FFF2-40B4-BE49-F238E27FC236}">
                <a16:creationId xmlns:a16="http://schemas.microsoft.com/office/drawing/2014/main" id="{FC4E7365-D38C-47DC-98CE-EFDE9B5AA7FB}"/>
              </a:ext>
            </a:extLst>
          </p:cNvPr>
          <p:cNvSpPr>
            <a:spLocks noGrp="1"/>
          </p:cNvSpPr>
          <p:nvPr>
            <p:ph idx="1" hasCustomPrompt="1"/>
          </p:nvPr>
        </p:nvSpPr>
        <p:spPr>
          <a:xfrm>
            <a:off x="304800" y="4469786"/>
            <a:ext cx="2133600" cy="923925"/>
          </a:xfrm>
          <a:prstGeom prst="rect">
            <a:avLst/>
          </a:prstGeom>
        </p:spPr>
        <p:txBody>
          <a:bodyPr>
            <a:normAutofit/>
          </a:bodyPr>
          <a:lstStyle>
            <a:lvl1pPr marL="0" indent="0">
              <a:spcBef>
                <a:spcPts val="100"/>
              </a:spcBef>
              <a:buNone/>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32" indent="0">
              <a:buNone/>
              <a:defRPr sz="1200">
                <a:latin typeface="Lato" panose="020F0502020204030203" pitchFamily="34" charset="0"/>
              </a:defRPr>
            </a:lvl4pPr>
            <a:lvl5pPr marL="1828709" indent="0">
              <a:buNone/>
              <a:defRPr sz="1200">
                <a:latin typeface="Lato" panose="020F0502020204030203" pitchFamily="34" charset="0"/>
              </a:defRPr>
            </a:lvl5pPr>
          </a:lstStyle>
          <a:p>
            <a:pPr lvl="0"/>
            <a:r>
              <a:rPr lang="en-US" dirty="0"/>
              <a:t>Add your country “</a:t>
            </a:r>
            <a:r>
              <a:rPr lang="en-US" dirty="0" err="1"/>
              <a:t>comsol.com</a:t>
            </a:r>
            <a:r>
              <a:rPr lang="en-US" dirty="0"/>
              <a:t>/contact” link here</a:t>
            </a:r>
          </a:p>
        </p:txBody>
      </p:sp>
      <p:sp>
        <p:nvSpPr>
          <p:cNvPr id="5" name="TextBox 4">
            <a:extLst>
              <a:ext uri="{FF2B5EF4-FFF2-40B4-BE49-F238E27FC236}">
                <a16:creationId xmlns:a16="http://schemas.microsoft.com/office/drawing/2014/main" id="{CC2B2EF8-F126-9449-AF26-554461030ADD}"/>
              </a:ext>
            </a:extLst>
          </p:cNvPr>
          <p:cNvSpPr txBox="1"/>
          <p:nvPr/>
        </p:nvSpPr>
        <p:spPr>
          <a:xfrm>
            <a:off x="304800" y="4019552"/>
            <a:ext cx="2514600" cy="461665"/>
          </a:xfrm>
          <a:prstGeom prst="rect">
            <a:avLst/>
          </a:prstGeom>
          <a:noFill/>
        </p:spPr>
        <p:txBody>
          <a:bodyPr wrap="square" lIns="0" rtlCol="0">
            <a:spAutoFit/>
          </a:bodyPr>
          <a:lstStyle/>
          <a:p>
            <a:r>
              <a:rPr lang="en-US" sz="2400" b="1" i="0" dirty="0">
                <a:solidFill>
                  <a:schemeClr val="accent1"/>
                </a:solidFill>
                <a:latin typeface="Lato" panose="020F0502020204030203" pitchFamily="34" charset="77"/>
              </a:rPr>
              <a:t>Contact Us</a:t>
            </a:r>
          </a:p>
        </p:txBody>
      </p:sp>
    </p:spTree>
    <p:extLst>
      <p:ext uri="{BB962C8B-B14F-4D97-AF65-F5344CB8AC3E}">
        <p14:creationId xmlns:p14="http://schemas.microsoft.com/office/powerpoint/2010/main" val="1523949773"/>
      </p:ext>
    </p:extLst>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preserve="1">
  <p:cSld name="CTA: Live Dem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45252-8BBC-184E-9C41-612C8DD63D73}"/>
              </a:ext>
            </a:extLst>
          </p:cNvPr>
          <p:cNvPicPr>
            <a:picLocks noChangeAspect="1"/>
          </p:cNvPicPr>
          <p:nvPr/>
        </p:nvPicPr>
        <p:blipFill>
          <a:blip r:embed="rId2"/>
          <a:src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4267200" y="1428752"/>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 for a Live Demonstration</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4267200" y="2156998"/>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r>
              <a:rPr lang="en-US" sz="1600" b="0" i="0" dirty="0">
                <a:solidFill>
                  <a:schemeClr val="tx1"/>
                </a:solidFill>
                <a:latin typeface="Lato" panose="020F0502020204030203" pitchFamily="34" charset="77"/>
              </a:rPr>
              <a:t>/request-a-demo</a:t>
            </a:r>
          </a:p>
        </p:txBody>
      </p:sp>
    </p:spTree>
    <p:extLst>
      <p:ext uri="{BB962C8B-B14F-4D97-AF65-F5344CB8AC3E}">
        <p14:creationId xmlns:p14="http://schemas.microsoft.com/office/powerpoint/2010/main" val="311951813"/>
      </p:ext>
    </p:extLst>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preserve="1">
  <p:cSld name="CTA: Resources to Star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62441A9-73A9-6645-A2C6-CB26415F5D0A}"/>
              </a:ext>
            </a:extLst>
          </p:cNvPr>
          <p:cNvSpPr/>
          <p:nvPr/>
        </p:nvSpPr>
        <p:spPr>
          <a:xfrm>
            <a:off x="0" y="-14130"/>
            <a:ext cx="1828800" cy="1061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4" name="Picture 3">
            <a:extLst>
              <a:ext uri="{FF2B5EF4-FFF2-40B4-BE49-F238E27FC236}">
                <a16:creationId xmlns:a16="http://schemas.microsoft.com/office/drawing/2014/main" id="{225BA83A-FD71-394F-B4AF-D0F719851DD4}"/>
              </a:ext>
            </a:extLst>
          </p:cNvPr>
          <p:cNvPicPr>
            <a:picLocks noChangeAspect="1"/>
          </p:cNvPicPr>
          <p:nvPr/>
        </p:nvPicPr>
        <p:blipFill rotWithShape="1">
          <a:blip r:embed="rId2"/>
          <a:srcRect l="4202" b="7749"/>
          <a:stretch/>
        </p:blipFill>
        <p:spPr>
          <a:xfrm>
            <a:off x="457200" y="1"/>
            <a:ext cx="8686800" cy="470535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to Get Started</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 name="Rectangle 1">
            <a:hlinkClick r:id="rId4"/>
            <a:extLst>
              <a:ext uri="{FF2B5EF4-FFF2-40B4-BE49-F238E27FC236}">
                <a16:creationId xmlns:a16="http://schemas.microsoft.com/office/drawing/2014/main" id="{B166C7F8-C424-7449-A19A-6EFB37F971D8}"/>
              </a:ext>
            </a:extLst>
          </p:cNvPr>
          <p:cNvSpPr/>
          <p:nvPr/>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800"/>
          </a:p>
        </p:txBody>
      </p:sp>
      <p:sp>
        <p:nvSpPr>
          <p:cNvPr id="3" name="Rectangle 2">
            <a:hlinkClick r:id="rId5"/>
            <a:extLst>
              <a:ext uri="{FF2B5EF4-FFF2-40B4-BE49-F238E27FC236}">
                <a16:creationId xmlns:a16="http://schemas.microsoft.com/office/drawing/2014/main" id="{7542C372-51F9-7B49-95F3-2BB4DD107F2C}"/>
              </a:ext>
            </a:extLst>
          </p:cNvPr>
          <p:cNvSpPr/>
          <p:nvPr/>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ectangle 4">
            <a:hlinkClick r:id="rId6"/>
            <a:extLst>
              <a:ext uri="{FF2B5EF4-FFF2-40B4-BE49-F238E27FC236}">
                <a16:creationId xmlns:a16="http://schemas.microsoft.com/office/drawing/2014/main" id="{218B93B9-5E84-F144-B5CB-7142E73CC8BF}"/>
              </a:ext>
            </a:extLst>
          </p:cNvPr>
          <p:cNvSpPr/>
          <p:nvPr/>
        </p:nvSpPr>
        <p:spPr>
          <a:xfrm>
            <a:off x="661542" y="3347883"/>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ectangle 5">
            <a:hlinkClick r:id="rId7"/>
            <a:extLst>
              <a:ext uri="{FF2B5EF4-FFF2-40B4-BE49-F238E27FC236}">
                <a16:creationId xmlns:a16="http://schemas.microsoft.com/office/drawing/2014/main" id="{5AB17312-9520-7E42-A4CD-6B7EB6B7EF86}"/>
              </a:ext>
            </a:extLst>
          </p:cNvPr>
          <p:cNvSpPr/>
          <p:nvPr/>
        </p:nvSpPr>
        <p:spPr>
          <a:xfrm>
            <a:off x="3276600" y="3333752"/>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201835308"/>
      </p:ext>
    </p:extLst>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preserve="1">
  <p:cSld name="CTA: Resources to Inspi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5BA83A-FD71-394F-B4AF-D0F719851DD4}"/>
              </a:ext>
            </a:extLst>
          </p:cNvPr>
          <p:cNvPicPr>
            <a:picLocks noChangeAspect="1"/>
          </p:cNvPicPr>
          <p:nvPr/>
        </p:nvPicPr>
        <p:blipFill rotWithShape="1">
          <a:blip r:embed="rId2"/>
          <a:srcRect l="4775" b="5992"/>
          <a:stretch/>
        </p:blipFill>
        <p:spPr>
          <a:xfrm>
            <a:off x="533401" y="0"/>
            <a:ext cx="8610601" cy="478155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for Inspiration</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 name="Rectangle 1">
            <a:hlinkClick r:id="rId4"/>
            <a:extLst>
              <a:ext uri="{FF2B5EF4-FFF2-40B4-BE49-F238E27FC236}">
                <a16:creationId xmlns:a16="http://schemas.microsoft.com/office/drawing/2014/main" id="{B166C7F8-C424-7449-A19A-6EFB37F971D8}"/>
              </a:ext>
            </a:extLst>
          </p:cNvPr>
          <p:cNvSpPr/>
          <p:nvPr/>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800"/>
          </a:p>
        </p:txBody>
      </p:sp>
      <p:sp>
        <p:nvSpPr>
          <p:cNvPr id="3" name="Rectangle 2">
            <a:hlinkClick r:id="rId5"/>
            <a:extLst>
              <a:ext uri="{FF2B5EF4-FFF2-40B4-BE49-F238E27FC236}">
                <a16:creationId xmlns:a16="http://schemas.microsoft.com/office/drawing/2014/main" id="{7542C372-51F9-7B49-95F3-2BB4DD107F2C}"/>
              </a:ext>
            </a:extLst>
          </p:cNvPr>
          <p:cNvSpPr/>
          <p:nvPr/>
        </p:nvSpPr>
        <p:spPr>
          <a:xfrm>
            <a:off x="3276600" y="2114550"/>
            <a:ext cx="24384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5" name="Rectangle 4">
            <a:hlinkClick r:id="rId6"/>
            <a:extLst>
              <a:ext uri="{FF2B5EF4-FFF2-40B4-BE49-F238E27FC236}">
                <a16:creationId xmlns:a16="http://schemas.microsoft.com/office/drawing/2014/main" id="{218B93B9-5E84-F144-B5CB-7142E73CC8BF}"/>
              </a:ext>
            </a:extLst>
          </p:cNvPr>
          <p:cNvSpPr/>
          <p:nvPr/>
        </p:nvSpPr>
        <p:spPr>
          <a:xfrm>
            <a:off x="661542" y="3347883"/>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6" name="Rectangle 5">
            <a:hlinkClick r:id="rId7"/>
            <a:extLst>
              <a:ext uri="{FF2B5EF4-FFF2-40B4-BE49-F238E27FC236}">
                <a16:creationId xmlns:a16="http://schemas.microsoft.com/office/drawing/2014/main" id="{5AB17312-9520-7E42-A4CD-6B7EB6B7EF86}"/>
              </a:ext>
            </a:extLst>
          </p:cNvPr>
          <p:cNvSpPr/>
          <p:nvPr/>
        </p:nvSpPr>
        <p:spPr>
          <a:xfrm>
            <a:off x="3276600" y="3333752"/>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Rectangle 6">
            <a:hlinkClick r:id="rId7"/>
            <a:extLst>
              <a:ext uri="{FF2B5EF4-FFF2-40B4-BE49-F238E27FC236}">
                <a16:creationId xmlns:a16="http://schemas.microsoft.com/office/drawing/2014/main" id="{FB176131-B89E-304A-92DF-9CD3D468CD52}"/>
              </a:ext>
            </a:extLst>
          </p:cNvPr>
          <p:cNvSpPr/>
          <p:nvPr/>
        </p:nvSpPr>
        <p:spPr>
          <a:xfrm>
            <a:off x="661542" y="2114550"/>
            <a:ext cx="2514600" cy="1143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0" name="Rectangle 9">
            <a:hlinkClick r:id="rId8"/>
            <a:extLst>
              <a:ext uri="{FF2B5EF4-FFF2-40B4-BE49-F238E27FC236}">
                <a16:creationId xmlns:a16="http://schemas.microsoft.com/office/drawing/2014/main" id="{D57913DA-4C41-E144-8C67-313CA8644FB7}"/>
              </a:ext>
            </a:extLst>
          </p:cNvPr>
          <p:cNvSpPr/>
          <p:nvPr/>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1" name="Rectangle 10">
            <a:hlinkClick r:id="rId9"/>
            <a:extLst>
              <a:ext uri="{FF2B5EF4-FFF2-40B4-BE49-F238E27FC236}">
                <a16:creationId xmlns:a16="http://schemas.microsoft.com/office/drawing/2014/main" id="{84D23C97-34CA-EB47-8438-4CEEB5B8B203}"/>
              </a:ext>
            </a:extLst>
          </p:cNvPr>
          <p:cNvSpPr/>
          <p:nvPr/>
        </p:nvSpPr>
        <p:spPr>
          <a:xfrm>
            <a:off x="661542" y="3347883"/>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2" name="Rectangle 11">
            <a:hlinkClick r:id="rId5"/>
            <a:extLst>
              <a:ext uri="{FF2B5EF4-FFF2-40B4-BE49-F238E27FC236}">
                <a16:creationId xmlns:a16="http://schemas.microsoft.com/office/drawing/2014/main" id="{E56E6BD5-8E0F-3E4D-AD7C-420C316889E3}"/>
              </a:ext>
            </a:extLst>
          </p:cNvPr>
          <p:cNvSpPr/>
          <p:nvPr/>
        </p:nvSpPr>
        <p:spPr>
          <a:xfrm>
            <a:off x="3200400" y="3333752"/>
            <a:ext cx="25146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3" name="Rectangle 12">
            <a:extLst>
              <a:ext uri="{FF2B5EF4-FFF2-40B4-BE49-F238E27FC236}">
                <a16:creationId xmlns:a16="http://schemas.microsoft.com/office/drawing/2014/main" id="{5144D7FA-71D5-1247-8CC0-659E1B402155}"/>
              </a:ext>
            </a:extLst>
          </p:cNvPr>
          <p:cNvSpPr/>
          <p:nvPr/>
        </p:nvSpPr>
        <p:spPr>
          <a:xfrm>
            <a:off x="0" y="-14129"/>
            <a:ext cx="1752600" cy="830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650048325"/>
      </p:ext>
    </p:extLst>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hasCustomPrompt="1"/>
          </p:nvPr>
        </p:nvSpPr>
        <p:spPr>
          <a:xfrm>
            <a:off x="457200" y="1282701"/>
            <a:ext cx="8062912" cy="2139950"/>
          </a:xfrm>
          <a:prstGeom prst="rect">
            <a:avLst/>
          </a:prstGeom>
        </p:spPr>
        <p:txBody>
          <a:bodyPr lIns="0" anchor="b">
            <a:normAutofit/>
          </a:bodyPr>
          <a:lstStyle>
            <a:lvl1pPr>
              <a:defRPr sz="3600" b="1">
                <a:solidFill>
                  <a:srgbClr val="1B4D81"/>
                </a:solidFill>
                <a:latin typeface="Lato" panose="020F0502020204030203" pitchFamily="34" charset="0"/>
              </a:defRPr>
            </a:lvl1pPr>
          </a:lstStyle>
          <a:p>
            <a:r>
              <a:rPr lang="en-US" dirty="0"/>
              <a:t>Title slide, title can be move up or down or shortened from the right (don’t change left alignment)</a:t>
            </a:r>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457200" y="3441700"/>
            <a:ext cx="1837944" cy="349250"/>
          </a:xfrm>
          <a:prstGeom prst="rect">
            <a:avLst/>
          </a:prstGeom>
        </p:spPr>
        <p:txBody>
          <a:bodyPr lIns="0"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457200" y="3714750"/>
            <a:ext cx="1837944"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7" name="Text Placeholder 2">
            <a:extLst>
              <a:ext uri="{FF2B5EF4-FFF2-40B4-BE49-F238E27FC236}">
                <a16:creationId xmlns:a16="http://schemas.microsoft.com/office/drawing/2014/main" id="{3583D1A5-22CF-F34D-AF0D-75799674EC8E}"/>
              </a:ext>
            </a:extLst>
          </p:cNvPr>
          <p:cNvSpPr>
            <a:spLocks noGrp="1"/>
          </p:cNvSpPr>
          <p:nvPr>
            <p:ph type="body" idx="11" hasCustomPrompt="1"/>
          </p:nvPr>
        </p:nvSpPr>
        <p:spPr>
          <a:xfrm>
            <a:off x="2559504" y="3441700"/>
            <a:ext cx="1837944" cy="349250"/>
          </a:xfrm>
          <a:prstGeom prst="rect">
            <a:avLst/>
          </a:prstGeom>
        </p:spPr>
        <p:txBody>
          <a:bodyPr lIns="0"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8" name="Text Placeholder 2">
            <a:extLst>
              <a:ext uri="{FF2B5EF4-FFF2-40B4-BE49-F238E27FC236}">
                <a16:creationId xmlns:a16="http://schemas.microsoft.com/office/drawing/2014/main" id="{9124A687-6C32-7540-A2D4-388F8BD968F2}"/>
              </a:ext>
            </a:extLst>
          </p:cNvPr>
          <p:cNvSpPr>
            <a:spLocks noGrp="1"/>
          </p:cNvSpPr>
          <p:nvPr>
            <p:ph type="body" idx="12" hasCustomPrompt="1"/>
          </p:nvPr>
        </p:nvSpPr>
        <p:spPr>
          <a:xfrm>
            <a:off x="2559504" y="3714750"/>
            <a:ext cx="1837944" cy="453190"/>
          </a:xfrm>
          <a:prstGeom prst="rect">
            <a:avLst/>
          </a:prstGeom>
        </p:spPr>
        <p:txBody>
          <a:bodyPr lIns="0">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Tree>
    <p:extLst>
      <p:ext uri="{BB962C8B-B14F-4D97-AF65-F5344CB8AC3E}">
        <p14:creationId xmlns:p14="http://schemas.microsoft.com/office/powerpoint/2010/main" val="1215154622"/>
      </p:ext>
    </p:extLst>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AA8A8-3946-DE4F-97CB-CBC48B9F7A60}"/>
              </a:ext>
            </a:extLst>
          </p:cNvPr>
          <p:cNvSpPr/>
          <p:nvPr userDrawn="1"/>
        </p:nvSpPr>
        <p:spPr>
          <a:xfrm>
            <a:off x="1" y="0"/>
            <a:ext cx="9160329"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a:extLst>
              <a:ext uri="{FF2B5EF4-FFF2-40B4-BE49-F238E27FC236}">
                <a16:creationId xmlns:a16="http://schemas.microsoft.com/office/drawing/2014/main" id="{04FDE514-B9D5-4E6A-B99C-10D5D54F711D}"/>
              </a:ext>
            </a:extLst>
          </p:cNvPr>
          <p:cNvSpPr>
            <a:spLocks noGrp="1"/>
          </p:cNvSpPr>
          <p:nvPr>
            <p:ph type="title" hasCustomPrompt="1"/>
          </p:nvPr>
        </p:nvSpPr>
        <p:spPr>
          <a:xfrm>
            <a:off x="457200" y="3028950"/>
            <a:ext cx="8062912" cy="1231900"/>
          </a:xfrm>
          <a:prstGeom prst="rect">
            <a:avLst/>
          </a:prstGeom>
        </p:spPr>
        <p:txBody>
          <a:bodyPr lIns="0" anchor="b">
            <a:normAutofit/>
          </a:bodyPr>
          <a:lstStyle>
            <a:lvl1pPr>
              <a:defRPr sz="3600" b="1">
                <a:solidFill>
                  <a:schemeClr val="bg1"/>
                </a:solidFill>
                <a:latin typeface="Lato" panose="020F0502020204030203" pitchFamily="34" charset="0"/>
              </a:defRPr>
            </a:lvl1pPr>
          </a:lstStyle>
          <a:p>
            <a:r>
              <a:rPr lang="en-US" dirty="0"/>
              <a:t>Title slide, title can be move up or down or shortened from the right (don’t change left alignment)</a:t>
            </a:r>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457200" y="4267777"/>
            <a:ext cx="1837944" cy="349250"/>
          </a:xfrm>
          <a:prstGeom prst="rect">
            <a:avLst/>
          </a:prstGeom>
        </p:spPr>
        <p:txBody>
          <a:bodyPr lIns="0" anchor="b">
            <a:normAutofit/>
          </a:bodyPr>
          <a:lstStyle>
            <a:lvl1pPr marL="0" indent="0">
              <a:spcBef>
                <a:spcPts val="100"/>
              </a:spcBef>
              <a:buNone/>
              <a:defRPr sz="1800">
                <a:solidFill>
                  <a:schemeClr val="bg2"/>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457200" y="4540827"/>
            <a:ext cx="1837944" cy="453190"/>
          </a:xfrm>
          <a:prstGeom prst="rect">
            <a:avLst/>
          </a:prstGeom>
        </p:spPr>
        <p:txBody>
          <a:bodyPr lIns="0">
            <a:normAutofit/>
          </a:bodyPr>
          <a:lstStyle>
            <a:lvl1pPr marL="0" indent="0">
              <a:spcBef>
                <a:spcPts val="100"/>
              </a:spcBef>
              <a:buNone/>
              <a:defRPr sz="1200" b="0" i="0">
                <a:solidFill>
                  <a:schemeClr val="bg2"/>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11" name="Text Placeholder 2">
            <a:extLst>
              <a:ext uri="{FF2B5EF4-FFF2-40B4-BE49-F238E27FC236}">
                <a16:creationId xmlns:a16="http://schemas.microsoft.com/office/drawing/2014/main" id="{C6B669F9-06F9-674C-A466-9F41F054404A}"/>
              </a:ext>
            </a:extLst>
          </p:cNvPr>
          <p:cNvSpPr>
            <a:spLocks noGrp="1"/>
          </p:cNvSpPr>
          <p:nvPr>
            <p:ph type="body" idx="11" hasCustomPrompt="1"/>
          </p:nvPr>
        </p:nvSpPr>
        <p:spPr>
          <a:xfrm>
            <a:off x="2559503" y="4267777"/>
            <a:ext cx="1837944" cy="349250"/>
          </a:xfrm>
          <a:prstGeom prst="rect">
            <a:avLst/>
          </a:prstGeom>
        </p:spPr>
        <p:txBody>
          <a:bodyPr lIns="0" anchor="b">
            <a:normAutofit/>
          </a:bodyPr>
          <a:lstStyle>
            <a:lvl1pPr marL="0" indent="0">
              <a:spcBef>
                <a:spcPts val="100"/>
              </a:spcBef>
              <a:buNone/>
              <a:defRPr sz="1800">
                <a:solidFill>
                  <a:schemeClr val="bg2"/>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12" name="Text Placeholder 2">
            <a:extLst>
              <a:ext uri="{FF2B5EF4-FFF2-40B4-BE49-F238E27FC236}">
                <a16:creationId xmlns:a16="http://schemas.microsoft.com/office/drawing/2014/main" id="{F336E6D4-E374-ED4B-914F-92F896FA83BD}"/>
              </a:ext>
            </a:extLst>
          </p:cNvPr>
          <p:cNvSpPr>
            <a:spLocks noGrp="1"/>
          </p:cNvSpPr>
          <p:nvPr>
            <p:ph type="body" idx="12" hasCustomPrompt="1"/>
          </p:nvPr>
        </p:nvSpPr>
        <p:spPr>
          <a:xfrm>
            <a:off x="2559503" y="4540827"/>
            <a:ext cx="1837944" cy="453190"/>
          </a:xfrm>
          <a:prstGeom prst="rect">
            <a:avLst/>
          </a:prstGeom>
        </p:spPr>
        <p:txBody>
          <a:bodyPr lIns="0">
            <a:normAutofit/>
          </a:bodyPr>
          <a:lstStyle>
            <a:lvl1pPr marL="0" indent="0">
              <a:spcBef>
                <a:spcPts val="100"/>
              </a:spcBef>
              <a:buNone/>
              <a:defRPr sz="1200" b="0" i="0">
                <a:solidFill>
                  <a:schemeClr val="bg2"/>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Tree>
    <p:extLst>
      <p:ext uri="{BB962C8B-B14F-4D97-AF65-F5344CB8AC3E}">
        <p14:creationId xmlns:p14="http://schemas.microsoft.com/office/powerpoint/2010/main" val="3360792275"/>
      </p:ext>
    </p:extLst>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preserve="1" userDrawn="1">
  <p:cSld name="Title Slide with Pictur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hasCustomPrompt="1"/>
          </p:nvPr>
        </p:nvSpPr>
        <p:spPr>
          <a:xfrm>
            <a:off x="395289" y="1282701"/>
            <a:ext cx="8062912" cy="2139950"/>
          </a:xfrm>
          <a:prstGeom prst="rect">
            <a:avLst/>
          </a:prstGeom>
        </p:spPr>
        <p:txBody>
          <a:bodyPr lIns="0" anchor="b">
            <a:normAutofit/>
          </a:bodyPr>
          <a:lstStyle>
            <a:lvl1pPr>
              <a:defRPr sz="3600" b="1">
                <a:solidFill>
                  <a:srgbClr val="1B4D81"/>
                </a:solidFill>
                <a:latin typeface="Lato" panose="020F0502020204030203" pitchFamily="34" charset="0"/>
              </a:defRPr>
            </a:lvl1pPr>
          </a:lstStyle>
          <a:p>
            <a:r>
              <a:rPr lang="en-US" dirty="0"/>
              <a:t>Title slide, title can be move up or down or shortened from the right (don’t change left alignment)</a:t>
            </a:r>
          </a:p>
        </p:txBody>
      </p:sp>
      <p:sp>
        <p:nvSpPr>
          <p:cNvPr id="8" name="Text Placeholder 2">
            <a:extLst>
              <a:ext uri="{FF2B5EF4-FFF2-40B4-BE49-F238E27FC236}">
                <a16:creationId xmlns:a16="http://schemas.microsoft.com/office/drawing/2014/main" id="{04FF62A3-F460-4741-8342-309E52138A71}"/>
              </a:ext>
            </a:extLst>
          </p:cNvPr>
          <p:cNvSpPr>
            <a:spLocks noGrp="1"/>
          </p:cNvSpPr>
          <p:nvPr>
            <p:ph type="body" idx="1" hasCustomPrompt="1"/>
          </p:nvPr>
        </p:nvSpPr>
        <p:spPr>
          <a:xfrm>
            <a:off x="1600201" y="3436567"/>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9" name="Text Placeholder 2">
            <a:extLst>
              <a:ext uri="{FF2B5EF4-FFF2-40B4-BE49-F238E27FC236}">
                <a16:creationId xmlns:a16="http://schemas.microsoft.com/office/drawing/2014/main" id="{AF8AF9C0-51D9-4A91-8E30-9CA60298FBC0}"/>
              </a:ext>
            </a:extLst>
          </p:cNvPr>
          <p:cNvSpPr>
            <a:spLocks noGrp="1"/>
          </p:cNvSpPr>
          <p:nvPr>
            <p:ph type="body" idx="13" hasCustomPrompt="1"/>
          </p:nvPr>
        </p:nvSpPr>
        <p:spPr>
          <a:xfrm>
            <a:off x="1600201" y="3709617"/>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10" name="Text Placeholder 2">
            <a:extLst>
              <a:ext uri="{FF2B5EF4-FFF2-40B4-BE49-F238E27FC236}">
                <a16:creationId xmlns:a16="http://schemas.microsoft.com/office/drawing/2014/main" id="{C4298647-61D0-4FBB-8F52-37C8A845D3E8}"/>
              </a:ext>
            </a:extLst>
          </p:cNvPr>
          <p:cNvSpPr>
            <a:spLocks noGrp="1"/>
          </p:cNvSpPr>
          <p:nvPr>
            <p:ph type="body" idx="14" hasCustomPrompt="1"/>
          </p:nvPr>
        </p:nvSpPr>
        <p:spPr>
          <a:xfrm>
            <a:off x="4727267" y="3436567"/>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11" name="Text Placeholder 2">
            <a:extLst>
              <a:ext uri="{FF2B5EF4-FFF2-40B4-BE49-F238E27FC236}">
                <a16:creationId xmlns:a16="http://schemas.microsoft.com/office/drawing/2014/main" id="{F578A0BF-E876-40F4-A20B-1A438C7EEFAC}"/>
              </a:ext>
            </a:extLst>
          </p:cNvPr>
          <p:cNvSpPr>
            <a:spLocks noGrp="1"/>
          </p:cNvSpPr>
          <p:nvPr>
            <p:ph type="body" idx="15" hasCustomPrompt="1"/>
          </p:nvPr>
        </p:nvSpPr>
        <p:spPr>
          <a:xfrm>
            <a:off x="4727267" y="3709617"/>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4" name="Content Placeholder 3">
            <a:extLst>
              <a:ext uri="{FF2B5EF4-FFF2-40B4-BE49-F238E27FC236}">
                <a16:creationId xmlns:a16="http://schemas.microsoft.com/office/drawing/2014/main" id="{F649E506-AD96-463A-84F2-AAE1BB90340A}"/>
              </a:ext>
            </a:extLst>
          </p:cNvPr>
          <p:cNvSpPr>
            <a:spLocks noGrp="1"/>
          </p:cNvSpPr>
          <p:nvPr>
            <p:ph sz="quarter" idx="16"/>
          </p:nvPr>
        </p:nvSpPr>
        <p:spPr>
          <a:xfrm>
            <a:off x="395288" y="3432556"/>
            <a:ext cx="1115568" cy="1115568"/>
          </a:xfrm>
        </p:spPr>
        <p:txBody>
          <a:bodyPr/>
          <a:lstStyle/>
          <a:p>
            <a:pPr lvl="0"/>
            <a:r>
              <a:rPr lang="en-US"/>
              <a:t>Click to edit Master text styles</a:t>
            </a:r>
          </a:p>
        </p:txBody>
      </p:sp>
      <p:sp>
        <p:nvSpPr>
          <p:cNvPr id="12" name="Content Placeholder 3">
            <a:extLst>
              <a:ext uri="{FF2B5EF4-FFF2-40B4-BE49-F238E27FC236}">
                <a16:creationId xmlns:a16="http://schemas.microsoft.com/office/drawing/2014/main" id="{D8A7706D-1D21-49ED-888E-699D6B6BE78C}"/>
              </a:ext>
            </a:extLst>
          </p:cNvPr>
          <p:cNvSpPr>
            <a:spLocks noGrp="1"/>
          </p:cNvSpPr>
          <p:nvPr>
            <p:ph sz="quarter" idx="17"/>
          </p:nvPr>
        </p:nvSpPr>
        <p:spPr>
          <a:xfrm>
            <a:off x="3524359" y="3429000"/>
            <a:ext cx="1115568" cy="1115568"/>
          </a:xfrm>
        </p:spPr>
        <p:txBody>
          <a:bodyPr/>
          <a:lstStyle/>
          <a:p>
            <a:pPr lvl="0"/>
            <a:r>
              <a:rPr lang="en-US"/>
              <a:t>Click to edit Master text styles</a:t>
            </a:r>
          </a:p>
        </p:txBody>
      </p:sp>
    </p:spTree>
    <p:extLst>
      <p:ext uri="{BB962C8B-B14F-4D97-AF65-F5344CB8AC3E}">
        <p14:creationId xmlns:p14="http://schemas.microsoft.com/office/powerpoint/2010/main" val="2030698165"/>
      </p:ext>
    </p:extLst>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0E37-2066-457D-A866-CD6115300D34}"/>
              </a:ext>
            </a:extLst>
          </p:cNvPr>
          <p:cNvSpPr>
            <a:spLocks noGrp="1"/>
          </p:cNvSpPr>
          <p:nvPr>
            <p:ph type="ctrTitle" hasCustomPrompt="1"/>
          </p:nvPr>
        </p:nvSpPr>
        <p:spPr>
          <a:xfrm>
            <a:off x="1143000" y="841375"/>
            <a:ext cx="7010400" cy="1790700"/>
          </a:xfrm>
          <a:prstGeom prst="rect">
            <a:avLst/>
          </a:prstGeom>
        </p:spPr>
        <p:txBody>
          <a:bodyPr anchor="b">
            <a:normAutofit/>
          </a:bodyPr>
          <a:lstStyle>
            <a:lvl1pPr algn="ctr">
              <a:defRPr sz="3600" b="1">
                <a:solidFill>
                  <a:srgbClr val="1B4D81"/>
                </a:solidFill>
                <a:latin typeface="Lato" panose="020F0502020204030203" pitchFamily="34" charset="0"/>
              </a:defRPr>
            </a:lvl1pPr>
          </a:lstStyle>
          <a:p>
            <a:r>
              <a:rPr lang="en-US" dirty="0"/>
              <a:t>Section Header title</a:t>
            </a:r>
          </a:p>
        </p:txBody>
      </p:sp>
      <p:sp>
        <p:nvSpPr>
          <p:cNvPr id="3" name="Subtitle 2">
            <a:extLst>
              <a:ext uri="{FF2B5EF4-FFF2-40B4-BE49-F238E27FC236}">
                <a16:creationId xmlns:a16="http://schemas.microsoft.com/office/drawing/2014/main" id="{FBBC01D0-B230-4859-8CF6-4664E1E5F385}"/>
              </a:ext>
            </a:extLst>
          </p:cNvPr>
          <p:cNvSpPr>
            <a:spLocks noGrp="1"/>
          </p:cNvSpPr>
          <p:nvPr>
            <p:ph type="subTitle" idx="1" hasCustomPrompt="1"/>
          </p:nvPr>
        </p:nvSpPr>
        <p:spPr>
          <a:xfrm>
            <a:off x="1143000" y="2701926"/>
            <a:ext cx="7010400" cy="1241425"/>
          </a:xfrm>
          <a:prstGeom prst="rect">
            <a:avLst/>
          </a:prstGeom>
        </p:spPr>
        <p:txBody>
          <a:bodyPr>
            <a:normAutofit/>
          </a:bodyPr>
          <a:lstStyle>
            <a:lvl1pPr marL="0" indent="0" algn="ctr">
              <a:buNone/>
              <a:defRPr sz="1800">
                <a:solidFill>
                  <a:srgbClr val="393A39"/>
                </a:solidFill>
                <a:latin typeface="Lato" panose="020F0502020204030203"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dirty="0"/>
              <a:t>Section subtitle</a:t>
            </a:r>
          </a:p>
        </p:txBody>
      </p:sp>
    </p:spTree>
    <p:extLst>
      <p:ext uri="{BB962C8B-B14F-4D97-AF65-F5344CB8AC3E}">
        <p14:creationId xmlns:p14="http://schemas.microsoft.com/office/powerpoint/2010/main" val="3350666794"/>
      </p:ext>
    </p:extLst>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F8A22-6A5B-4550-87C4-98CDB8846F3D}"/>
              </a:ext>
            </a:extLst>
          </p:cNvPr>
          <p:cNvSpPr>
            <a:spLocks noGrp="1"/>
          </p:cNvSpPr>
          <p:nvPr>
            <p:ph type="title" hasCustomPrompt="1"/>
          </p:nvPr>
        </p:nvSpPr>
        <p:spPr>
          <a:xfrm>
            <a:off x="457200" y="590550"/>
            <a:ext cx="8305800" cy="742950"/>
          </a:xfrm>
          <a:prstGeom prst="rect">
            <a:avLst/>
          </a:prstGeom>
        </p:spPr>
        <p:txBody>
          <a:bodyPr lIns="0" anchor="ctr">
            <a:normAutofit/>
          </a:bodyPr>
          <a:lstStyle>
            <a:lvl1pPr>
              <a:defRPr sz="2400" b="1">
                <a:solidFill>
                  <a:srgbClr val="1B4D81"/>
                </a:solidFill>
                <a:latin typeface="Lato" panose="020F0502020204030203" pitchFamily="34" charset="0"/>
              </a:defRPr>
            </a:lvl1pPr>
          </a:lstStyle>
          <a:p>
            <a:r>
              <a:rPr lang="en-US" dirty="0"/>
              <a:t>Title goes here, can be aligned top middle or </a:t>
            </a:r>
            <a:r>
              <a:rPr lang="en-US" dirty="0" err="1"/>
              <a:t>botton</a:t>
            </a:r>
            <a:r>
              <a:rPr lang="en-US" dirty="0"/>
              <a:t> depending on if one or two lines or if you need more space*</a:t>
            </a:r>
          </a:p>
        </p:txBody>
      </p:sp>
      <p:sp>
        <p:nvSpPr>
          <p:cNvPr id="3" name="Content Placeholder 2">
            <a:extLst>
              <a:ext uri="{FF2B5EF4-FFF2-40B4-BE49-F238E27FC236}">
                <a16:creationId xmlns:a16="http://schemas.microsoft.com/office/drawing/2014/main" id="{B67B1DA0-7E63-4CDE-961E-607D001A9B67}"/>
              </a:ext>
            </a:extLst>
          </p:cNvPr>
          <p:cNvSpPr>
            <a:spLocks noGrp="1"/>
          </p:cNvSpPr>
          <p:nvPr>
            <p:ph idx="1"/>
          </p:nvPr>
        </p:nvSpPr>
        <p:spPr>
          <a:xfrm>
            <a:off x="457200" y="1333500"/>
            <a:ext cx="8305800" cy="3752850"/>
          </a:xfrm>
          <a:prstGeom prst="rect">
            <a:avLst/>
          </a:prstGeom>
        </p:spPr>
        <p:txBody>
          <a:bodyPr lIns="0">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63159325"/>
      </p:ext>
    </p:extLst>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183CD7-383B-48A0-8B71-F06BC83DEDB6}"/>
              </a:ext>
            </a:extLst>
          </p:cNvPr>
          <p:cNvSpPr>
            <a:spLocks noGrp="1"/>
          </p:cNvSpPr>
          <p:nvPr>
            <p:ph sz="half" idx="1"/>
          </p:nvPr>
        </p:nvSpPr>
        <p:spPr>
          <a:xfrm>
            <a:off x="457201" y="1333514"/>
            <a:ext cx="4112486" cy="3752837"/>
          </a:xfrm>
          <a:prstGeom prst="rect">
            <a:avLst/>
          </a:prstGeom>
        </p:spPr>
        <p:txBody>
          <a:bodyPr lIns="0">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03355965-8388-42DC-8FE0-FECC99CDC81E}"/>
              </a:ext>
            </a:extLst>
          </p:cNvPr>
          <p:cNvSpPr>
            <a:spLocks noGrp="1"/>
          </p:cNvSpPr>
          <p:nvPr>
            <p:ph sz="half" idx="2"/>
          </p:nvPr>
        </p:nvSpPr>
        <p:spPr>
          <a:xfrm>
            <a:off x="4726714" y="1333514"/>
            <a:ext cx="4036286" cy="3752837"/>
          </a:xfrm>
          <a:prstGeom prst="rect">
            <a:avLst/>
          </a:prstGeom>
        </p:spPr>
        <p:txBody>
          <a:bodyPr lIns="0">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itle 1">
            <a:extLst>
              <a:ext uri="{FF2B5EF4-FFF2-40B4-BE49-F238E27FC236}">
                <a16:creationId xmlns:a16="http://schemas.microsoft.com/office/drawing/2014/main" id="{F0C35649-F5E1-436D-BCBC-468BEAF27C9D}"/>
              </a:ext>
            </a:extLst>
          </p:cNvPr>
          <p:cNvSpPr>
            <a:spLocks noGrp="1"/>
          </p:cNvSpPr>
          <p:nvPr>
            <p:ph type="title" hasCustomPrompt="1"/>
          </p:nvPr>
        </p:nvSpPr>
        <p:spPr>
          <a:xfrm>
            <a:off x="457200" y="590563"/>
            <a:ext cx="8305801" cy="742950"/>
          </a:xfrm>
          <a:prstGeom prst="rect">
            <a:avLst/>
          </a:prstGeom>
        </p:spPr>
        <p:txBody>
          <a:bodyPr lIns="0" anchor="ctr">
            <a:normAutofit/>
          </a:bodyPr>
          <a:lstStyle>
            <a:lvl1pPr>
              <a:defRPr sz="2400" b="1">
                <a:solidFill>
                  <a:srgbClr val="1B4D81"/>
                </a:solidFill>
                <a:latin typeface="Lato" panose="020F0502020204030203" pitchFamily="34" charset="0"/>
              </a:defRPr>
            </a:lvl1pPr>
          </a:lstStyle>
          <a:p>
            <a:r>
              <a:rPr lang="en-US" dirty="0"/>
              <a:t>Title goes here, can be aligned top middle or </a:t>
            </a:r>
            <a:r>
              <a:rPr lang="en-US" dirty="0" err="1"/>
              <a:t>botton</a:t>
            </a:r>
            <a:r>
              <a:rPr lang="en-US" dirty="0"/>
              <a:t> depending on if one or two lines or if you need more space*</a:t>
            </a:r>
          </a:p>
        </p:txBody>
      </p:sp>
    </p:spTree>
    <p:extLst>
      <p:ext uri="{BB962C8B-B14F-4D97-AF65-F5344CB8AC3E}">
        <p14:creationId xmlns:p14="http://schemas.microsoft.com/office/powerpoint/2010/main" val="1816261134"/>
      </p:ext>
    </p:extLst>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855CD0-D773-472C-923C-F2A3641F6698}"/>
              </a:ext>
            </a:extLst>
          </p:cNvPr>
          <p:cNvSpPr>
            <a:spLocks noGrp="1"/>
          </p:cNvSpPr>
          <p:nvPr>
            <p:ph type="body" idx="1"/>
          </p:nvPr>
        </p:nvSpPr>
        <p:spPr>
          <a:xfrm>
            <a:off x="458789" y="1333515"/>
            <a:ext cx="4041574" cy="628631"/>
          </a:xfrm>
          <a:prstGeom prst="rect">
            <a:avLst/>
          </a:prstGeom>
        </p:spPr>
        <p:txBody>
          <a:bodyPr lIns="0" anchor="b">
            <a:normAutofit/>
          </a:bodyPr>
          <a:lstStyle>
            <a:lvl1pPr marL="0" indent="0">
              <a:buNone/>
              <a:defRPr sz="1800" b="1">
                <a:solidFill>
                  <a:srgbClr val="393A39"/>
                </a:solidFill>
                <a:latin typeface="Lato" panose="020F0502020204030203" pitchFamily="34" charset="0"/>
              </a:defRPr>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970D2E-452D-4D8D-8871-F92BDDC48512}"/>
              </a:ext>
            </a:extLst>
          </p:cNvPr>
          <p:cNvSpPr>
            <a:spLocks noGrp="1"/>
          </p:cNvSpPr>
          <p:nvPr>
            <p:ph sz="half" idx="2"/>
          </p:nvPr>
        </p:nvSpPr>
        <p:spPr>
          <a:xfrm>
            <a:off x="458789" y="1962146"/>
            <a:ext cx="4041574" cy="3124205"/>
          </a:xfrm>
          <a:prstGeom prst="rect">
            <a:avLst/>
          </a:prstGeom>
        </p:spPr>
        <p:txBody>
          <a:bodyPr lIns="0">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21265C34-988A-4381-BE35-3CF7874797A1}"/>
              </a:ext>
            </a:extLst>
          </p:cNvPr>
          <p:cNvSpPr>
            <a:spLocks noGrp="1"/>
          </p:cNvSpPr>
          <p:nvPr>
            <p:ph type="body" sz="quarter" idx="3"/>
          </p:nvPr>
        </p:nvSpPr>
        <p:spPr>
          <a:xfrm>
            <a:off x="4719808" y="1333515"/>
            <a:ext cx="4043192" cy="628650"/>
          </a:xfrm>
          <a:prstGeom prst="rect">
            <a:avLst/>
          </a:prstGeom>
        </p:spPr>
        <p:txBody>
          <a:bodyPr lIns="0" anchor="b">
            <a:normAutofit/>
          </a:bodyPr>
          <a:lstStyle>
            <a:lvl1pPr marL="0" indent="0">
              <a:buNone/>
              <a:defRPr sz="1800" b="1">
                <a:solidFill>
                  <a:srgbClr val="393A39"/>
                </a:solidFill>
                <a:latin typeface="Lato" panose="020F0502020204030203" pitchFamily="34" charset="0"/>
              </a:defRPr>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BAD278-0467-4156-945B-8A0C6FB1AAEA}"/>
              </a:ext>
            </a:extLst>
          </p:cNvPr>
          <p:cNvSpPr>
            <a:spLocks noGrp="1"/>
          </p:cNvSpPr>
          <p:nvPr>
            <p:ph sz="quarter" idx="4"/>
          </p:nvPr>
        </p:nvSpPr>
        <p:spPr>
          <a:xfrm>
            <a:off x="4719808" y="1962163"/>
            <a:ext cx="4043192" cy="3124187"/>
          </a:xfrm>
          <a:prstGeom prst="rect">
            <a:avLst/>
          </a:prstGeom>
        </p:spPr>
        <p:txBody>
          <a:bodyPr lIns="0">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7" name="Title 1">
            <a:extLst>
              <a:ext uri="{FF2B5EF4-FFF2-40B4-BE49-F238E27FC236}">
                <a16:creationId xmlns:a16="http://schemas.microsoft.com/office/drawing/2014/main" id="{9B9489FC-5B9D-4C9C-A962-ECD59DECD47F}"/>
              </a:ext>
            </a:extLst>
          </p:cNvPr>
          <p:cNvSpPr>
            <a:spLocks noGrp="1"/>
          </p:cNvSpPr>
          <p:nvPr>
            <p:ph type="title" hasCustomPrompt="1"/>
          </p:nvPr>
        </p:nvSpPr>
        <p:spPr>
          <a:xfrm>
            <a:off x="457200" y="590564"/>
            <a:ext cx="8305800" cy="742950"/>
          </a:xfrm>
          <a:prstGeom prst="rect">
            <a:avLst/>
          </a:prstGeom>
        </p:spPr>
        <p:txBody>
          <a:bodyPr lIns="0" anchor="ctr">
            <a:normAutofit/>
          </a:bodyPr>
          <a:lstStyle>
            <a:lvl1pPr>
              <a:defRPr sz="2400" b="1">
                <a:solidFill>
                  <a:srgbClr val="1B4D81"/>
                </a:solidFill>
                <a:latin typeface="Lato" panose="020F0502020204030203" pitchFamily="34" charset="0"/>
              </a:defRPr>
            </a:lvl1pPr>
          </a:lstStyle>
          <a:p>
            <a:r>
              <a:rPr lang="en-US" dirty="0"/>
              <a:t>Title goes here, can be aligned top middle or </a:t>
            </a:r>
            <a:r>
              <a:rPr lang="en-US" dirty="0" err="1"/>
              <a:t>botton</a:t>
            </a:r>
            <a:r>
              <a:rPr lang="en-US" dirty="0"/>
              <a:t> depending on if one or two lines or if you need more space*</a:t>
            </a:r>
          </a:p>
        </p:txBody>
      </p:sp>
    </p:spTree>
    <p:extLst>
      <p:ext uri="{BB962C8B-B14F-4D97-AF65-F5344CB8AC3E}">
        <p14:creationId xmlns:p14="http://schemas.microsoft.com/office/powerpoint/2010/main" val="3420795705"/>
      </p:ext>
    </p:extLst>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FC4E7365-D38C-47DC-98CE-EFDE9B5AA7FB}"/>
              </a:ext>
            </a:extLst>
          </p:cNvPr>
          <p:cNvSpPr>
            <a:spLocks noGrp="1"/>
          </p:cNvSpPr>
          <p:nvPr>
            <p:ph idx="1"/>
          </p:nvPr>
        </p:nvSpPr>
        <p:spPr>
          <a:xfrm>
            <a:off x="457200" y="1333500"/>
            <a:ext cx="8305800" cy="3752850"/>
          </a:xfrm>
          <a:prstGeom prst="rect">
            <a:avLst/>
          </a:prstGeom>
        </p:spPr>
        <p:txBody>
          <a:bodyPr lIns="0">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itle 1">
            <a:extLst>
              <a:ext uri="{FF2B5EF4-FFF2-40B4-BE49-F238E27FC236}">
                <a16:creationId xmlns:a16="http://schemas.microsoft.com/office/drawing/2014/main" id="{AE057F52-E5D6-4C4F-8C1F-48ED323FF9B6}"/>
              </a:ext>
            </a:extLst>
          </p:cNvPr>
          <p:cNvSpPr>
            <a:spLocks noGrp="1"/>
          </p:cNvSpPr>
          <p:nvPr>
            <p:ph type="title" hasCustomPrompt="1"/>
          </p:nvPr>
        </p:nvSpPr>
        <p:spPr>
          <a:xfrm>
            <a:off x="457200" y="590550"/>
            <a:ext cx="8305800" cy="742950"/>
          </a:xfrm>
          <a:prstGeom prst="rect">
            <a:avLst/>
          </a:prstGeom>
        </p:spPr>
        <p:txBody>
          <a:bodyPr lIns="0">
            <a:normAutofit/>
          </a:bodyPr>
          <a:lstStyle>
            <a:lvl1pPr>
              <a:defRPr sz="2400" b="1">
                <a:solidFill>
                  <a:srgbClr val="1B4D81"/>
                </a:solidFill>
                <a:latin typeface="Lato" panose="020F0502020204030203" pitchFamily="34" charset="0"/>
              </a:defRPr>
            </a:lvl1pPr>
          </a:lstStyle>
          <a:p>
            <a:r>
              <a:rPr lang="en-US" dirty="0"/>
              <a:t>Title goes here, can be aligned top middle or </a:t>
            </a:r>
            <a:r>
              <a:rPr lang="en-US" dirty="0" err="1"/>
              <a:t>botton</a:t>
            </a:r>
            <a:r>
              <a:rPr lang="en-US" dirty="0"/>
              <a:t> depending on if one or two lines or if you need more space*</a:t>
            </a:r>
          </a:p>
        </p:txBody>
      </p:sp>
      <p:sp>
        <p:nvSpPr>
          <p:cNvPr id="3" name="Text Placeholder 2">
            <a:extLst>
              <a:ext uri="{FF2B5EF4-FFF2-40B4-BE49-F238E27FC236}">
                <a16:creationId xmlns:a16="http://schemas.microsoft.com/office/drawing/2014/main" id="{9CE51587-1A95-4AA5-AD68-679421FFF792}"/>
              </a:ext>
            </a:extLst>
          </p:cNvPr>
          <p:cNvSpPr>
            <a:spLocks noGrp="1"/>
          </p:cNvSpPr>
          <p:nvPr>
            <p:ph type="body" sz="quarter" idx="10" hasCustomPrompt="1"/>
          </p:nvPr>
        </p:nvSpPr>
        <p:spPr>
          <a:xfrm>
            <a:off x="5659623" y="4781550"/>
            <a:ext cx="3103378" cy="304800"/>
          </a:xfrm>
        </p:spPr>
        <p:txBody>
          <a:bodyPr>
            <a:normAutofit/>
          </a:bodyPr>
          <a:lstStyle>
            <a:lvl1pPr marL="0" indent="0">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Caption in this style only if necessary (move to be near image)</a:t>
            </a:r>
          </a:p>
        </p:txBody>
      </p:sp>
    </p:spTree>
    <p:extLst>
      <p:ext uri="{BB962C8B-B14F-4D97-AF65-F5344CB8AC3E}">
        <p14:creationId xmlns:p14="http://schemas.microsoft.com/office/powerpoint/2010/main" val="2618257343"/>
      </p:ext>
    </p:extLst>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5993486"/>
      </p:ext>
    </p:extLst>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preserve="1" userDrawn="1">
  <p:cSld name="1_OPTIONAL Content with Picture with Fil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6172200" y="0"/>
            <a:ext cx="29718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1">
            <a:extLst>
              <a:ext uri="{FF2B5EF4-FFF2-40B4-BE49-F238E27FC236}">
                <a16:creationId xmlns:a16="http://schemas.microsoft.com/office/drawing/2014/main" id="{439FB627-FD00-4FAF-95D2-71E0F07CFB84}"/>
              </a:ext>
            </a:extLst>
          </p:cNvPr>
          <p:cNvSpPr>
            <a:spLocks noGrp="1"/>
          </p:cNvSpPr>
          <p:nvPr>
            <p:ph type="title" hasCustomPrompt="1"/>
          </p:nvPr>
        </p:nvSpPr>
        <p:spPr>
          <a:xfrm>
            <a:off x="457201" y="819150"/>
            <a:ext cx="5313362" cy="80010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dirty="0"/>
              <a:t>Title, aligned bottom, don’t hit enter</a:t>
            </a:r>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6400800" y="209550"/>
            <a:ext cx="2514600" cy="4724400"/>
          </a:xfrm>
          <a:noFill/>
        </p:spPr>
        <p:txBody>
          <a:bodyPr/>
          <a:lstStyle>
            <a:lvl1pPr marL="0" indent="0">
              <a:buNone/>
              <a:defRPr/>
            </a:lvl1pPr>
            <a:lvl2pPr marL="292093" indent="0">
              <a:buFont typeface="Arial" panose="020B0604020202020204" pitchFamily="34" charset="0"/>
              <a:buNone/>
              <a:defRPr/>
            </a:lvl2pPr>
            <a:lvl3pPr marL="576248" indent="0">
              <a:buNone/>
              <a:defRPr/>
            </a:lvl3pPr>
          </a:lstStyle>
          <a:p>
            <a:pPr lvl="0"/>
            <a:r>
              <a:rPr lang="en-US" dirty="0"/>
              <a:t>Transparent background model image or diagram ONLY (no images that already have backgrounds at all, no screenshots either). Take image to the edges and use cropping, don’t just float within it.</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457201" y="1619250"/>
            <a:ext cx="5313362" cy="3162300"/>
          </a:xfrm>
          <a:prstGeom prst="rect">
            <a:avLst/>
          </a:prstGeom>
        </p:spPr>
        <p:txBody>
          <a:bodyPr lIns="0" numCol="1">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26066BEB-7D2D-5A43-9F67-5650CF5696CF}"/>
              </a:ext>
            </a:extLst>
          </p:cNvPr>
          <p:cNvSpPr>
            <a:spLocks noGrp="1"/>
          </p:cNvSpPr>
          <p:nvPr>
            <p:ph type="body" sz="quarter" idx="12" hasCustomPrompt="1"/>
          </p:nvPr>
        </p:nvSpPr>
        <p:spPr>
          <a:xfrm>
            <a:off x="6392008" y="4629150"/>
            <a:ext cx="2523392" cy="304800"/>
          </a:xfrm>
        </p:spPr>
        <p:txBody>
          <a:bodyPr>
            <a:normAutofit/>
          </a:bodyPr>
          <a:lstStyle>
            <a:lvl1pPr marL="0" indent="0">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Caption in this style only if necessary (move to be near image)</a:t>
            </a:r>
          </a:p>
        </p:txBody>
      </p:sp>
    </p:spTree>
    <p:extLst>
      <p:ext uri="{BB962C8B-B14F-4D97-AF65-F5344CB8AC3E}">
        <p14:creationId xmlns:p14="http://schemas.microsoft.com/office/powerpoint/2010/main" val="2554954711"/>
      </p:ext>
    </p:extLst>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preserve="1" userDrawn="1">
  <p:cSld name="OPTIONAL Content with Picture with Fil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3887788" y="0"/>
            <a:ext cx="5256212"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819150"/>
            <a:ext cx="2949575" cy="80010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4114800" y="209550"/>
            <a:ext cx="4800600" cy="4724400"/>
          </a:xfrm>
          <a:noFill/>
        </p:spPr>
        <p:txBody>
          <a:bodyPr/>
          <a:lstStyle>
            <a:lvl1pPr marL="0" indent="0">
              <a:buNone/>
              <a:defRPr/>
            </a:lvl1pPr>
            <a:lvl3pPr>
              <a:defRPr/>
            </a:lvl3pPr>
          </a:lstStyle>
          <a:p>
            <a:pPr lvl="0"/>
            <a:r>
              <a:rPr lang="en-US" dirty="0"/>
              <a:t>Transparent background model image or diagram ONLY (no images that already have backgrounds at all, no screenshots either). Take image to the edges and use cropping, don’t just float within it.</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457201" y="1619250"/>
            <a:ext cx="2949575" cy="31623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EAFD1F65-F171-7645-9310-3848480AA1B7}"/>
              </a:ext>
            </a:extLst>
          </p:cNvPr>
          <p:cNvSpPr>
            <a:spLocks noGrp="1"/>
          </p:cNvSpPr>
          <p:nvPr>
            <p:ph type="body" sz="quarter" idx="12" hasCustomPrompt="1"/>
          </p:nvPr>
        </p:nvSpPr>
        <p:spPr>
          <a:xfrm>
            <a:off x="4114800" y="4629150"/>
            <a:ext cx="3103378" cy="304800"/>
          </a:xfrm>
        </p:spPr>
        <p:txBody>
          <a:bodyPr>
            <a:normAutofit/>
          </a:bodyPr>
          <a:lstStyle>
            <a:lvl1pPr marL="0" indent="0">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Caption in this style only if necessary (move to be near image)</a:t>
            </a:r>
          </a:p>
        </p:txBody>
      </p:sp>
    </p:spTree>
    <p:extLst>
      <p:ext uri="{BB962C8B-B14F-4D97-AF65-F5344CB8AC3E}">
        <p14:creationId xmlns:p14="http://schemas.microsoft.com/office/powerpoint/2010/main" val="1918392881"/>
      </p:ext>
    </p:extLst>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preserve="1" userDrawn="1">
  <p:cSld name="OPTIONAL Content with Pictur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819150"/>
            <a:ext cx="2949575" cy="80010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4114800" y="209550"/>
            <a:ext cx="4800600" cy="4724400"/>
          </a:xfrm>
          <a:noFill/>
        </p:spPr>
        <p:txBody>
          <a:bodyPr/>
          <a:lstStyle>
            <a:lvl1pPr marL="0" indent="0">
              <a:buNone/>
              <a:defRPr/>
            </a:lvl1pPr>
            <a:lvl3pPr>
              <a:defRPr/>
            </a:lvl3pPr>
          </a:lstStyle>
          <a:p>
            <a:pPr lvl="0"/>
            <a:r>
              <a:rPr lang="en-US" dirty="0"/>
              <a:t>This space is for images or diagrams</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hasCustomPrompt="1"/>
          </p:nvPr>
        </p:nvSpPr>
        <p:spPr>
          <a:xfrm>
            <a:off x="457201" y="1619250"/>
            <a:ext cx="2949575" cy="31623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This text box can be extended to the right if needed (do NOT change the left alignment)</a:t>
            </a:r>
          </a:p>
          <a:p>
            <a:pPr lvl="1"/>
            <a:r>
              <a:rPr lang="en-US" dirty="0"/>
              <a:t>Second level</a:t>
            </a:r>
          </a:p>
          <a:p>
            <a:pPr lvl="2"/>
            <a:r>
              <a:rPr lang="en-US" dirty="0"/>
              <a:t>Third level</a:t>
            </a:r>
          </a:p>
        </p:txBody>
      </p:sp>
      <p:sp>
        <p:nvSpPr>
          <p:cNvPr id="6" name="Text Placeholder 2">
            <a:extLst>
              <a:ext uri="{FF2B5EF4-FFF2-40B4-BE49-F238E27FC236}">
                <a16:creationId xmlns:a16="http://schemas.microsoft.com/office/drawing/2014/main" id="{0530032C-BEDF-DA40-8660-8F9EF489DC38}"/>
              </a:ext>
            </a:extLst>
          </p:cNvPr>
          <p:cNvSpPr>
            <a:spLocks noGrp="1"/>
          </p:cNvSpPr>
          <p:nvPr>
            <p:ph type="body" sz="quarter" idx="12" hasCustomPrompt="1"/>
          </p:nvPr>
        </p:nvSpPr>
        <p:spPr>
          <a:xfrm>
            <a:off x="4114800" y="4629150"/>
            <a:ext cx="3103378" cy="304800"/>
          </a:xfrm>
        </p:spPr>
        <p:txBody>
          <a:bodyPr>
            <a:normAutofit/>
          </a:bodyPr>
          <a:lstStyle>
            <a:lvl1pPr marL="0" indent="0">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Caption in this style only if necessary (move to be near image)</a:t>
            </a:r>
          </a:p>
        </p:txBody>
      </p:sp>
    </p:spTree>
    <p:extLst>
      <p:ext uri="{BB962C8B-B14F-4D97-AF65-F5344CB8AC3E}">
        <p14:creationId xmlns:p14="http://schemas.microsoft.com/office/powerpoint/2010/main" val="1774134101"/>
      </p:ext>
    </p:extLst>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preserve="1" userDrawn="1">
  <p:cSld name="Uncroped GUI imag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D31936-C3F8-4543-8C3C-56E4DA99C47C}"/>
              </a:ext>
            </a:extLst>
          </p:cNvPr>
          <p:cNvSpPr/>
          <p:nvPr userDrawn="1"/>
        </p:nvSpPr>
        <p:spPr>
          <a:xfrm>
            <a:off x="0" y="-19050"/>
            <a:ext cx="9144000" cy="3619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1143001" y="971551"/>
            <a:ext cx="7699124" cy="4330757"/>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Full GUI image ONLY, cropped off at the bottom a little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hasCustomPrompt="1"/>
          </p:nvPr>
        </p:nvSpPr>
        <p:spPr>
          <a:xfrm>
            <a:off x="1066800" y="115217"/>
            <a:ext cx="5410200" cy="326781"/>
          </a:xfrm>
          <a:prstGeom prst="rect">
            <a:avLst/>
          </a:prstGeom>
        </p:spPr>
        <p:txBody>
          <a:bodyPr lIns="91440" anchor="t">
            <a:normAutofit/>
          </a:bodyPr>
          <a:lstStyle>
            <a:lvl1pPr>
              <a:defRPr sz="1000" b="1" i="0">
                <a:solidFill>
                  <a:schemeClr val="accent2"/>
                </a:solidFill>
                <a:latin typeface="Lato Black" panose="020F0502020204030203" pitchFamily="34" charset="77"/>
              </a:defRPr>
            </a:lvl1pPr>
          </a:lstStyle>
          <a:p>
            <a:r>
              <a:rPr lang="en-US" dirty="0"/>
              <a:t>ALL CAPS SMALL TITLE***</a:t>
            </a:r>
          </a:p>
        </p:txBody>
      </p:sp>
      <p:pic>
        <p:nvPicPr>
          <p:cNvPr id="8" name="Picture 7">
            <a:extLst>
              <a:ext uri="{FF2B5EF4-FFF2-40B4-BE49-F238E27FC236}">
                <a16:creationId xmlns:a16="http://schemas.microsoft.com/office/drawing/2014/main" id="{19E75701-0E22-4B4A-8AA4-6D0F867616DF}"/>
              </a:ext>
            </a:extLst>
          </p:cNvPr>
          <p:cNvPicPr>
            <a:picLocks noChangeAspect="1"/>
          </p:cNvPicPr>
          <p:nvPr userDrawn="1"/>
        </p:nvPicPr>
        <p:blipFill rotWithShape="1">
          <a:blip r:embed="rId2"/>
          <a:srcRect l="24096"/>
          <a:stretch/>
        </p:blipFill>
        <p:spPr>
          <a:xfrm>
            <a:off x="0" y="115218"/>
            <a:ext cx="1066800" cy="287051"/>
          </a:xfrm>
          <a:prstGeom prst="rect">
            <a:avLst/>
          </a:prstGeom>
        </p:spPr>
      </p:pic>
      <p:pic>
        <p:nvPicPr>
          <p:cNvPr id="11" name="Picture 10">
            <a:extLst>
              <a:ext uri="{FF2B5EF4-FFF2-40B4-BE49-F238E27FC236}">
                <a16:creationId xmlns:a16="http://schemas.microsoft.com/office/drawing/2014/main" id="{DD5DBF44-D76D-FF41-BCD4-B3E4748860A2}"/>
              </a:ext>
            </a:extLst>
          </p:cNvPr>
          <p:cNvPicPr>
            <a:picLocks noChangeAspect="1"/>
          </p:cNvPicPr>
          <p:nvPr userDrawn="1"/>
        </p:nvPicPr>
        <p:blipFill>
          <a:blip r:embed="rId3"/>
          <a:stretch>
            <a:fillRect/>
          </a:stretch>
        </p:blipFill>
        <p:spPr>
          <a:xfrm>
            <a:off x="115779" y="223914"/>
            <a:ext cx="752320" cy="69658"/>
          </a:xfrm>
          <a:prstGeom prst="rect">
            <a:avLst/>
          </a:prstGeom>
        </p:spPr>
      </p:pic>
    </p:spTree>
    <p:extLst>
      <p:ext uri="{BB962C8B-B14F-4D97-AF65-F5344CB8AC3E}">
        <p14:creationId xmlns:p14="http://schemas.microsoft.com/office/powerpoint/2010/main" val="2433849858"/>
      </p:ext>
    </p:extLst>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preserve="1" userDrawn="1">
  <p:cSld name="Full GUI image, Title, body 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userDrawn="1"/>
        </p:nvSpPr>
        <p:spPr>
          <a:xfrm>
            <a:off x="0" y="1047750"/>
            <a:ext cx="37338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3271058" y="436767"/>
            <a:ext cx="5872941" cy="4706734"/>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Full GUI image ONLY, cropped off the bottom and off the right side!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1200150"/>
            <a:ext cx="2417762" cy="15240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hasCustomPrompt="1"/>
          </p:nvPr>
        </p:nvSpPr>
        <p:spPr>
          <a:xfrm>
            <a:off x="457201" y="3028950"/>
            <a:ext cx="2417762" cy="1676400"/>
          </a:xfrm>
          <a:prstGeom prst="rect">
            <a:avLst/>
          </a:prstGeom>
        </p:spPr>
        <p:txBody>
          <a:bodyPr lIns="0">
            <a:normAutofit/>
          </a:bodyPr>
          <a:lstStyle>
            <a:lvl1pPr marL="0" indent="0">
              <a:lnSpc>
                <a:spcPct val="100000"/>
              </a:lnSpc>
              <a:buNone/>
              <a:defRPr sz="1400">
                <a:solidFill>
                  <a:schemeClr val="tx1"/>
                </a:solidFill>
                <a:latin typeface="Lato" panose="020F0502020204030203" pitchFamily="34" charset="0"/>
              </a:defRPr>
            </a:lvl1pPr>
            <a:lvl2pPr marL="292093" indent="0">
              <a:lnSpc>
                <a:spcPct val="100000"/>
              </a:lnSpc>
              <a:buFont typeface="Arial" panose="020B0604020202020204" pitchFamily="34" charset="0"/>
              <a:buNone/>
              <a:defRPr sz="1200">
                <a:solidFill>
                  <a:srgbClr val="393A39"/>
                </a:solidFill>
                <a:latin typeface="Lato" panose="020F0502020204030203" pitchFamily="34" charset="0"/>
              </a:defRPr>
            </a:lvl2pPr>
            <a:lvl3pPr marL="576248" indent="0">
              <a:lnSpc>
                <a:spcPct val="100000"/>
              </a:lnSpc>
              <a:buNone/>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 preferably no more than 5 lines</a:t>
            </a:r>
          </a:p>
        </p:txBody>
      </p:sp>
    </p:spTree>
    <p:extLst>
      <p:ext uri="{BB962C8B-B14F-4D97-AF65-F5344CB8AC3E}">
        <p14:creationId xmlns:p14="http://schemas.microsoft.com/office/powerpoint/2010/main" val="2476161308"/>
      </p:ext>
    </p:extLst>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preserve="1" userDrawn="1">
  <p:cSld name="Full GUI image, Title, 2 subtitles with body text">
    <p:spTree>
      <p:nvGrpSpPr>
        <p:cNvPr id="1" name=""/>
        <p:cNvGrpSpPr/>
        <p:nvPr/>
      </p:nvGrpSpPr>
      <p:grpSpPr>
        <a:xfrm>
          <a:off x="0" y="0"/>
          <a:ext cx="0" cy="0"/>
          <a:chOff x="0" y="0"/>
          <a:chExt cx="0" cy="0"/>
        </a:xfrm>
      </p:grpSpPr>
      <p:sp>
        <p:nvSpPr>
          <p:cNvPr id="8" name="Content Placeholder 3">
            <a:extLst>
              <a:ext uri="{FF2B5EF4-FFF2-40B4-BE49-F238E27FC236}">
                <a16:creationId xmlns:a16="http://schemas.microsoft.com/office/drawing/2014/main" id="{C10A5AEE-B817-934D-8242-D5F59127342B}"/>
              </a:ext>
            </a:extLst>
          </p:cNvPr>
          <p:cNvSpPr>
            <a:spLocks noGrp="1"/>
          </p:cNvSpPr>
          <p:nvPr>
            <p:ph sz="quarter" idx="15" hasCustomPrompt="1"/>
          </p:nvPr>
        </p:nvSpPr>
        <p:spPr>
          <a:xfrm>
            <a:off x="-2" y="2881011"/>
            <a:ext cx="1634721" cy="685801"/>
          </a:xfrm>
          <a:solidFill>
            <a:schemeClr val="tx2"/>
          </a:solidFill>
        </p:spPr>
        <p:txBody>
          <a:bodyPr lIns="274320" tIns="137160" rIns="137160" bIns="45720" anchor="b" anchorCtr="0">
            <a:noAutofit/>
          </a:bodyPr>
          <a:lstStyle>
            <a:lvl1pPr marL="0" indent="0">
              <a:buNone/>
              <a:defRPr sz="12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1" name="Content Placeholder 3">
            <a:extLst>
              <a:ext uri="{FF2B5EF4-FFF2-40B4-BE49-F238E27FC236}">
                <a16:creationId xmlns:a16="http://schemas.microsoft.com/office/drawing/2014/main" id="{3AB85344-0F9C-6349-9259-7612E08CF13D}"/>
              </a:ext>
            </a:extLst>
          </p:cNvPr>
          <p:cNvSpPr>
            <a:spLocks noGrp="1"/>
          </p:cNvSpPr>
          <p:nvPr>
            <p:ph sz="quarter" idx="16" hasCustomPrompt="1"/>
          </p:nvPr>
        </p:nvSpPr>
        <p:spPr>
          <a:xfrm>
            <a:off x="-2" y="3562351"/>
            <a:ext cx="1634721" cy="1295400"/>
          </a:xfrm>
          <a:solidFill>
            <a:schemeClr val="tx2"/>
          </a:solidFill>
        </p:spPr>
        <p:txBody>
          <a:bodyPr lIns="274320" tIns="45720" rIns="137160" bIns="137160">
            <a:normAutofit/>
          </a:bodyPr>
          <a:lstStyle>
            <a:lvl1pPr>
              <a:defRPr>
                <a:solidFill>
                  <a:schemeClr val="bg2"/>
                </a:solidFill>
              </a:defRPr>
            </a:lvl1pPr>
            <a:lvl2pPr marL="6350" indent="0">
              <a:buFont typeface="Arial" panose="020B0604020202020204" pitchFamily="34" charset="0"/>
              <a:buNone/>
              <a:tabLst/>
              <a:defRPr sz="1100">
                <a:solidFill>
                  <a:schemeClr val="bg2"/>
                </a:solidFill>
              </a:defRPr>
            </a:lvl2pPr>
            <a:lvl3pPr>
              <a:defRPr>
                <a:solidFill>
                  <a:schemeClr val="bg2"/>
                </a:solidFill>
              </a:defRPr>
            </a:lvl3pPr>
          </a:lstStyle>
          <a:p>
            <a:pPr lvl="1"/>
            <a:r>
              <a:rPr lang="en-US" dirty="0"/>
              <a:t>Short body text</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14287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2" name="Content Placeholder 3">
            <a:extLst>
              <a:ext uri="{FF2B5EF4-FFF2-40B4-BE49-F238E27FC236}">
                <a16:creationId xmlns:a16="http://schemas.microsoft.com/office/drawing/2014/main" id="{CF2C3E51-2315-174E-85AB-DC5362D83E82}"/>
              </a:ext>
            </a:extLst>
          </p:cNvPr>
          <p:cNvSpPr>
            <a:spLocks noGrp="1"/>
          </p:cNvSpPr>
          <p:nvPr>
            <p:ph sz="quarter" idx="18" hasCustomPrompt="1"/>
          </p:nvPr>
        </p:nvSpPr>
        <p:spPr>
          <a:xfrm>
            <a:off x="1634717" y="2881011"/>
            <a:ext cx="1634721" cy="685801"/>
          </a:xfrm>
          <a:solidFill>
            <a:schemeClr val="tx2"/>
          </a:solidFill>
        </p:spPr>
        <p:txBody>
          <a:bodyPr lIns="137160" tIns="137160" rIns="274320" bIns="45720" anchor="b" anchorCtr="0">
            <a:noAutofit/>
          </a:bodyPr>
          <a:lstStyle>
            <a:lvl1pPr marL="0" indent="0">
              <a:buNone/>
              <a:defRPr sz="12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3" name="Content Placeholder 3">
            <a:extLst>
              <a:ext uri="{FF2B5EF4-FFF2-40B4-BE49-F238E27FC236}">
                <a16:creationId xmlns:a16="http://schemas.microsoft.com/office/drawing/2014/main" id="{D082C563-7E09-194A-B0C7-0427D9FEA226}"/>
              </a:ext>
            </a:extLst>
          </p:cNvPr>
          <p:cNvSpPr>
            <a:spLocks noGrp="1"/>
          </p:cNvSpPr>
          <p:nvPr>
            <p:ph sz="quarter" idx="19" hasCustomPrompt="1"/>
          </p:nvPr>
        </p:nvSpPr>
        <p:spPr>
          <a:xfrm>
            <a:off x="1634717" y="3562351"/>
            <a:ext cx="1634721" cy="1295400"/>
          </a:xfrm>
          <a:solidFill>
            <a:schemeClr val="tx2"/>
          </a:solidFill>
        </p:spPr>
        <p:txBody>
          <a:bodyPr lIns="137160" tIns="45720" rIns="274320" bIns="137160">
            <a:normAutofit/>
          </a:bodyPr>
          <a:lstStyle>
            <a:lvl1pPr>
              <a:defRPr>
                <a:solidFill>
                  <a:schemeClr val="bg2"/>
                </a:solidFill>
              </a:defRPr>
            </a:lvl1pPr>
            <a:lvl2pPr marL="6350" indent="0">
              <a:buFont typeface="Arial" panose="020B0604020202020204" pitchFamily="34" charset="0"/>
              <a:buNone/>
              <a:tabLst/>
              <a:defRPr sz="1100">
                <a:solidFill>
                  <a:schemeClr val="bg2"/>
                </a:solidFill>
              </a:defRPr>
            </a:lvl2pPr>
            <a:lvl3pPr>
              <a:defRPr>
                <a:solidFill>
                  <a:schemeClr val="bg2"/>
                </a:solidFill>
              </a:defRPr>
            </a:lvl3pPr>
          </a:lstStyle>
          <a:p>
            <a:pPr lvl="1"/>
            <a:r>
              <a:rPr lang="en-US" dirty="0"/>
              <a:t>Short body text</a:t>
            </a:r>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3271058" y="436767"/>
            <a:ext cx="5872941" cy="4706734"/>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Full GUI image ONLY, cropped off the bottom and off the right side!</a:t>
            </a:r>
          </a:p>
        </p:txBody>
      </p:sp>
    </p:spTree>
    <p:extLst>
      <p:ext uri="{BB962C8B-B14F-4D97-AF65-F5344CB8AC3E}">
        <p14:creationId xmlns:p14="http://schemas.microsoft.com/office/powerpoint/2010/main" val="431321460"/>
      </p:ext>
    </p:extLst>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preserve="1" userDrawn="1">
  <p:cSld name="Cropped GUI image, Title, Bulle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userDrawn="1"/>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914401" y="742950"/>
            <a:ext cx="2971801" cy="44005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234180" y="1009650"/>
            <a:ext cx="422402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234180" y="2190750"/>
            <a:ext cx="422402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234871180"/>
      </p:ext>
    </p:extLst>
  </p:cSld>
  <p:clrMapOvr>
    <a:masterClrMapping/>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preserve="1" userDrawn="1">
  <p:cSld name="Cropped GUI image, Title, Subtitle with body 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userDrawn="1"/>
        </p:nvSpPr>
        <p:spPr>
          <a:xfrm>
            <a:off x="0" y="2603501"/>
            <a:ext cx="9144000" cy="2539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762000" y="742950"/>
            <a:ext cx="3124200" cy="44005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234180" y="1009650"/>
            <a:ext cx="4355321" cy="91440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25" name="Content Placeholder 3">
            <a:extLst>
              <a:ext uri="{FF2B5EF4-FFF2-40B4-BE49-F238E27FC236}">
                <a16:creationId xmlns:a16="http://schemas.microsoft.com/office/drawing/2014/main" id="{CDB8CB3B-090E-084B-9773-1D5AA8B26B3D}"/>
              </a:ext>
            </a:extLst>
          </p:cNvPr>
          <p:cNvSpPr>
            <a:spLocks noGrp="1"/>
          </p:cNvSpPr>
          <p:nvPr>
            <p:ph sz="quarter" idx="19" hasCustomPrompt="1"/>
          </p:nvPr>
        </p:nvSpPr>
        <p:spPr>
          <a:xfrm>
            <a:off x="4233401" y="2603500"/>
            <a:ext cx="210312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94DC190C-3A71-1240-860F-43C561E0C456}"/>
              </a:ext>
            </a:extLst>
          </p:cNvPr>
          <p:cNvSpPr>
            <a:spLocks noGrp="1"/>
          </p:cNvSpPr>
          <p:nvPr>
            <p:ph sz="quarter" idx="21" hasCustomPrompt="1"/>
          </p:nvPr>
        </p:nvSpPr>
        <p:spPr>
          <a:xfrm>
            <a:off x="6497207" y="2603500"/>
            <a:ext cx="2103119"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1" name="Content Placeholder 3">
            <a:extLst>
              <a:ext uri="{FF2B5EF4-FFF2-40B4-BE49-F238E27FC236}">
                <a16:creationId xmlns:a16="http://schemas.microsoft.com/office/drawing/2014/main" id="{5DF5F889-043E-614B-93E1-565AC48AF894}"/>
              </a:ext>
            </a:extLst>
          </p:cNvPr>
          <p:cNvSpPr>
            <a:spLocks noGrp="1"/>
          </p:cNvSpPr>
          <p:nvPr>
            <p:ph sz="half" idx="22" hasCustomPrompt="1"/>
          </p:nvPr>
        </p:nvSpPr>
        <p:spPr>
          <a:xfrm>
            <a:off x="4233402" y="2960014"/>
            <a:ext cx="2103121" cy="1743114"/>
          </a:xfrm>
          <a:prstGeom prst="rect">
            <a:avLst/>
          </a:prstGeom>
          <a:solidFill>
            <a:schemeClr val="bg1">
              <a:lumMod val="95000"/>
            </a:schemeClr>
          </a:solidFill>
          <a:ln w="6350">
            <a:solidFill>
              <a:schemeClr val="bg1">
                <a:lumMod val="95000"/>
              </a:schemeClr>
            </a:solidFill>
          </a:ln>
        </p:spPr>
        <p:txBody>
          <a:bodyPr lIns="137160" rIns="137160" bIns="91440">
            <a:normAutofit/>
          </a:bodyPr>
          <a:lstStyle>
            <a:lvl1pPr>
              <a:lnSpc>
                <a:spcPct val="100000"/>
              </a:lnSpc>
              <a:defRPr sz="12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Bullets all on the same level or body text (no sub bullets)</a:t>
            </a:r>
          </a:p>
          <a:p>
            <a:pPr lvl="1"/>
            <a:r>
              <a:rPr lang="en-US" dirty="0"/>
              <a:t>Second level</a:t>
            </a:r>
          </a:p>
        </p:txBody>
      </p:sp>
      <p:sp>
        <p:nvSpPr>
          <p:cNvPr id="12" name="Content Placeholder 3">
            <a:extLst>
              <a:ext uri="{FF2B5EF4-FFF2-40B4-BE49-F238E27FC236}">
                <a16:creationId xmlns:a16="http://schemas.microsoft.com/office/drawing/2014/main" id="{A44797D5-5F10-264E-8C89-F35D0593B862}"/>
              </a:ext>
            </a:extLst>
          </p:cNvPr>
          <p:cNvSpPr>
            <a:spLocks noGrp="1"/>
          </p:cNvSpPr>
          <p:nvPr>
            <p:ph sz="half" idx="23" hasCustomPrompt="1"/>
          </p:nvPr>
        </p:nvSpPr>
        <p:spPr>
          <a:xfrm>
            <a:off x="6497208" y="2960014"/>
            <a:ext cx="2103121" cy="1743114"/>
          </a:xfrm>
          <a:prstGeom prst="rect">
            <a:avLst/>
          </a:prstGeom>
          <a:solidFill>
            <a:schemeClr val="bg1">
              <a:lumMod val="95000"/>
            </a:schemeClr>
          </a:solidFill>
          <a:ln w="6350">
            <a:solidFill>
              <a:schemeClr val="bg1">
                <a:lumMod val="95000"/>
              </a:schemeClr>
            </a:solidFill>
          </a:ln>
        </p:spPr>
        <p:txBody>
          <a:bodyPr lIns="137160" rIns="137160" bIns="91440">
            <a:normAutofit/>
          </a:bodyPr>
          <a:lstStyle>
            <a:lvl1pPr>
              <a:lnSpc>
                <a:spcPct val="100000"/>
              </a:lnSpc>
              <a:defRPr sz="12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Bullets all on the same level or body text (no sub bullets)</a:t>
            </a:r>
          </a:p>
          <a:p>
            <a:pPr lvl="1"/>
            <a:r>
              <a:rPr lang="en-US" dirty="0"/>
              <a:t>Second level</a:t>
            </a:r>
          </a:p>
        </p:txBody>
      </p:sp>
    </p:spTree>
    <p:extLst>
      <p:ext uri="{BB962C8B-B14F-4D97-AF65-F5344CB8AC3E}">
        <p14:creationId xmlns:p14="http://schemas.microsoft.com/office/powerpoint/2010/main" val="1158180398"/>
      </p:ext>
    </p:extLst>
  </p:cSld>
  <p:clrMapOvr>
    <a:masterClrMapping/>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preserve="1" userDrawn="1">
  <p:cSld name="Title, body text, 1 image, 2 subtitles with body text V1">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3276600" y="438150"/>
            <a:ext cx="5867400" cy="4267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Content Placeholder 3">
            <a:extLst>
              <a:ext uri="{FF2B5EF4-FFF2-40B4-BE49-F238E27FC236}">
                <a16:creationId xmlns:a16="http://schemas.microsoft.com/office/drawing/2014/main" id="{3E121484-A153-5748-BC2B-E272C94905DD}"/>
              </a:ext>
            </a:extLst>
          </p:cNvPr>
          <p:cNvSpPr>
            <a:spLocks noGrp="1"/>
          </p:cNvSpPr>
          <p:nvPr>
            <p:ph sz="quarter" idx="17" hasCustomPrompt="1"/>
          </p:nvPr>
        </p:nvSpPr>
        <p:spPr>
          <a:xfrm>
            <a:off x="3275214" y="433532"/>
            <a:ext cx="5944986" cy="4267201"/>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vertical image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hasCustomPrompt="1"/>
          </p:nvPr>
        </p:nvSpPr>
        <p:spPr>
          <a:xfrm>
            <a:off x="457201" y="1276350"/>
            <a:ext cx="2417762" cy="80010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dirty="0"/>
              <a:t>Content slide for product </a:t>
            </a:r>
          </a:p>
        </p:txBody>
      </p:sp>
      <p:sp>
        <p:nvSpPr>
          <p:cNvPr id="19" name="Content Placeholder 3">
            <a:extLst>
              <a:ext uri="{FF2B5EF4-FFF2-40B4-BE49-F238E27FC236}">
                <a16:creationId xmlns:a16="http://schemas.microsoft.com/office/drawing/2014/main" id="{0039C83E-2396-3041-88D2-08BED1B90FB3}"/>
              </a:ext>
            </a:extLst>
          </p:cNvPr>
          <p:cNvSpPr>
            <a:spLocks noGrp="1"/>
          </p:cNvSpPr>
          <p:nvPr>
            <p:ph sz="half" idx="10" hasCustomPrompt="1"/>
          </p:nvPr>
        </p:nvSpPr>
        <p:spPr>
          <a:xfrm>
            <a:off x="457201" y="2076450"/>
            <a:ext cx="2417762" cy="27051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8C71EA4F-0AEB-704F-B2AF-EC325862EE69}"/>
              </a:ext>
            </a:extLst>
          </p:cNvPr>
          <p:cNvSpPr>
            <a:spLocks noGrp="1"/>
          </p:cNvSpPr>
          <p:nvPr>
            <p:ph sz="quarter" idx="12" hasCustomPrompt="1"/>
          </p:nvPr>
        </p:nvSpPr>
        <p:spPr>
          <a:xfrm>
            <a:off x="6766560" y="285750"/>
            <a:ext cx="1920240" cy="1295400"/>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Content Placeholder 3">
            <a:extLst>
              <a:ext uri="{FF2B5EF4-FFF2-40B4-BE49-F238E27FC236}">
                <a16:creationId xmlns:a16="http://schemas.microsoft.com/office/drawing/2014/main" id="{C06C8869-223C-D542-9653-176927B288AF}"/>
              </a:ext>
            </a:extLst>
          </p:cNvPr>
          <p:cNvSpPr>
            <a:spLocks noGrp="1"/>
          </p:cNvSpPr>
          <p:nvPr>
            <p:ph sz="quarter" idx="13" hasCustomPrompt="1"/>
          </p:nvPr>
        </p:nvSpPr>
        <p:spPr>
          <a:xfrm>
            <a:off x="6766560" y="2647951"/>
            <a:ext cx="1920240" cy="9144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3" name="Content Placeholder 3">
            <a:extLst>
              <a:ext uri="{FF2B5EF4-FFF2-40B4-BE49-F238E27FC236}">
                <a16:creationId xmlns:a16="http://schemas.microsoft.com/office/drawing/2014/main" id="{AE788E41-A610-5040-A8C2-BD70D9EF3D9B}"/>
              </a:ext>
            </a:extLst>
          </p:cNvPr>
          <p:cNvSpPr>
            <a:spLocks noGrp="1"/>
          </p:cNvSpPr>
          <p:nvPr>
            <p:ph sz="quarter" idx="15" hasCustomPrompt="1"/>
          </p:nvPr>
        </p:nvSpPr>
        <p:spPr>
          <a:xfrm>
            <a:off x="6766560" y="1583328"/>
            <a:ext cx="1920240" cy="1064623"/>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24" name="Content Placeholder 3">
            <a:extLst>
              <a:ext uri="{FF2B5EF4-FFF2-40B4-BE49-F238E27FC236}">
                <a16:creationId xmlns:a16="http://schemas.microsoft.com/office/drawing/2014/main" id="{29BFBEF6-E451-974A-8990-AD98550A94D1}"/>
              </a:ext>
            </a:extLst>
          </p:cNvPr>
          <p:cNvSpPr>
            <a:spLocks noGrp="1"/>
          </p:cNvSpPr>
          <p:nvPr>
            <p:ph sz="quarter" idx="16" hasCustomPrompt="1"/>
          </p:nvPr>
        </p:nvSpPr>
        <p:spPr>
          <a:xfrm>
            <a:off x="6766560" y="3562352"/>
            <a:ext cx="1920240" cy="129539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Tree>
    <p:extLst>
      <p:ext uri="{BB962C8B-B14F-4D97-AF65-F5344CB8AC3E}">
        <p14:creationId xmlns:p14="http://schemas.microsoft.com/office/powerpoint/2010/main" val="727479347"/>
      </p:ext>
    </p:extLst>
  </p:cSld>
  <p:clrMapOvr>
    <a:masterClrMapping/>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preserve="1" userDrawn="1">
  <p:cSld name="Title, body text, 1 image, 2 subtitles with body text V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3276600" y="438150"/>
            <a:ext cx="5867400" cy="4267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9" name="Content Placeholder 3">
            <a:extLst>
              <a:ext uri="{FF2B5EF4-FFF2-40B4-BE49-F238E27FC236}">
                <a16:creationId xmlns:a16="http://schemas.microsoft.com/office/drawing/2014/main" id="{47CEDFB9-61FB-664C-B8CB-B9845B0708A7}"/>
              </a:ext>
            </a:extLst>
          </p:cNvPr>
          <p:cNvSpPr>
            <a:spLocks noGrp="1"/>
          </p:cNvSpPr>
          <p:nvPr>
            <p:ph sz="quarter" idx="21" hasCustomPrompt="1"/>
          </p:nvPr>
        </p:nvSpPr>
        <p:spPr>
          <a:xfrm>
            <a:off x="3275214" y="433532"/>
            <a:ext cx="5944986" cy="4267201"/>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1276350"/>
            <a:ext cx="2417762" cy="80010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9" name="Content Placeholder 3">
            <a:extLst>
              <a:ext uri="{FF2B5EF4-FFF2-40B4-BE49-F238E27FC236}">
                <a16:creationId xmlns:a16="http://schemas.microsoft.com/office/drawing/2014/main" id="{3E06FF7B-3429-C644-8CBA-4E520851CCC1}"/>
              </a:ext>
            </a:extLst>
          </p:cNvPr>
          <p:cNvSpPr>
            <a:spLocks noGrp="1"/>
          </p:cNvSpPr>
          <p:nvPr>
            <p:ph sz="quarter" idx="17" hasCustomPrompt="1"/>
          </p:nvPr>
        </p:nvSpPr>
        <p:spPr>
          <a:xfrm>
            <a:off x="6766560" y="2878463"/>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1" name="Content Placeholder 3">
            <a:extLst>
              <a:ext uri="{FF2B5EF4-FFF2-40B4-BE49-F238E27FC236}">
                <a16:creationId xmlns:a16="http://schemas.microsoft.com/office/drawing/2014/main" id="{529BFA4C-0FA9-8A4B-A56D-5092DC42B69F}"/>
              </a:ext>
            </a:extLst>
          </p:cNvPr>
          <p:cNvSpPr>
            <a:spLocks noGrp="1"/>
          </p:cNvSpPr>
          <p:nvPr>
            <p:ph sz="quarter" idx="18" hasCustomPrompt="1"/>
          </p:nvPr>
        </p:nvSpPr>
        <p:spPr>
          <a:xfrm>
            <a:off x="6766560"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7" name="Content Placeholder 3">
            <a:extLst>
              <a:ext uri="{FF2B5EF4-FFF2-40B4-BE49-F238E27FC236}">
                <a16:creationId xmlns:a16="http://schemas.microsoft.com/office/drawing/2014/main" id="{6F0A16B3-E5A2-F142-A60B-3ABD6B4C506E}"/>
              </a:ext>
            </a:extLst>
          </p:cNvPr>
          <p:cNvSpPr>
            <a:spLocks noGrp="1"/>
          </p:cNvSpPr>
          <p:nvPr>
            <p:ph sz="quarter" idx="19" hasCustomPrompt="1"/>
          </p:nvPr>
        </p:nvSpPr>
        <p:spPr>
          <a:xfrm>
            <a:off x="4746172" y="2878463"/>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8" name="Content Placeholder 3">
            <a:extLst>
              <a:ext uri="{FF2B5EF4-FFF2-40B4-BE49-F238E27FC236}">
                <a16:creationId xmlns:a16="http://schemas.microsoft.com/office/drawing/2014/main" id="{261E8B46-9EEF-7442-99EE-163C31DA533A}"/>
              </a:ext>
            </a:extLst>
          </p:cNvPr>
          <p:cNvSpPr>
            <a:spLocks noGrp="1"/>
          </p:cNvSpPr>
          <p:nvPr>
            <p:ph sz="quarter" idx="20" hasCustomPrompt="1"/>
          </p:nvPr>
        </p:nvSpPr>
        <p:spPr>
          <a:xfrm>
            <a:off x="4746172"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13" name="Content Placeholder 3">
            <a:extLst>
              <a:ext uri="{FF2B5EF4-FFF2-40B4-BE49-F238E27FC236}">
                <a16:creationId xmlns:a16="http://schemas.microsoft.com/office/drawing/2014/main" id="{EBEB5B93-0024-7142-918B-08276C405FC0}"/>
              </a:ext>
            </a:extLst>
          </p:cNvPr>
          <p:cNvSpPr>
            <a:spLocks noGrp="1"/>
          </p:cNvSpPr>
          <p:nvPr>
            <p:ph sz="half" idx="10" hasCustomPrompt="1"/>
          </p:nvPr>
        </p:nvSpPr>
        <p:spPr>
          <a:xfrm>
            <a:off x="457201" y="2076450"/>
            <a:ext cx="2417762" cy="27051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Tree>
    <p:extLst>
      <p:ext uri="{BB962C8B-B14F-4D97-AF65-F5344CB8AC3E}">
        <p14:creationId xmlns:p14="http://schemas.microsoft.com/office/powerpoint/2010/main" val="2842889812"/>
      </p:ext>
    </p:extLst>
  </p:cSld>
  <p:clrMapOvr>
    <a:masterClrMapping/>
  </p:clrMapOvr>
</p:sldLayout>
</file>

<file path=ppt/slideLayouts/slideLayout439.xml><?xml version="1.0" encoding="utf-8"?>
<p:sldLayout xmlns:a="http://schemas.openxmlformats.org/drawingml/2006/main" xmlns:r="http://schemas.openxmlformats.org/officeDocument/2006/relationships" xmlns:p="http://schemas.openxmlformats.org/presentationml/2006/main" preserve="1" userDrawn="1">
  <p:cSld name="Title, 1 image, 2 subtitles with body text ">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0" y="2228850"/>
            <a:ext cx="9144000" cy="29146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4" name="Content Placeholder 3">
            <a:extLst>
              <a:ext uri="{FF2B5EF4-FFF2-40B4-BE49-F238E27FC236}">
                <a16:creationId xmlns:a16="http://schemas.microsoft.com/office/drawing/2014/main" id="{C1410587-1BDD-7048-AF53-8DFCD2C586EC}"/>
              </a:ext>
            </a:extLst>
          </p:cNvPr>
          <p:cNvSpPr>
            <a:spLocks noGrp="1"/>
          </p:cNvSpPr>
          <p:nvPr>
            <p:ph sz="quarter" idx="17" hasCustomPrompt="1"/>
          </p:nvPr>
        </p:nvSpPr>
        <p:spPr>
          <a:xfrm>
            <a:off x="0" y="2228850"/>
            <a:ext cx="9144000" cy="291592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imagery </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0" y="1181100"/>
            <a:ext cx="4572000" cy="80010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19" name="Content Placeholder 3">
            <a:extLst>
              <a:ext uri="{FF2B5EF4-FFF2-40B4-BE49-F238E27FC236}">
                <a16:creationId xmlns:a16="http://schemas.microsoft.com/office/drawing/2014/main" id="{9D9E0323-2132-924E-B4B6-B65DEFACA051}"/>
              </a:ext>
            </a:extLst>
          </p:cNvPr>
          <p:cNvSpPr>
            <a:spLocks noGrp="1"/>
          </p:cNvSpPr>
          <p:nvPr>
            <p:ph sz="quarter" idx="12" hasCustomPrompt="1"/>
          </p:nvPr>
        </p:nvSpPr>
        <p:spPr>
          <a:xfrm>
            <a:off x="6400800" y="285750"/>
            <a:ext cx="2196352" cy="1295400"/>
          </a:xfrm>
          <a:solidFill>
            <a:schemeClr val="tx2"/>
          </a:solidFill>
        </p:spPr>
        <p:txBody>
          <a:bodyPr lIns="137160" tIns="137160" rIns="9144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0" name="Content Placeholder 3">
            <a:extLst>
              <a:ext uri="{FF2B5EF4-FFF2-40B4-BE49-F238E27FC236}">
                <a16:creationId xmlns:a16="http://schemas.microsoft.com/office/drawing/2014/main" id="{73CF75C6-D2B9-2B40-86C2-61E17A7E58DA}"/>
              </a:ext>
            </a:extLst>
          </p:cNvPr>
          <p:cNvSpPr>
            <a:spLocks noGrp="1"/>
          </p:cNvSpPr>
          <p:nvPr>
            <p:ph sz="quarter" idx="13" hasCustomPrompt="1"/>
          </p:nvPr>
        </p:nvSpPr>
        <p:spPr>
          <a:xfrm>
            <a:off x="6400800" y="2647951"/>
            <a:ext cx="2196352" cy="9144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1" name="Content Placeholder 3">
            <a:extLst>
              <a:ext uri="{FF2B5EF4-FFF2-40B4-BE49-F238E27FC236}">
                <a16:creationId xmlns:a16="http://schemas.microsoft.com/office/drawing/2014/main" id="{EAF63C98-5ADC-4744-8C2C-754CFCA2A7C7}"/>
              </a:ext>
            </a:extLst>
          </p:cNvPr>
          <p:cNvSpPr>
            <a:spLocks noGrp="1"/>
          </p:cNvSpPr>
          <p:nvPr>
            <p:ph sz="quarter" idx="15" hasCustomPrompt="1"/>
          </p:nvPr>
        </p:nvSpPr>
        <p:spPr>
          <a:xfrm>
            <a:off x="6400800" y="1583328"/>
            <a:ext cx="2196352" cy="1064623"/>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22" name="Content Placeholder 3">
            <a:extLst>
              <a:ext uri="{FF2B5EF4-FFF2-40B4-BE49-F238E27FC236}">
                <a16:creationId xmlns:a16="http://schemas.microsoft.com/office/drawing/2014/main" id="{60F589EC-28F7-6547-A1E0-FD934D9C4717}"/>
              </a:ext>
            </a:extLst>
          </p:cNvPr>
          <p:cNvSpPr>
            <a:spLocks noGrp="1"/>
          </p:cNvSpPr>
          <p:nvPr>
            <p:ph sz="quarter" idx="16" hasCustomPrompt="1"/>
          </p:nvPr>
        </p:nvSpPr>
        <p:spPr>
          <a:xfrm>
            <a:off x="6400800" y="3562350"/>
            <a:ext cx="2196352" cy="1574620"/>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Tree>
    <p:extLst>
      <p:ext uri="{BB962C8B-B14F-4D97-AF65-F5344CB8AC3E}">
        <p14:creationId xmlns:p14="http://schemas.microsoft.com/office/powerpoint/2010/main" val="2566893257"/>
      </p:ext>
    </p:extLst>
  </p:cSld>
  <p:clrMapOvr>
    <a:masterClrMapping/>
  </p:clrMapOvr>
</p:sldLayout>
</file>

<file path=ppt/slideLayouts/slideLayout440.xml><?xml version="1.0" encoding="utf-8"?>
<p:sldLayout xmlns:a="http://schemas.openxmlformats.org/drawingml/2006/main" xmlns:r="http://schemas.openxmlformats.org/officeDocument/2006/relationships" xmlns:p="http://schemas.openxmlformats.org/presentationml/2006/main" preserve="1" userDrawn="1">
  <p:cSld name="1 Image, Title, option for body tex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0" y="2228850"/>
            <a:ext cx="9144000" cy="29146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1181100"/>
            <a:ext cx="3429001" cy="80010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A4AE68C5-CD5D-4844-949B-A40D77CF7FF9}"/>
              </a:ext>
            </a:extLst>
          </p:cNvPr>
          <p:cNvSpPr>
            <a:spLocks noGrp="1"/>
          </p:cNvSpPr>
          <p:nvPr>
            <p:ph sz="half" idx="10" hasCustomPrompt="1"/>
          </p:nvPr>
        </p:nvSpPr>
        <p:spPr>
          <a:xfrm>
            <a:off x="4336774" y="1047750"/>
            <a:ext cx="4343400" cy="933451"/>
          </a:xfrm>
          <a:prstGeom prst="rect">
            <a:avLst/>
          </a:prstGeom>
        </p:spPr>
        <p:txBody>
          <a:bodyPr anchor="b">
            <a:normAutofit/>
          </a:bodyPr>
          <a:lstStyle>
            <a:lvl1pPr marL="0" indent="0">
              <a:lnSpc>
                <a:spcPct val="100000"/>
              </a:lnSpc>
              <a:buNone/>
              <a:defRPr sz="1400">
                <a:solidFill>
                  <a:srgbClr val="393A39"/>
                </a:solidFill>
                <a:latin typeface="Lato" panose="020F0502020204030203" pitchFamily="34" charset="0"/>
              </a:defRPr>
            </a:lvl1pPr>
            <a:lvl2pPr marL="292093" indent="0">
              <a:lnSpc>
                <a:spcPct val="100000"/>
              </a:lnSpc>
              <a:buFont typeface="Arial" panose="020B0604020202020204" pitchFamily="34" charset="0"/>
              <a:buNone/>
              <a:defRPr sz="1200">
                <a:solidFill>
                  <a:srgbClr val="393A39"/>
                </a:solidFill>
                <a:latin typeface="Lato" panose="020F0502020204030203" pitchFamily="34" charset="0"/>
              </a:defRPr>
            </a:lvl2pPr>
            <a:lvl3pPr marL="576248" indent="0">
              <a:lnSpc>
                <a:spcPct val="100000"/>
              </a:lnSpc>
              <a:buNone/>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 2-3 lines max</a:t>
            </a:r>
          </a:p>
        </p:txBody>
      </p:sp>
      <p:sp>
        <p:nvSpPr>
          <p:cNvPr id="9" name="Content Placeholder 3">
            <a:extLst>
              <a:ext uri="{FF2B5EF4-FFF2-40B4-BE49-F238E27FC236}">
                <a16:creationId xmlns:a16="http://schemas.microsoft.com/office/drawing/2014/main" id="{21EE6DDC-9DF0-0C4F-AFDB-C9D531F30959}"/>
              </a:ext>
            </a:extLst>
          </p:cNvPr>
          <p:cNvSpPr>
            <a:spLocks noGrp="1"/>
          </p:cNvSpPr>
          <p:nvPr>
            <p:ph sz="quarter" idx="17" hasCustomPrompt="1"/>
          </p:nvPr>
        </p:nvSpPr>
        <p:spPr>
          <a:xfrm>
            <a:off x="0" y="2228850"/>
            <a:ext cx="9144000" cy="291592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a:t>
            </a:r>
          </a:p>
        </p:txBody>
      </p:sp>
      <p:sp>
        <p:nvSpPr>
          <p:cNvPr id="6" name="Text Placeholder 2">
            <a:extLst>
              <a:ext uri="{FF2B5EF4-FFF2-40B4-BE49-F238E27FC236}">
                <a16:creationId xmlns:a16="http://schemas.microsoft.com/office/drawing/2014/main" id="{9C9FBA76-EC57-5B44-B1FE-EAEF7BA59C51}"/>
              </a:ext>
            </a:extLst>
          </p:cNvPr>
          <p:cNvSpPr>
            <a:spLocks noGrp="1"/>
          </p:cNvSpPr>
          <p:nvPr>
            <p:ph type="body" sz="quarter" idx="18" hasCustomPrompt="1"/>
          </p:nvPr>
        </p:nvSpPr>
        <p:spPr>
          <a:xfrm>
            <a:off x="97023" y="4854151"/>
            <a:ext cx="3103378" cy="304800"/>
          </a:xfrm>
        </p:spPr>
        <p:txBody>
          <a:bodyPr>
            <a:normAutofit/>
          </a:bodyPr>
          <a:lstStyle>
            <a:lvl1pPr marL="0" indent="0">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Short  caption in this style only if necessary</a:t>
            </a:r>
          </a:p>
        </p:txBody>
      </p:sp>
    </p:spTree>
    <p:extLst>
      <p:ext uri="{BB962C8B-B14F-4D97-AF65-F5344CB8AC3E}">
        <p14:creationId xmlns:p14="http://schemas.microsoft.com/office/powerpoint/2010/main" val="4118487707"/>
      </p:ext>
    </p:extLst>
  </p:cSld>
  <p:clrMapOvr>
    <a:masterClrMapping/>
  </p:clrMapOvr>
</p:sldLayout>
</file>

<file path=ppt/slideLayouts/slideLayout441.xml><?xml version="1.0" encoding="utf-8"?>
<p:sldLayout xmlns:a="http://schemas.openxmlformats.org/drawingml/2006/main" xmlns:r="http://schemas.openxmlformats.org/officeDocument/2006/relationships" xmlns:p="http://schemas.openxmlformats.org/presentationml/2006/main" preserve="1" userDrawn="1">
  <p:cSld name="1 Image, Title, 4 subtitles with body tex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0" y="0"/>
            <a:ext cx="9144000" cy="29146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Content Placeholder 3">
            <a:extLst>
              <a:ext uri="{FF2B5EF4-FFF2-40B4-BE49-F238E27FC236}">
                <a16:creationId xmlns:a16="http://schemas.microsoft.com/office/drawing/2014/main" id="{C55A5EC6-0073-7947-BBE4-21D6DE8230A6}"/>
              </a:ext>
            </a:extLst>
          </p:cNvPr>
          <p:cNvSpPr>
            <a:spLocks noGrp="1"/>
          </p:cNvSpPr>
          <p:nvPr>
            <p:ph sz="quarter" idx="19" hasCustomPrompt="1"/>
          </p:nvPr>
        </p:nvSpPr>
        <p:spPr>
          <a:xfrm>
            <a:off x="4572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5" name="Content Placeholder 3">
            <a:extLst>
              <a:ext uri="{FF2B5EF4-FFF2-40B4-BE49-F238E27FC236}">
                <a16:creationId xmlns:a16="http://schemas.microsoft.com/office/drawing/2014/main" id="{3ECEF5C8-D625-7D48-953E-B6AF1C1C6455}"/>
              </a:ext>
            </a:extLst>
          </p:cNvPr>
          <p:cNvSpPr>
            <a:spLocks noGrp="1"/>
          </p:cNvSpPr>
          <p:nvPr>
            <p:ph sz="quarter" idx="20" hasCustomPrompt="1"/>
          </p:nvPr>
        </p:nvSpPr>
        <p:spPr>
          <a:xfrm>
            <a:off x="4572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6" name="Content Placeholder 3">
            <a:extLst>
              <a:ext uri="{FF2B5EF4-FFF2-40B4-BE49-F238E27FC236}">
                <a16:creationId xmlns:a16="http://schemas.microsoft.com/office/drawing/2014/main" id="{2EB91B49-F488-C145-AFFE-02764827CF01}"/>
              </a:ext>
            </a:extLst>
          </p:cNvPr>
          <p:cNvSpPr>
            <a:spLocks noGrp="1"/>
          </p:cNvSpPr>
          <p:nvPr>
            <p:ph sz="quarter" idx="21" hasCustomPrompt="1"/>
          </p:nvPr>
        </p:nvSpPr>
        <p:spPr>
          <a:xfrm>
            <a:off x="25908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AF43D2FE-FD2D-9A46-AA7F-01AA07355C0E}"/>
              </a:ext>
            </a:extLst>
          </p:cNvPr>
          <p:cNvSpPr>
            <a:spLocks noGrp="1"/>
          </p:cNvSpPr>
          <p:nvPr>
            <p:ph sz="quarter" idx="22" hasCustomPrompt="1"/>
          </p:nvPr>
        </p:nvSpPr>
        <p:spPr>
          <a:xfrm>
            <a:off x="25908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26" name="Content Placeholder 3">
            <a:extLst>
              <a:ext uri="{FF2B5EF4-FFF2-40B4-BE49-F238E27FC236}">
                <a16:creationId xmlns:a16="http://schemas.microsoft.com/office/drawing/2014/main" id="{812EEC76-2279-374F-8B62-D1B9694094F0}"/>
              </a:ext>
            </a:extLst>
          </p:cNvPr>
          <p:cNvSpPr>
            <a:spLocks noGrp="1"/>
          </p:cNvSpPr>
          <p:nvPr>
            <p:ph sz="quarter" idx="23" hasCustomPrompt="1"/>
          </p:nvPr>
        </p:nvSpPr>
        <p:spPr>
          <a:xfrm>
            <a:off x="4724400" y="347155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87BCBA6B-67C3-6043-925B-200179A70E1E}"/>
              </a:ext>
            </a:extLst>
          </p:cNvPr>
          <p:cNvSpPr>
            <a:spLocks noGrp="1"/>
          </p:cNvSpPr>
          <p:nvPr>
            <p:ph sz="quarter" idx="24" hasCustomPrompt="1"/>
          </p:nvPr>
        </p:nvSpPr>
        <p:spPr>
          <a:xfrm>
            <a:off x="4724400" y="383459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28" name="Content Placeholder 3">
            <a:extLst>
              <a:ext uri="{FF2B5EF4-FFF2-40B4-BE49-F238E27FC236}">
                <a16:creationId xmlns:a16="http://schemas.microsoft.com/office/drawing/2014/main" id="{2FAE9328-9470-0848-AC2C-8C50A5877CD5}"/>
              </a:ext>
            </a:extLst>
          </p:cNvPr>
          <p:cNvSpPr>
            <a:spLocks noGrp="1"/>
          </p:cNvSpPr>
          <p:nvPr>
            <p:ph sz="quarter" idx="25" hasCustomPrompt="1"/>
          </p:nvPr>
        </p:nvSpPr>
        <p:spPr>
          <a:xfrm>
            <a:off x="68580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9" name="Content Placeholder 3">
            <a:extLst>
              <a:ext uri="{FF2B5EF4-FFF2-40B4-BE49-F238E27FC236}">
                <a16:creationId xmlns:a16="http://schemas.microsoft.com/office/drawing/2014/main" id="{0B1D0407-5C33-864A-BF68-513C16B32567}"/>
              </a:ext>
            </a:extLst>
          </p:cNvPr>
          <p:cNvSpPr>
            <a:spLocks noGrp="1"/>
          </p:cNvSpPr>
          <p:nvPr>
            <p:ph sz="quarter" idx="26" hasCustomPrompt="1"/>
          </p:nvPr>
        </p:nvSpPr>
        <p:spPr>
          <a:xfrm>
            <a:off x="68580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pic>
        <p:nvPicPr>
          <p:cNvPr id="19" name="Picture 18">
            <a:extLst>
              <a:ext uri="{FF2B5EF4-FFF2-40B4-BE49-F238E27FC236}">
                <a16:creationId xmlns:a16="http://schemas.microsoft.com/office/drawing/2014/main" id="{12314A6A-139E-B045-A7B0-62EE8C195F54}"/>
              </a:ext>
            </a:extLst>
          </p:cNvPr>
          <p:cNvPicPr>
            <a:picLocks noChangeAspect="1"/>
          </p:cNvPicPr>
          <p:nvPr userDrawn="1"/>
        </p:nvPicPr>
        <p:blipFill rotWithShape="1">
          <a:blip r:embed="rId2"/>
          <a:srcRect l="24096"/>
          <a:stretch/>
        </p:blipFill>
        <p:spPr>
          <a:xfrm>
            <a:off x="0" y="115218"/>
            <a:ext cx="1066800" cy="287051"/>
          </a:xfrm>
          <a:prstGeom prst="rect">
            <a:avLst/>
          </a:prstGeom>
        </p:spPr>
      </p:pic>
      <p:pic>
        <p:nvPicPr>
          <p:cNvPr id="20" name="Picture 19">
            <a:extLst>
              <a:ext uri="{FF2B5EF4-FFF2-40B4-BE49-F238E27FC236}">
                <a16:creationId xmlns:a16="http://schemas.microsoft.com/office/drawing/2014/main" id="{C764D7F7-BB88-854E-82C8-FA0A21E4A86E}"/>
              </a:ext>
            </a:extLst>
          </p:cNvPr>
          <p:cNvPicPr>
            <a:picLocks noChangeAspect="1"/>
          </p:cNvPicPr>
          <p:nvPr userDrawn="1"/>
        </p:nvPicPr>
        <p:blipFill>
          <a:blip r:embed="rId3"/>
          <a:stretch>
            <a:fillRect/>
          </a:stretch>
        </p:blipFill>
        <p:spPr>
          <a:xfrm>
            <a:off x="115779" y="223914"/>
            <a:ext cx="752320" cy="69658"/>
          </a:xfrm>
          <a:prstGeom prst="rect">
            <a:avLst/>
          </a:prstGeom>
        </p:spPr>
      </p:pic>
      <p:sp>
        <p:nvSpPr>
          <p:cNvPr id="32" name="Content Placeholder 3">
            <a:extLst>
              <a:ext uri="{FF2B5EF4-FFF2-40B4-BE49-F238E27FC236}">
                <a16:creationId xmlns:a16="http://schemas.microsoft.com/office/drawing/2014/main" id="{08F8115A-52B0-214C-9121-EF7CCB7F0CB0}"/>
              </a:ext>
            </a:extLst>
          </p:cNvPr>
          <p:cNvSpPr>
            <a:spLocks noGrp="1"/>
          </p:cNvSpPr>
          <p:nvPr>
            <p:ph sz="quarter" idx="17" hasCustomPrompt="1"/>
          </p:nvPr>
        </p:nvSpPr>
        <p:spPr>
          <a:xfrm>
            <a:off x="0" y="-1270"/>
            <a:ext cx="9144000" cy="291592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a:t>
            </a:r>
          </a:p>
        </p:txBody>
      </p:sp>
      <p:sp>
        <p:nvSpPr>
          <p:cNvPr id="18" name="Title 1">
            <a:extLst>
              <a:ext uri="{FF2B5EF4-FFF2-40B4-BE49-F238E27FC236}">
                <a16:creationId xmlns:a16="http://schemas.microsoft.com/office/drawing/2014/main" id="{FC98038E-301F-8A4C-BE5E-97E84379DBA2}"/>
              </a:ext>
            </a:extLst>
          </p:cNvPr>
          <p:cNvSpPr>
            <a:spLocks noGrp="1"/>
          </p:cNvSpPr>
          <p:nvPr>
            <p:ph type="title"/>
          </p:nvPr>
        </p:nvSpPr>
        <p:spPr>
          <a:xfrm>
            <a:off x="0" y="2373810"/>
            <a:ext cx="7467600" cy="879516"/>
          </a:xfrm>
          <a:prstGeom prst="rect">
            <a:avLst/>
          </a:prstGeom>
          <a:solidFill>
            <a:schemeClr val="tx2"/>
          </a:solidFill>
        </p:spPr>
        <p:txBody>
          <a:bodyPr lIns="548640" rIns="137160" bIns="13716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968603104"/>
      </p:ext>
    </p:extLst>
  </p:cSld>
  <p:clrMapOvr>
    <a:masterClrMapping/>
  </p:clrMapOvr>
</p:sldLayout>
</file>

<file path=ppt/slideLayouts/slideLayout442.xml><?xml version="1.0" encoding="utf-8"?>
<p:sldLayout xmlns:a="http://schemas.openxmlformats.org/drawingml/2006/main" xmlns:r="http://schemas.openxmlformats.org/officeDocument/2006/relationships" xmlns:p="http://schemas.openxmlformats.org/presentationml/2006/main" preserve="1" userDrawn="1">
  <p:cSld name="1_1 Image, Title, 4 subtitles with body tex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0" y="0"/>
            <a:ext cx="9144000" cy="29146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Content Placeholder 3">
            <a:extLst>
              <a:ext uri="{FF2B5EF4-FFF2-40B4-BE49-F238E27FC236}">
                <a16:creationId xmlns:a16="http://schemas.microsoft.com/office/drawing/2014/main" id="{C55A5EC6-0073-7947-BBE4-21D6DE8230A6}"/>
              </a:ext>
            </a:extLst>
          </p:cNvPr>
          <p:cNvSpPr>
            <a:spLocks noGrp="1"/>
          </p:cNvSpPr>
          <p:nvPr>
            <p:ph sz="quarter" idx="19" hasCustomPrompt="1"/>
          </p:nvPr>
        </p:nvSpPr>
        <p:spPr>
          <a:xfrm>
            <a:off x="4572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5" name="Content Placeholder 3">
            <a:extLst>
              <a:ext uri="{FF2B5EF4-FFF2-40B4-BE49-F238E27FC236}">
                <a16:creationId xmlns:a16="http://schemas.microsoft.com/office/drawing/2014/main" id="{3ECEF5C8-D625-7D48-953E-B6AF1C1C6455}"/>
              </a:ext>
            </a:extLst>
          </p:cNvPr>
          <p:cNvSpPr>
            <a:spLocks noGrp="1"/>
          </p:cNvSpPr>
          <p:nvPr>
            <p:ph sz="quarter" idx="20" hasCustomPrompt="1"/>
          </p:nvPr>
        </p:nvSpPr>
        <p:spPr>
          <a:xfrm>
            <a:off x="4572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6" name="Content Placeholder 3">
            <a:extLst>
              <a:ext uri="{FF2B5EF4-FFF2-40B4-BE49-F238E27FC236}">
                <a16:creationId xmlns:a16="http://schemas.microsoft.com/office/drawing/2014/main" id="{2EB91B49-F488-C145-AFFE-02764827CF01}"/>
              </a:ext>
            </a:extLst>
          </p:cNvPr>
          <p:cNvSpPr>
            <a:spLocks noGrp="1"/>
          </p:cNvSpPr>
          <p:nvPr>
            <p:ph sz="quarter" idx="21" hasCustomPrompt="1"/>
          </p:nvPr>
        </p:nvSpPr>
        <p:spPr>
          <a:xfrm>
            <a:off x="25908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AF43D2FE-FD2D-9A46-AA7F-01AA07355C0E}"/>
              </a:ext>
            </a:extLst>
          </p:cNvPr>
          <p:cNvSpPr>
            <a:spLocks noGrp="1"/>
          </p:cNvSpPr>
          <p:nvPr>
            <p:ph sz="quarter" idx="22" hasCustomPrompt="1"/>
          </p:nvPr>
        </p:nvSpPr>
        <p:spPr>
          <a:xfrm>
            <a:off x="25908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26" name="Content Placeholder 3">
            <a:extLst>
              <a:ext uri="{FF2B5EF4-FFF2-40B4-BE49-F238E27FC236}">
                <a16:creationId xmlns:a16="http://schemas.microsoft.com/office/drawing/2014/main" id="{812EEC76-2279-374F-8B62-D1B9694094F0}"/>
              </a:ext>
            </a:extLst>
          </p:cNvPr>
          <p:cNvSpPr>
            <a:spLocks noGrp="1"/>
          </p:cNvSpPr>
          <p:nvPr>
            <p:ph sz="quarter" idx="23" hasCustomPrompt="1"/>
          </p:nvPr>
        </p:nvSpPr>
        <p:spPr>
          <a:xfrm>
            <a:off x="4724400" y="347155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87BCBA6B-67C3-6043-925B-200179A70E1E}"/>
              </a:ext>
            </a:extLst>
          </p:cNvPr>
          <p:cNvSpPr>
            <a:spLocks noGrp="1"/>
          </p:cNvSpPr>
          <p:nvPr>
            <p:ph sz="quarter" idx="24" hasCustomPrompt="1"/>
          </p:nvPr>
        </p:nvSpPr>
        <p:spPr>
          <a:xfrm>
            <a:off x="4724400" y="383459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28" name="Content Placeholder 3">
            <a:extLst>
              <a:ext uri="{FF2B5EF4-FFF2-40B4-BE49-F238E27FC236}">
                <a16:creationId xmlns:a16="http://schemas.microsoft.com/office/drawing/2014/main" id="{2FAE9328-9470-0848-AC2C-8C50A5877CD5}"/>
              </a:ext>
            </a:extLst>
          </p:cNvPr>
          <p:cNvSpPr>
            <a:spLocks noGrp="1"/>
          </p:cNvSpPr>
          <p:nvPr>
            <p:ph sz="quarter" idx="25" hasCustomPrompt="1"/>
          </p:nvPr>
        </p:nvSpPr>
        <p:spPr>
          <a:xfrm>
            <a:off x="68580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9" name="Content Placeholder 3">
            <a:extLst>
              <a:ext uri="{FF2B5EF4-FFF2-40B4-BE49-F238E27FC236}">
                <a16:creationId xmlns:a16="http://schemas.microsoft.com/office/drawing/2014/main" id="{0B1D0407-5C33-864A-BF68-513C16B32567}"/>
              </a:ext>
            </a:extLst>
          </p:cNvPr>
          <p:cNvSpPr>
            <a:spLocks noGrp="1"/>
          </p:cNvSpPr>
          <p:nvPr>
            <p:ph sz="quarter" idx="26" hasCustomPrompt="1"/>
          </p:nvPr>
        </p:nvSpPr>
        <p:spPr>
          <a:xfrm>
            <a:off x="68580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2" name="Rectangle 1">
            <a:extLst>
              <a:ext uri="{FF2B5EF4-FFF2-40B4-BE49-F238E27FC236}">
                <a16:creationId xmlns:a16="http://schemas.microsoft.com/office/drawing/2014/main" id="{F6AE7833-1F13-1049-9DAF-FBC22A380B2E}"/>
              </a:ext>
            </a:extLst>
          </p:cNvPr>
          <p:cNvSpPr/>
          <p:nvPr userDrawn="1"/>
        </p:nvSpPr>
        <p:spPr>
          <a:xfrm>
            <a:off x="0" y="293572"/>
            <a:ext cx="4038600" cy="29639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9" name="Picture 18">
            <a:extLst>
              <a:ext uri="{FF2B5EF4-FFF2-40B4-BE49-F238E27FC236}">
                <a16:creationId xmlns:a16="http://schemas.microsoft.com/office/drawing/2014/main" id="{12314A6A-139E-B045-A7B0-62EE8C195F54}"/>
              </a:ext>
            </a:extLst>
          </p:cNvPr>
          <p:cNvPicPr>
            <a:picLocks noChangeAspect="1"/>
          </p:cNvPicPr>
          <p:nvPr userDrawn="1"/>
        </p:nvPicPr>
        <p:blipFill rotWithShape="1">
          <a:blip r:embed="rId2"/>
          <a:srcRect l="24096"/>
          <a:stretch/>
        </p:blipFill>
        <p:spPr>
          <a:xfrm>
            <a:off x="0" y="115218"/>
            <a:ext cx="1066800" cy="287051"/>
          </a:xfrm>
          <a:prstGeom prst="rect">
            <a:avLst/>
          </a:prstGeom>
        </p:spPr>
      </p:pic>
      <p:pic>
        <p:nvPicPr>
          <p:cNvPr id="20" name="Picture 19">
            <a:extLst>
              <a:ext uri="{FF2B5EF4-FFF2-40B4-BE49-F238E27FC236}">
                <a16:creationId xmlns:a16="http://schemas.microsoft.com/office/drawing/2014/main" id="{C764D7F7-BB88-854E-82C8-FA0A21E4A86E}"/>
              </a:ext>
            </a:extLst>
          </p:cNvPr>
          <p:cNvPicPr>
            <a:picLocks noChangeAspect="1"/>
          </p:cNvPicPr>
          <p:nvPr userDrawn="1"/>
        </p:nvPicPr>
        <p:blipFill>
          <a:blip r:embed="rId3"/>
          <a:stretch>
            <a:fillRect/>
          </a:stretch>
        </p:blipFill>
        <p:spPr>
          <a:xfrm>
            <a:off x="115779" y="223914"/>
            <a:ext cx="752320" cy="69658"/>
          </a:xfrm>
          <a:prstGeom prst="rect">
            <a:avLst/>
          </a:prstGeom>
        </p:spPr>
      </p:pic>
      <p:sp>
        <p:nvSpPr>
          <p:cNvPr id="32" name="Content Placeholder 3">
            <a:extLst>
              <a:ext uri="{FF2B5EF4-FFF2-40B4-BE49-F238E27FC236}">
                <a16:creationId xmlns:a16="http://schemas.microsoft.com/office/drawing/2014/main" id="{08F8115A-52B0-214C-9121-EF7CCB7F0CB0}"/>
              </a:ext>
            </a:extLst>
          </p:cNvPr>
          <p:cNvSpPr>
            <a:spLocks noGrp="1"/>
          </p:cNvSpPr>
          <p:nvPr>
            <p:ph sz="quarter" idx="17" hasCustomPrompt="1"/>
          </p:nvPr>
        </p:nvSpPr>
        <p:spPr>
          <a:xfrm>
            <a:off x="4038600" y="-1270"/>
            <a:ext cx="5105400" cy="291592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more square / vertical image</a:t>
            </a:r>
          </a:p>
        </p:txBody>
      </p:sp>
      <p:sp>
        <p:nvSpPr>
          <p:cNvPr id="18" name="Title 1">
            <a:extLst>
              <a:ext uri="{FF2B5EF4-FFF2-40B4-BE49-F238E27FC236}">
                <a16:creationId xmlns:a16="http://schemas.microsoft.com/office/drawing/2014/main" id="{FC98038E-301F-8A4C-BE5E-97E84379DBA2}"/>
              </a:ext>
            </a:extLst>
          </p:cNvPr>
          <p:cNvSpPr>
            <a:spLocks noGrp="1"/>
          </p:cNvSpPr>
          <p:nvPr>
            <p:ph type="title"/>
          </p:nvPr>
        </p:nvSpPr>
        <p:spPr>
          <a:xfrm>
            <a:off x="0" y="287042"/>
            <a:ext cx="4038600" cy="2056109"/>
          </a:xfrm>
          <a:prstGeom prst="rect">
            <a:avLst/>
          </a:prstGeom>
          <a:noFill/>
        </p:spPr>
        <p:txBody>
          <a:bodyPr lIns="548640" rIns="365760" bIns="4572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21" name="Content Placeholder 3">
            <a:extLst>
              <a:ext uri="{FF2B5EF4-FFF2-40B4-BE49-F238E27FC236}">
                <a16:creationId xmlns:a16="http://schemas.microsoft.com/office/drawing/2014/main" id="{CBC1F31E-85D9-5E4B-9BA9-85B4AD8EDEEE}"/>
              </a:ext>
            </a:extLst>
          </p:cNvPr>
          <p:cNvSpPr>
            <a:spLocks noGrp="1"/>
          </p:cNvSpPr>
          <p:nvPr>
            <p:ph sz="quarter" idx="27" hasCustomPrompt="1"/>
          </p:nvPr>
        </p:nvSpPr>
        <p:spPr>
          <a:xfrm>
            <a:off x="0" y="2349680"/>
            <a:ext cx="4038600" cy="907869"/>
          </a:xfrm>
          <a:noFill/>
        </p:spPr>
        <p:txBody>
          <a:bodyPr lIns="548640" tIns="45720" rIns="182880" bIns="137160" anchor="t" anchorCtr="0">
            <a:normAutofit/>
          </a:bodyPr>
          <a:lstStyle>
            <a:lvl1pPr marL="0" indent="0">
              <a:buNone/>
              <a:defRPr sz="1200" b="0">
                <a:solidFill>
                  <a:schemeClr val="accent3"/>
                </a:solidFill>
              </a:defRPr>
            </a:lvl1pPr>
            <a:lvl2pPr>
              <a:defRPr>
                <a:solidFill>
                  <a:schemeClr val="bg2"/>
                </a:solidFill>
              </a:defRPr>
            </a:lvl2pPr>
            <a:lvl3pPr>
              <a:defRPr>
                <a:solidFill>
                  <a:schemeClr val="bg2"/>
                </a:solidFill>
              </a:defRPr>
            </a:lvl3pPr>
          </a:lstStyle>
          <a:p>
            <a:pPr lvl="0"/>
            <a:r>
              <a:rPr lang="en-US" dirty="0"/>
              <a:t>Short body copy here</a:t>
            </a:r>
          </a:p>
        </p:txBody>
      </p:sp>
    </p:spTree>
    <p:extLst>
      <p:ext uri="{BB962C8B-B14F-4D97-AF65-F5344CB8AC3E}">
        <p14:creationId xmlns:p14="http://schemas.microsoft.com/office/powerpoint/2010/main" val="3289091290"/>
      </p:ext>
    </p:extLst>
  </p:cSld>
  <p:clrMapOvr>
    <a:masterClrMapping/>
  </p:clrMapOvr>
</p:sldLayout>
</file>

<file path=ppt/slideLayouts/slideLayout443.xml><?xml version="1.0" encoding="utf-8"?>
<p:sldLayout xmlns:a="http://schemas.openxmlformats.org/drawingml/2006/main" xmlns:r="http://schemas.openxmlformats.org/officeDocument/2006/relationships" xmlns:p="http://schemas.openxmlformats.org/presentationml/2006/main" preserve="1" userDrawn="1">
  <p:cSld name="1 Image, Title, up to 6 subtitles with body tex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userDrawn="1"/>
        </p:nvSpPr>
        <p:spPr>
          <a:xfrm>
            <a:off x="0" y="0"/>
            <a:ext cx="43434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Rectangle 10">
            <a:extLst>
              <a:ext uri="{FF2B5EF4-FFF2-40B4-BE49-F238E27FC236}">
                <a16:creationId xmlns:a16="http://schemas.microsoft.com/office/drawing/2014/main" id="{DC1C3825-2765-004B-AADE-07B48076C16B}"/>
              </a:ext>
            </a:extLst>
          </p:cNvPr>
          <p:cNvSpPr/>
          <p:nvPr userDrawn="1"/>
        </p:nvSpPr>
        <p:spPr>
          <a:xfrm>
            <a:off x="0" y="742950"/>
            <a:ext cx="4577080" cy="111711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6" name="Content Placeholder 3">
            <a:extLst>
              <a:ext uri="{FF2B5EF4-FFF2-40B4-BE49-F238E27FC236}">
                <a16:creationId xmlns:a16="http://schemas.microsoft.com/office/drawing/2014/main" id="{812EEC76-2279-374F-8B62-D1B9694094F0}"/>
              </a:ext>
            </a:extLst>
          </p:cNvPr>
          <p:cNvSpPr>
            <a:spLocks noGrp="1"/>
          </p:cNvSpPr>
          <p:nvPr>
            <p:ph sz="quarter" idx="23" hasCustomPrompt="1"/>
          </p:nvPr>
        </p:nvSpPr>
        <p:spPr>
          <a:xfrm>
            <a:off x="4724400" y="373270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87BCBA6B-67C3-6043-925B-200179A70E1E}"/>
              </a:ext>
            </a:extLst>
          </p:cNvPr>
          <p:cNvSpPr>
            <a:spLocks noGrp="1"/>
          </p:cNvSpPr>
          <p:nvPr>
            <p:ph sz="quarter" idx="24" hasCustomPrompt="1"/>
          </p:nvPr>
        </p:nvSpPr>
        <p:spPr>
          <a:xfrm>
            <a:off x="4724400" y="409575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Remove from the bottom first if you need less than 6 items</a:t>
            </a:r>
          </a:p>
        </p:txBody>
      </p:sp>
      <p:sp>
        <p:nvSpPr>
          <p:cNvPr id="28" name="Content Placeholder 3">
            <a:extLst>
              <a:ext uri="{FF2B5EF4-FFF2-40B4-BE49-F238E27FC236}">
                <a16:creationId xmlns:a16="http://schemas.microsoft.com/office/drawing/2014/main" id="{2FAE9328-9470-0848-AC2C-8C50A5877CD5}"/>
              </a:ext>
            </a:extLst>
          </p:cNvPr>
          <p:cNvSpPr>
            <a:spLocks noGrp="1"/>
          </p:cNvSpPr>
          <p:nvPr>
            <p:ph sz="quarter" idx="25" hasCustomPrompt="1"/>
          </p:nvPr>
        </p:nvSpPr>
        <p:spPr>
          <a:xfrm>
            <a:off x="6858000" y="372617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9" name="Content Placeholder 3">
            <a:extLst>
              <a:ext uri="{FF2B5EF4-FFF2-40B4-BE49-F238E27FC236}">
                <a16:creationId xmlns:a16="http://schemas.microsoft.com/office/drawing/2014/main" id="{0B1D0407-5C33-864A-BF68-513C16B32567}"/>
              </a:ext>
            </a:extLst>
          </p:cNvPr>
          <p:cNvSpPr>
            <a:spLocks noGrp="1"/>
          </p:cNvSpPr>
          <p:nvPr>
            <p:ph sz="quarter" idx="26" hasCustomPrompt="1"/>
          </p:nvPr>
        </p:nvSpPr>
        <p:spPr>
          <a:xfrm>
            <a:off x="6858000" y="408922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You can adjust the heigh of these to fit your content, keep top and left alignments</a:t>
            </a:r>
          </a:p>
        </p:txBody>
      </p:sp>
      <p:sp>
        <p:nvSpPr>
          <p:cNvPr id="30" name="Content Placeholder 3">
            <a:extLst>
              <a:ext uri="{FF2B5EF4-FFF2-40B4-BE49-F238E27FC236}">
                <a16:creationId xmlns:a16="http://schemas.microsoft.com/office/drawing/2014/main" id="{C9D8B313-D243-E846-8D3B-ABB4B93E922C}"/>
              </a:ext>
            </a:extLst>
          </p:cNvPr>
          <p:cNvSpPr>
            <a:spLocks noGrp="1"/>
          </p:cNvSpPr>
          <p:nvPr>
            <p:ph sz="quarter" idx="27" hasCustomPrompt="1"/>
          </p:nvPr>
        </p:nvSpPr>
        <p:spPr>
          <a:xfrm>
            <a:off x="4724400" y="231030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1" name="Content Placeholder 3">
            <a:extLst>
              <a:ext uri="{FF2B5EF4-FFF2-40B4-BE49-F238E27FC236}">
                <a16:creationId xmlns:a16="http://schemas.microsoft.com/office/drawing/2014/main" id="{2BAA0604-F53F-2848-B4BD-6B32B71B85BB}"/>
              </a:ext>
            </a:extLst>
          </p:cNvPr>
          <p:cNvSpPr>
            <a:spLocks noGrp="1"/>
          </p:cNvSpPr>
          <p:nvPr>
            <p:ph sz="quarter" idx="28" hasCustomPrompt="1"/>
          </p:nvPr>
        </p:nvSpPr>
        <p:spPr>
          <a:xfrm>
            <a:off x="4724400" y="267335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32" name="Content Placeholder 3">
            <a:extLst>
              <a:ext uri="{FF2B5EF4-FFF2-40B4-BE49-F238E27FC236}">
                <a16:creationId xmlns:a16="http://schemas.microsoft.com/office/drawing/2014/main" id="{D6963282-55FC-0444-8CF4-27F51B5CEDE1}"/>
              </a:ext>
            </a:extLst>
          </p:cNvPr>
          <p:cNvSpPr>
            <a:spLocks noGrp="1"/>
          </p:cNvSpPr>
          <p:nvPr>
            <p:ph sz="quarter" idx="29" hasCustomPrompt="1"/>
          </p:nvPr>
        </p:nvSpPr>
        <p:spPr>
          <a:xfrm>
            <a:off x="6858000" y="230377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3" name="Content Placeholder 3">
            <a:extLst>
              <a:ext uri="{FF2B5EF4-FFF2-40B4-BE49-F238E27FC236}">
                <a16:creationId xmlns:a16="http://schemas.microsoft.com/office/drawing/2014/main" id="{5DF59E8E-AEA7-9947-AD18-8DD63C3ADFE2}"/>
              </a:ext>
            </a:extLst>
          </p:cNvPr>
          <p:cNvSpPr>
            <a:spLocks noGrp="1"/>
          </p:cNvSpPr>
          <p:nvPr>
            <p:ph sz="quarter" idx="30" hasCustomPrompt="1"/>
          </p:nvPr>
        </p:nvSpPr>
        <p:spPr>
          <a:xfrm>
            <a:off x="6858000" y="266682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34" name="Content Placeholder 3">
            <a:extLst>
              <a:ext uri="{FF2B5EF4-FFF2-40B4-BE49-F238E27FC236}">
                <a16:creationId xmlns:a16="http://schemas.microsoft.com/office/drawing/2014/main" id="{38F9CC85-41CC-604C-8E95-3F83B6D2082D}"/>
              </a:ext>
            </a:extLst>
          </p:cNvPr>
          <p:cNvSpPr>
            <a:spLocks noGrp="1"/>
          </p:cNvSpPr>
          <p:nvPr>
            <p:ph sz="quarter" idx="31" hasCustomPrompt="1"/>
          </p:nvPr>
        </p:nvSpPr>
        <p:spPr>
          <a:xfrm>
            <a:off x="4724400" y="91838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5" name="Content Placeholder 3">
            <a:extLst>
              <a:ext uri="{FF2B5EF4-FFF2-40B4-BE49-F238E27FC236}">
                <a16:creationId xmlns:a16="http://schemas.microsoft.com/office/drawing/2014/main" id="{DCDBF9F9-6A22-B64E-88EE-FC546CD5EFC4}"/>
              </a:ext>
            </a:extLst>
          </p:cNvPr>
          <p:cNvSpPr>
            <a:spLocks noGrp="1"/>
          </p:cNvSpPr>
          <p:nvPr>
            <p:ph sz="quarter" idx="32" hasCustomPrompt="1"/>
          </p:nvPr>
        </p:nvSpPr>
        <p:spPr>
          <a:xfrm>
            <a:off x="4724400" y="128143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36" name="Content Placeholder 3">
            <a:extLst>
              <a:ext uri="{FF2B5EF4-FFF2-40B4-BE49-F238E27FC236}">
                <a16:creationId xmlns:a16="http://schemas.microsoft.com/office/drawing/2014/main" id="{1369CBDB-563E-D345-A30B-640FC4806B94}"/>
              </a:ext>
            </a:extLst>
          </p:cNvPr>
          <p:cNvSpPr>
            <a:spLocks noGrp="1"/>
          </p:cNvSpPr>
          <p:nvPr>
            <p:ph sz="quarter" idx="33" hasCustomPrompt="1"/>
          </p:nvPr>
        </p:nvSpPr>
        <p:spPr>
          <a:xfrm>
            <a:off x="6858000" y="91185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7" name="Content Placeholder 3">
            <a:extLst>
              <a:ext uri="{FF2B5EF4-FFF2-40B4-BE49-F238E27FC236}">
                <a16:creationId xmlns:a16="http://schemas.microsoft.com/office/drawing/2014/main" id="{5B8FF45D-E7F1-2543-B070-E8BF938119C9}"/>
              </a:ext>
            </a:extLst>
          </p:cNvPr>
          <p:cNvSpPr>
            <a:spLocks noGrp="1"/>
          </p:cNvSpPr>
          <p:nvPr>
            <p:ph sz="quarter" idx="34" hasCustomPrompt="1"/>
          </p:nvPr>
        </p:nvSpPr>
        <p:spPr>
          <a:xfrm>
            <a:off x="6858000" y="127490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pic>
        <p:nvPicPr>
          <p:cNvPr id="20" name="Picture 19">
            <a:extLst>
              <a:ext uri="{FF2B5EF4-FFF2-40B4-BE49-F238E27FC236}">
                <a16:creationId xmlns:a16="http://schemas.microsoft.com/office/drawing/2014/main" id="{F5CD9F75-76C2-2A47-880F-C0095979670D}"/>
              </a:ext>
            </a:extLst>
          </p:cNvPr>
          <p:cNvPicPr>
            <a:picLocks noChangeAspect="1"/>
          </p:cNvPicPr>
          <p:nvPr userDrawn="1"/>
        </p:nvPicPr>
        <p:blipFill rotWithShape="1">
          <a:blip r:embed="rId2"/>
          <a:srcRect l="24096"/>
          <a:stretch/>
        </p:blipFill>
        <p:spPr>
          <a:xfrm>
            <a:off x="0" y="115218"/>
            <a:ext cx="1066800" cy="287051"/>
          </a:xfrm>
          <a:prstGeom prst="rect">
            <a:avLst/>
          </a:prstGeom>
        </p:spPr>
      </p:pic>
      <p:pic>
        <p:nvPicPr>
          <p:cNvPr id="21" name="Picture 20">
            <a:extLst>
              <a:ext uri="{FF2B5EF4-FFF2-40B4-BE49-F238E27FC236}">
                <a16:creationId xmlns:a16="http://schemas.microsoft.com/office/drawing/2014/main" id="{B10DE0E9-8C99-4D46-8B07-92DD1F616ED8}"/>
              </a:ext>
            </a:extLst>
          </p:cNvPr>
          <p:cNvPicPr>
            <a:picLocks noChangeAspect="1"/>
          </p:cNvPicPr>
          <p:nvPr userDrawn="1"/>
        </p:nvPicPr>
        <p:blipFill>
          <a:blip r:embed="rId3"/>
          <a:stretch>
            <a:fillRect/>
          </a:stretch>
        </p:blipFill>
        <p:spPr>
          <a:xfrm>
            <a:off x="115779" y="223914"/>
            <a:ext cx="752320" cy="69658"/>
          </a:xfrm>
          <a:prstGeom prst="rect">
            <a:avLst/>
          </a:prstGeom>
        </p:spPr>
      </p:pic>
      <p:sp>
        <p:nvSpPr>
          <p:cNvPr id="40" name="Content Placeholder 3">
            <a:extLst>
              <a:ext uri="{FF2B5EF4-FFF2-40B4-BE49-F238E27FC236}">
                <a16:creationId xmlns:a16="http://schemas.microsoft.com/office/drawing/2014/main" id="{C3B0F173-C8FD-6E46-AC7E-AD6F9B58D364}"/>
              </a:ext>
            </a:extLst>
          </p:cNvPr>
          <p:cNvSpPr>
            <a:spLocks noGrp="1"/>
          </p:cNvSpPr>
          <p:nvPr>
            <p:ph sz="quarter" idx="17" hasCustomPrompt="1"/>
          </p:nvPr>
        </p:nvSpPr>
        <p:spPr>
          <a:xfrm>
            <a:off x="-5080" y="0"/>
            <a:ext cx="4343400" cy="5144770"/>
          </a:xfrm>
          <a:noFill/>
        </p:spPr>
        <p:txBody>
          <a:bodyPr lIns="137160" tIns="457200" rIns="91440" bIns="91440" anchor="b"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more square / vertical image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0" y="742950"/>
            <a:ext cx="4572000" cy="1117110"/>
          </a:xfrm>
          <a:prstGeom prst="rect">
            <a:avLst/>
          </a:prstGeom>
          <a:solidFill>
            <a:schemeClr val="tx2"/>
          </a:solidFill>
        </p:spPr>
        <p:txBody>
          <a:bodyPr lIns="457200" tIns="182880" rIns="182880" bIns="182880" anchor="b">
            <a:normAutofit/>
          </a:bodyPr>
          <a:lstStyle>
            <a:lvl1pPr algn="r">
              <a:defRPr sz="2400" b="1">
                <a:solidFill>
                  <a:schemeClr val="bg2"/>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62359148"/>
      </p:ext>
    </p:extLst>
  </p:cSld>
  <p:clrMapOvr>
    <a:masterClrMapping/>
  </p:clrMapOvr>
</p:sldLayout>
</file>

<file path=ppt/slideLayouts/slideLayout444.xml><?xml version="1.0" encoding="utf-8"?>
<p:sldLayout xmlns:a="http://schemas.openxmlformats.org/drawingml/2006/main" xmlns:r="http://schemas.openxmlformats.org/officeDocument/2006/relationships" xmlns:p="http://schemas.openxmlformats.org/presentationml/2006/main" preserve="1" userDrawn="1">
  <p:cSld name="1 image with 2 subtitle + body text, Tit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1A19ABD-8F20-9948-B84A-E38FAEDBE435}"/>
              </a:ext>
            </a:extLst>
          </p:cNvPr>
          <p:cNvSpPr/>
          <p:nvPr userDrawn="1"/>
        </p:nvSpPr>
        <p:spPr>
          <a:xfrm>
            <a:off x="685800" y="1574620"/>
            <a:ext cx="8077200" cy="35688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685800" y="1574620"/>
            <a:ext cx="8077200" cy="356888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457200" y="2883081"/>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457200"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4" name="Content Placeholder 3">
            <a:extLst>
              <a:ext uri="{FF2B5EF4-FFF2-40B4-BE49-F238E27FC236}">
                <a16:creationId xmlns:a16="http://schemas.microsoft.com/office/drawing/2014/main" id="{4EFE6318-65F6-574E-A6AF-2B00B6294C16}"/>
              </a:ext>
            </a:extLst>
          </p:cNvPr>
          <p:cNvSpPr>
            <a:spLocks noGrp="1"/>
          </p:cNvSpPr>
          <p:nvPr>
            <p:ph sz="quarter" idx="31" hasCustomPrompt="1"/>
          </p:nvPr>
        </p:nvSpPr>
        <p:spPr>
          <a:xfrm>
            <a:off x="2570363" y="2883081"/>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5" name="Content Placeholder 3">
            <a:extLst>
              <a:ext uri="{FF2B5EF4-FFF2-40B4-BE49-F238E27FC236}">
                <a16:creationId xmlns:a16="http://schemas.microsoft.com/office/drawing/2014/main" id="{01D9D084-191F-4748-95AA-C449BC462044}"/>
              </a:ext>
            </a:extLst>
          </p:cNvPr>
          <p:cNvSpPr>
            <a:spLocks noGrp="1"/>
          </p:cNvSpPr>
          <p:nvPr>
            <p:ph sz="quarter" idx="32" hasCustomPrompt="1"/>
          </p:nvPr>
        </p:nvSpPr>
        <p:spPr>
          <a:xfrm>
            <a:off x="2570363"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1" name="Title 1">
            <a:extLst>
              <a:ext uri="{FF2B5EF4-FFF2-40B4-BE49-F238E27FC236}">
                <a16:creationId xmlns:a16="http://schemas.microsoft.com/office/drawing/2014/main" id="{320F225D-F840-704E-90D0-82590E475F02}"/>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12" name="Text Placeholder 2">
            <a:extLst>
              <a:ext uri="{FF2B5EF4-FFF2-40B4-BE49-F238E27FC236}">
                <a16:creationId xmlns:a16="http://schemas.microsoft.com/office/drawing/2014/main" id="{BC42EB25-D658-9942-9DB4-E2923B92DF11}"/>
              </a:ext>
            </a:extLst>
          </p:cNvPr>
          <p:cNvSpPr>
            <a:spLocks noGrp="1"/>
          </p:cNvSpPr>
          <p:nvPr>
            <p:ph type="body" sz="quarter" idx="12" hasCustomPrompt="1"/>
          </p:nvPr>
        </p:nvSpPr>
        <p:spPr>
          <a:xfrm>
            <a:off x="6553200" y="4705350"/>
            <a:ext cx="2133600" cy="304800"/>
          </a:xfrm>
        </p:spPr>
        <p:txBody>
          <a:bodyPr>
            <a:normAutofit/>
          </a:bodyPr>
          <a:lstStyle>
            <a:lvl1pPr marL="0" indent="0" algn="r">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Caption in this style only if necessary (move to be near image but stay on the right side)</a:t>
            </a:r>
          </a:p>
        </p:txBody>
      </p:sp>
    </p:spTree>
    <p:extLst>
      <p:ext uri="{BB962C8B-B14F-4D97-AF65-F5344CB8AC3E}">
        <p14:creationId xmlns:p14="http://schemas.microsoft.com/office/powerpoint/2010/main" val="4237184215"/>
      </p:ext>
    </p:extLst>
  </p:cSld>
  <p:clrMapOvr>
    <a:masterClrMapping/>
  </p:clrMapOvr>
</p:sldLayout>
</file>

<file path=ppt/slideLayouts/slideLayout445.xml><?xml version="1.0" encoding="utf-8"?>
<p:sldLayout xmlns:a="http://schemas.openxmlformats.org/drawingml/2006/main" xmlns:r="http://schemas.openxmlformats.org/officeDocument/2006/relationships" xmlns:p="http://schemas.openxmlformats.org/presentationml/2006/main" preserve="1" userDrawn="1">
  <p:cSld name="2 image with list, Tit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01008-E090-374B-937A-7AF9D65FE376}"/>
              </a:ext>
            </a:extLst>
          </p:cNvPr>
          <p:cNvSpPr/>
          <p:nvPr userDrawn="1"/>
        </p:nvSpPr>
        <p:spPr>
          <a:xfrm>
            <a:off x="5984632" y="1"/>
            <a:ext cx="3159369" cy="264795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Rectangle 1">
            <a:extLst>
              <a:ext uri="{FF2B5EF4-FFF2-40B4-BE49-F238E27FC236}">
                <a16:creationId xmlns:a16="http://schemas.microsoft.com/office/drawing/2014/main" id="{01A19ABD-8F20-9948-B84A-E38FAEDBE435}"/>
              </a:ext>
            </a:extLst>
          </p:cNvPr>
          <p:cNvSpPr/>
          <p:nvPr userDrawn="1"/>
        </p:nvSpPr>
        <p:spPr>
          <a:xfrm>
            <a:off x="0" y="1"/>
            <a:ext cx="5867400" cy="264795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0" y="-1"/>
            <a:ext cx="5867400" cy="264795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5984632" y="1"/>
            <a:ext cx="3159368" cy="264795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1" name="Title 1">
            <a:extLst>
              <a:ext uri="{FF2B5EF4-FFF2-40B4-BE49-F238E27FC236}">
                <a16:creationId xmlns:a16="http://schemas.microsoft.com/office/drawing/2014/main" id="{320F225D-F840-704E-90D0-82590E475F02}"/>
              </a:ext>
            </a:extLst>
          </p:cNvPr>
          <p:cNvSpPr>
            <a:spLocks noGrp="1"/>
          </p:cNvSpPr>
          <p:nvPr>
            <p:ph type="title"/>
          </p:nvPr>
        </p:nvSpPr>
        <p:spPr>
          <a:xfrm>
            <a:off x="457200" y="2743200"/>
            <a:ext cx="8305800" cy="74295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16" name="Content Placeholder 3">
            <a:extLst>
              <a:ext uri="{FF2B5EF4-FFF2-40B4-BE49-F238E27FC236}">
                <a16:creationId xmlns:a16="http://schemas.microsoft.com/office/drawing/2014/main" id="{BEB2B3C0-BE3D-C642-9655-D583015F60A2}"/>
              </a:ext>
            </a:extLst>
          </p:cNvPr>
          <p:cNvSpPr>
            <a:spLocks noGrp="1"/>
          </p:cNvSpPr>
          <p:nvPr>
            <p:ph sz="half" idx="10" hasCustomPrompt="1"/>
          </p:nvPr>
        </p:nvSpPr>
        <p:spPr>
          <a:xfrm>
            <a:off x="457201" y="3505199"/>
            <a:ext cx="7924799" cy="1276351"/>
          </a:xfrm>
          <a:prstGeom prst="rect">
            <a:avLst/>
          </a:prstGeom>
        </p:spPr>
        <p:txBody>
          <a:bodyPr lIns="0" numCol="2">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A simple list all in second level bullets in two columns or a short statement no bullets is what this space is meant for</a:t>
            </a:r>
          </a:p>
          <a:p>
            <a:pPr lvl="1"/>
            <a:r>
              <a:rPr lang="en-US" dirty="0"/>
              <a:t>Second level</a:t>
            </a:r>
          </a:p>
          <a:p>
            <a:pPr lvl="2"/>
            <a:r>
              <a:rPr lang="en-US" dirty="0"/>
              <a:t>Third level</a:t>
            </a:r>
          </a:p>
        </p:txBody>
      </p:sp>
      <p:pic>
        <p:nvPicPr>
          <p:cNvPr id="8" name="Picture 7">
            <a:extLst>
              <a:ext uri="{FF2B5EF4-FFF2-40B4-BE49-F238E27FC236}">
                <a16:creationId xmlns:a16="http://schemas.microsoft.com/office/drawing/2014/main" id="{DBB37FCC-D24D-994D-A24E-BB2E71C19291}"/>
              </a:ext>
            </a:extLst>
          </p:cNvPr>
          <p:cNvPicPr>
            <a:picLocks noChangeAspect="1"/>
          </p:cNvPicPr>
          <p:nvPr userDrawn="1"/>
        </p:nvPicPr>
        <p:blipFill rotWithShape="1">
          <a:blip r:embed="rId2"/>
          <a:srcRect l="24096"/>
          <a:stretch/>
        </p:blipFill>
        <p:spPr>
          <a:xfrm>
            <a:off x="0" y="115218"/>
            <a:ext cx="1066800" cy="287051"/>
          </a:xfrm>
          <a:prstGeom prst="rect">
            <a:avLst/>
          </a:prstGeom>
        </p:spPr>
      </p:pic>
      <p:pic>
        <p:nvPicPr>
          <p:cNvPr id="9" name="Picture 8">
            <a:extLst>
              <a:ext uri="{FF2B5EF4-FFF2-40B4-BE49-F238E27FC236}">
                <a16:creationId xmlns:a16="http://schemas.microsoft.com/office/drawing/2014/main" id="{0855F3B6-F7B6-284E-BFFE-48E02FCC8082}"/>
              </a:ext>
            </a:extLst>
          </p:cNvPr>
          <p:cNvPicPr>
            <a:picLocks noChangeAspect="1"/>
          </p:cNvPicPr>
          <p:nvPr userDrawn="1"/>
        </p:nvPicPr>
        <p:blipFill>
          <a:blip r:embed="rId3"/>
          <a:stretch>
            <a:fillRect/>
          </a:stretch>
        </p:blipFill>
        <p:spPr>
          <a:xfrm>
            <a:off x="115779" y="223914"/>
            <a:ext cx="752320" cy="69658"/>
          </a:xfrm>
          <a:prstGeom prst="rect">
            <a:avLst/>
          </a:prstGeom>
        </p:spPr>
      </p:pic>
    </p:spTree>
    <p:extLst>
      <p:ext uri="{BB962C8B-B14F-4D97-AF65-F5344CB8AC3E}">
        <p14:creationId xmlns:p14="http://schemas.microsoft.com/office/powerpoint/2010/main" val="4246973307"/>
      </p:ext>
    </p:extLst>
  </p:cSld>
  <p:clrMapOvr>
    <a:masterClrMapping/>
  </p:clrMapOvr>
</p:sldLayout>
</file>

<file path=ppt/slideLayouts/slideLayout446.xml><?xml version="1.0" encoding="utf-8"?>
<p:sldLayout xmlns:a="http://schemas.openxmlformats.org/drawingml/2006/main" xmlns:r="http://schemas.openxmlformats.org/officeDocument/2006/relationships" xmlns:p="http://schemas.openxmlformats.org/presentationml/2006/main" preserve="1" userDrawn="1">
  <p:cSld name="2 image with subtitle + body text, Title V1">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DE880E-D4F2-E340-948C-FA17EE464C92}"/>
              </a:ext>
            </a:extLst>
          </p:cNvPr>
          <p:cNvSpPr/>
          <p:nvPr userDrawn="1"/>
        </p:nvSpPr>
        <p:spPr>
          <a:xfrm>
            <a:off x="4709162" y="1428751"/>
            <a:ext cx="3657600" cy="37147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Rectangle 1">
            <a:extLst>
              <a:ext uri="{FF2B5EF4-FFF2-40B4-BE49-F238E27FC236}">
                <a16:creationId xmlns:a16="http://schemas.microsoft.com/office/drawing/2014/main" id="{E90536AE-01BB-8045-A38A-303A59E98089}"/>
              </a:ext>
            </a:extLst>
          </p:cNvPr>
          <p:cNvSpPr/>
          <p:nvPr userDrawn="1"/>
        </p:nvSpPr>
        <p:spPr>
          <a:xfrm>
            <a:off x="467497" y="1428751"/>
            <a:ext cx="3657600" cy="37147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noChangeAspect="1"/>
          </p:cNvSpPr>
          <p:nvPr>
            <p:ph sz="quarter" idx="29" hasCustomPrompt="1"/>
          </p:nvPr>
        </p:nvSpPr>
        <p:spPr>
          <a:xfrm>
            <a:off x="467497" y="1428751"/>
            <a:ext cx="3657600" cy="371475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53" name="Content Placeholder 3">
            <a:extLst>
              <a:ext uri="{FF2B5EF4-FFF2-40B4-BE49-F238E27FC236}">
                <a16:creationId xmlns:a16="http://schemas.microsoft.com/office/drawing/2014/main" id="{62E5E021-2EE8-AE4F-B572-C897E954C923}"/>
              </a:ext>
            </a:extLst>
          </p:cNvPr>
          <p:cNvSpPr>
            <a:spLocks noGrp="1" noChangeAspect="1"/>
          </p:cNvSpPr>
          <p:nvPr>
            <p:ph sz="quarter" idx="30" hasCustomPrompt="1"/>
          </p:nvPr>
        </p:nvSpPr>
        <p:spPr>
          <a:xfrm>
            <a:off x="4709162" y="1428751"/>
            <a:ext cx="3657600" cy="371475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2514600" y="2800351"/>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2514600" y="3486151"/>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4" name="Content Placeholder 3">
            <a:extLst>
              <a:ext uri="{FF2B5EF4-FFF2-40B4-BE49-F238E27FC236}">
                <a16:creationId xmlns:a16="http://schemas.microsoft.com/office/drawing/2014/main" id="{4EFE6318-65F6-574E-A6AF-2B00B6294C16}"/>
              </a:ext>
            </a:extLst>
          </p:cNvPr>
          <p:cNvSpPr>
            <a:spLocks noGrp="1"/>
          </p:cNvSpPr>
          <p:nvPr>
            <p:ph sz="quarter" idx="31" hasCustomPrompt="1"/>
          </p:nvPr>
        </p:nvSpPr>
        <p:spPr>
          <a:xfrm>
            <a:off x="6756265" y="2800351"/>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5" name="Content Placeholder 3">
            <a:extLst>
              <a:ext uri="{FF2B5EF4-FFF2-40B4-BE49-F238E27FC236}">
                <a16:creationId xmlns:a16="http://schemas.microsoft.com/office/drawing/2014/main" id="{01D9D084-191F-4748-95AA-C449BC462044}"/>
              </a:ext>
            </a:extLst>
          </p:cNvPr>
          <p:cNvSpPr>
            <a:spLocks noGrp="1"/>
          </p:cNvSpPr>
          <p:nvPr>
            <p:ph sz="quarter" idx="32" hasCustomPrompt="1"/>
          </p:nvPr>
        </p:nvSpPr>
        <p:spPr>
          <a:xfrm>
            <a:off x="6756265" y="3486151"/>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6" name="Title 1">
            <a:extLst>
              <a:ext uri="{FF2B5EF4-FFF2-40B4-BE49-F238E27FC236}">
                <a16:creationId xmlns:a16="http://schemas.microsoft.com/office/drawing/2014/main" id="{779D5A6B-338A-F24D-A1D4-D3D1F6AE648C}"/>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69436040"/>
      </p:ext>
    </p:extLst>
  </p:cSld>
  <p:clrMapOvr>
    <a:masterClrMapping/>
  </p:clrMapOvr>
</p:sldLayout>
</file>

<file path=ppt/slideLayouts/slideLayout447.xml><?xml version="1.0" encoding="utf-8"?>
<p:sldLayout xmlns:a="http://schemas.openxmlformats.org/drawingml/2006/main" xmlns:r="http://schemas.openxmlformats.org/officeDocument/2006/relationships" xmlns:p="http://schemas.openxmlformats.org/presentationml/2006/main" preserve="1" userDrawn="1">
  <p:cSld name="2 image with subtitle + body text, Title V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01008-E090-374B-937A-7AF9D65FE376}"/>
              </a:ext>
            </a:extLst>
          </p:cNvPr>
          <p:cNvSpPr/>
          <p:nvPr userDrawn="1"/>
        </p:nvSpPr>
        <p:spPr>
          <a:xfrm>
            <a:off x="6248400" y="1574620"/>
            <a:ext cx="2895600" cy="35688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Rectangle 1">
            <a:extLst>
              <a:ext uri="{FF2B5EF4-FFF2-40B4-BE49-F238E27FC236}">
                <a16:creationId xmlns:a16="http://schemas.microsoft.com/office/drawing/2014/main" id="{01A19ABD-8F20-9948-B84A-E38FAEDBE435}"/>
              </a:ext>
            </a:extLst>
          </p:cNvPr>
          <p:cNvSpPr/>
          <p:nvPr userDrawn="1"/>
        </p:nvSpPr>
        <p:spPr>
          <a:xfrm>
            <a:off x="1" y="1574620"/>
            <a:ext cx="5527431" cy="35688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1" y="1574620"/>
            <a:ext cx="5527431" cy="3568881"/>
          </a:xfrm>
          <a:no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3901694" y="2883081"/>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3901694"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6248400" y="1574620"/>
            <a:ext cx="2895600" cy="3568881"/>
          </a:xfrm>
          <a:no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54" name="Content Placeholder 3">
            <a:extLst>
              <a:ext uri="{FF2B5EF4-FFF2-40B4-BE49-F238E27FC236}">
                <a16:creationId xmlns:a16="http://schemas.microsoft.com/office/drawing/2014/main" id="{4EFE6318-65F6-574E-A6AF-2B00B6294C16}"/>
              </a:ext>
            </a:extLst>
          </p:cNvPr>
          <p:cNvSpPr>
            <a:spLocks noGrp="1"/>
          </p:cNvSpPr>
          <p:nvPr>
            <p:ph sz="quarter" idx="31" hasCustomPrompt="1"/>
          </p:nvPr>
        </p:nvSpPr>
        <p:spPr>
          <a:xfrm>
            <a:off x="6014857" y="2883081"/>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5" name="Content Placeholder 3">
            <a:extLst>
              <a:ext uri="{FF2B5EF4-FFF2-40B4-BE49-F238E27FC236}">
                <a16:creationId xmlns:a16="http://schemas.microsoft.com/office/drawing/2014/main" id="{01D9D084-191F-4748-95AA-C449BC462044}"/>
              </a:ext>
            </a:extLst>
          </p:cNvPr>
          <p:cNvSpPr>
            <a:spLocks noGrp="1"/>
          </p:cNvSpPr>
          <p:nvPr>
            <p:ph sz="quarter" idx="32" hasCustomPrompt="1"/>
          </p:nvPr>
        </p:nvSpPr>
        <p:spPr>
          <a:xfrm>
            <a:off x="6014857"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1" name="Title 1">
            <a:extLst>
              <a:ext uri="{FF2B5EF4-FFF2-40B4-BE49-F238E27FC236}">
                <a16:creationId xmlns:a16="http://schemas.microsoft.com/office/drawing/2014/main" id="{320F225D-F840-704E-90D0-82590E475F02}"/>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4277870132"/>
      </p:ext>
    </p:extLst>
  </p:cSld>
  <p:clrMapOvr>
    <a:masterClrMapping/>
  </p:clrMapOvr>
</p:sldLayout>
</file>

<file path=ppt/slideLayouts/slideLayout448.xml><?xml version="1.0" encoding="utf-8"?>
<p:sldLayout xmlns:a="http://schemas.openxmlformats.org/drawingml/2006/main" xmlns:r="http://schemas.openxmlformats.org/officeDocument/2006/relationships" xmlns:p="http://schemas.openxmlformats.org/presentationml/2006/main" preserve="1" userDrawn="1">
  <p:cSld name="2_3 image each with subtitle + body tex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6B05F-53E1-8945-B16F-0DF3CF82F24C}"/>
              </a:ext>
            </a:extLst>
          </p:cNvPr>
          <p:cNvSpPr/>
          <p:nvPr userDrawn="1"/>
        </p:nvSpPr>
        <p:spPr>
          <a:xfrm>
            <a:off x="0" y="3347728"/>
            <a:ext cx="9144000" cy="1795772"/>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467497" y="3697857"/>
            <a:ext cx="4023360" cy="1083694"/>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467497" y="1428750"/>
            <a:ext cx="4023360" cy="1909396"/>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7497" y="3341341"/>
            <a:ext cx="40233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8" name="Content Placeholder 3">
            <a:extLst>
              <a:ext uri="{FF2B5EF4-FFF2-40B4-BE49-F238E27FC236}">
                <a16:creationId xmlns:a16="http://schemas.microsoft.com/office/drawing/2014/main" id="{9F462960-F6E0-1F47-9992-B0808AB8B3DB}"/>
              </a:ext>
            </a:extLst>
          </p:cNvPr>
          <p:cNvSpPr>
            <a:spLocks noGrp="1"/>
          </p:cNvSpPr>
          <p:nvPr>
            <p:ph sz="half" idx="30" hasCustomPrompt="1"/>
          </p:nvPr>
        </p:nvSpPr>
        <p:spPr>
          <a:xfrm>
            <a:off x="4722974" y="3697857"/>
            <a:ext cx="4023360" cy="1083694"/>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19" name="Content Placeholder 3">
            <a:extLst>
              <a:ext uri="{FF2B5EF4-FFF2-40B4-BE49-F238E27FC236}">
                <a16:creationId xmlns:a16="http://schemas.microsoft.com/office/drawing/2014/main" id="{AD116F9F-6368-7345-A08A-884ECE8BF88F}"/>
              </a:ext>
            </a:extLst>
          </p:cNvPr>
          <p:cNvSpPr>
            <a:spLocks noGrp="1"/>
          </p:cNvSpPr>
          <p:nvPr>
            <p:ph sz="quarter" idx="31" hasCustomPrompt="1"/>
          </p:nvPr>
        </p:nvSpPr>
        <p:spPr>
          <a:xfrm>
            <a:off x="4722974" y="1428750"/>
            <a:ext cx="4023360" cy="1909396"/>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20" name="Content Placeholder 3">
            <a:extLst>
              <a:ext uri="{FF2B5EF4-FFF2-40B4-BE49-F238E27FC236}">
                <a16:creationId xmlns:a16="http://schemas.microsoft.com/office/drawing/2014/main" id="{16A9DCB3-1BC9-EA4E-B87A-4380F9F9DF2F}"/>
              </a:ext>
            </a:extLst>
          </p:cNvPr>
          <p:cNvSpPr>
            <a:spLocks noGrp="1"/>
          </p:cNvSpPr>
          <p:nvPr>
            <p:ph sz="quarter" idx="32" hasCustomPrompt="1"/>
          </p:nvPr>
        </p:nvSpPr>
        <p:spPr>
          <a:xfrm>
            <a:off x="4722974" y="3341341"/>
            <a:ext cx="40233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Title 1">
            <a:extLst>
              <a:ext uri="{FF2B5EF4-FFF2-40B4-BE49-F238E27FC236}">
                <a16:creationId xmlns:a16="http://schemas.microsoft.com/office/drawing/2014/main" id="{3DE7F42C-D2D9-4642-9E56-0728CC9098A7}"/>
              </a:ext>
            </a:extLst>
          </p:cNvPr>
          <p:cNvSpPr>
            <a:spLocks noGrp="1"/>
          </p:cNvSpPr>
          <p:nvPr>
            <p:ph type="title"/>
          </p:nvPr>
        </p:nvSpPr>
        <p:spPr>
          <a:xfrm>
            <a:off x="457200" y="590550"/>
            <a:ext cx="8305800" cy="74295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572674107"/>
      </p:ext>
    </p:extLst>
  </p:cSld>
  <p:clrMapOvr>
    <a:masterClrMapping/>
  </p:clrMapOvr>
</p:sldLayout>
</file>

<file path=ppt/slideLayouts/slideLayout449.xml><?xml version="1.0" encoding="utf-8"?>
<p:sldLayout xmlns:a="http://schemas.openxmlformats.org/drawingml/2006/main" xmlns:r="http://schemas.openxmlformats.org/officeDocument/2006/relationships" xmlns:p="http://schemas.openxmlformats.org/presentationml/2006/main" preserve="1" userDrawn="1">
  <p:cSld name="3 images, Title, limited tex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A8F918A-EF77-FD4D-BE1F-C758B655E4B1}"/>
              </a:ext>
            </a:extLst>
          </p:cNvPr>
          <p:cNvSpPr/>
          <p:nvPr userDrawn="1"/>
        </p:nvSpPr>
        <p:spPr>
          <a:xfrm>
            <a:off x="3671416" y="302684"/>
            <a:ext cx="2566988" cy="15367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Rectangle 11">
            <a:extLst>
              <a:ext uri="{FF2B5EF4-FFF2-40B4-BE49-F238E27FC236}">
                <a16:creationId xmlns:a16="http://schemas.microsoft.com/office/drawing/2014/main" id="{C5198B12-F0DC-FC40-A343-A79509F228C4}"/>
              </a:ext>
            </a:extLst>
          </p:cNvPr>
          <p:cNvSpPr/>
          <p:nvPr userDrawn="1"/>
        </p:nvSpPr>
        <p:spPr>
          <a:xfrm>
            <a:off x="3671416" y="1929468"/>
            <a:ext cx="2566988" cy="32140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3" name="Rectangle 12">
            <a:extLst>
              <a:ext uri="{FF2B5EF4-FFF2-40B4-BE49-F238E27FC236}">
                <a16:creationId xmlns:a16="http://schemas.microsoft.com/office/drawing/2014/main" id="{15BC1452-772F-BB4B-94B4-41012A92321B}"/>
              </a:ext>
            </a:extLst>
          </p:cNvPr>
          <p:cNvSpPr/>
          <p:nvPr userDrawn="1"/>
        </p:nvSpPr>
        <p:spPr>
          <a:xfrm>
            <a:off x="6339591" y="0"/>
            <a:ext cx="2566988" cy="32140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3671416" y="302685"/>
            <a:ext cx="2566988" cy="153670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6339591" y="0"/>
            <a:ext cx="2566988" cy="3214032"/>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pic>
        <p:nvPicPr>
          <p:cNvPr id="8" name="Picture 7">
            <a:extLst>
              <a:ext uri="{FF2B5EF4-FFF2-40B4-BE49-F238E27FC236}">
                <a16:creationId xmlns:a16="http://schemas.microsoft.com/office/drawing/2014/main" id="{DBB37FCC-D24D-994D-A24E-BB2E71C19291}"/>
              </a:ext>
            </a:extLst>
          </p:cNvPr>
          <p:cNvPicPr>
            <a:picLocks noChangeAspect="1"/>
          </p:cNvPicPr>
          <p:nvPr userDrawn="1"/>
        </p:nvPicPr>
        <p:blipFill rotWithShape="1">
          <a:blip r:embed="rId2"/>
          <a:srcRect l="24096"/>
          <a:stretch/>
        </p:blipFill>
        <p:spPr>
          <a:xfrm>
            <a:off x="0" y="115218"/>
            <a:ext cx="1066800" cy="287051"/>
          </a:xfrm>
          <a:prstGeom prst="rect">
            <a:avLst/>
          </a:prstGeom>
        </p:spPr>
      </p:pic>
      <p:pic>
        <p:nvPicPr>
          <p:cNvPr id="9" name="Picture 8">
            <a:extLst>
              <a:ext uri="{FF2B5EF4-FFF2-40B4-BE49-F238E27FC236}">
                <a16:creationId xmlns:a16="http://schemas.microsoft.com/office/drawing/2014/main" id="{0855F3B6-F7B6-284E-BFFE-48E02FCC8082}"/>
              </a:ext>
            </a:extLst>
          </p:cNvPr>
          <p:cNvPicPr>
            <a:picLocks noChangeAspect="1"/>
          </p:cNvPicPr>
          <p:nvPr userDrawn="1"/>
        </p:nvPicPr>
        <p:blipFill>
          <a:blip r:embed="rId3"/>
          <a:stretch>
            <a:fillRect/>
          </a:stretch>
        </p:blipFill>
        <p:spPr>
          <a:xfrm>
            <a:off x="115779" y="223914"/>
            <a:ext cx="752320" cy="69658"/>
          </a:xfrm>
          <a:prstGeom prst="rect">
            <a:avLst/>
          </a:prstGeom>
        </p:spPr>
      </p:pic>
      <p:sp>
        <p:nvSpPr>
          <p:cNvPr id="14" name="Content Placeholder 3">
            <a:extLst>
              <a:ext uri="{FF2B5EF4-FFF2-40B4-BE49-F238E27FC236}">
                <a16:creationId xmlns:a16="http://schemas.microsoft.com/office/drawing/2014/main" id="{92912BC2-1EE2-D842-A2B7-DE5424A867EB}"/>
              </a:ext>
            </a:extLst>
          </p:cNvPr>
          <p:cNvSpPr>
            <a:spLocks noGrp="1"/>
          </p:cNvSpPr>
          <p:nvPr>
            <p:ph sz="quarter" idx="31" hasCustomPrompt="1"/>
          </p:nvPr>
        </p:nvSpPr>
        <p:spPr>
          <a:xfrm>
            <a:off x="3671416" y="1929117"/>
            <a:ext cx="2566988" cy="321403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5" name="Title 1">
            <a:extLst>
              <a:ext uri="{FF2B5EF4-FFF2-40B4-BE49-F238E27FC236}">
                <a16:creationId xmlns:a16="http://schemas.microsoft.com/office/drawing/2014/main" id="{AF89DF55-FF69-934F-BC9B-AA09EC400408}"/>
              </a:ext>
            </a:extLst>
          </p:cNvPr>
          <p:cNvSpPr txBox="1">
            <a:spLocks/>
          </p:cNvSpPr>
          <p:nvPr userDrawn="1"/>
        </p:nvSpPr>
        <p:spPr>
          <a:xfrm>
            <a:off x="457201" y="1276350"/>
            <a:ext cx="2417762" cy="800100"/>
          </a:xfrm>
          <a:prstGeom prst="rect">
            <a:avLst/>
          </a:prstGeom>
        </p:spPr>
        <p:txBody>
          <a:bodyPr vert="horz" lIns="0" tIns="45720" rIns="91440" bIns="45720" rtlCol="0" anchor="b">
            <a:normAutofit/>
          </a:bodyPr>
          <a:lstStyle>
            <a:lvl1pPr algn="l" defTabSz="914400" rtl="0" eaLnBrk="1" latinLnBrk="0" hangingPunct="1">
              <a:lnSpc>
                <a:spcPct val="90000"/>
              </a:lnSpc>
              <a:spcBef>
                <a:spcPct val="0"/>
              </a:spcBef>
              <a:buNone/>
              <a:defRPr sz="2400" b="1" kern="1200">
                <a:solidFill>
                  <a:srgbClr val="1B4D81"/>
                </a:solidFill>
                <a:latin typeface="Lato" panose="020F0502020204030203" pitchFamily="34" charset="0"/>
                <a:ea typeface="+mj-ea"/>
                <a:cs typeface="+mj-cs"/>
              </a:defRPr>
            </a:lvl1pPr>
          </a:lstStyle>
          <a:p>
            <a:r>
              <a:rPr lang="en-US" sz="2400"/>
              <a:t>Content slide for product </a:t>
            </a:r>
            <a:endParaRPr lang="en-US" sz="2400" dirty="0"/>
          </a:p>
        </p:txBody>
      </p:sp>
      <p:sp>
        <p:nvSpPr>
          <p:cNvPr id="17" name="Content Placeholder 3">
            <a:extLst>
              <a:ext uri="{FF2B5EF4-FFF2-40B4-BE49-F238E27FC236}">
                <a16:creationId xmlns:a16="http://schemas.microsoft.com/office/drawing/2014/main" id="{DB54329B-39FA-9948-8527-46859415990F}"/>
              </a:ext>
            </a:extLst>
          </p:cNvPr>
          <p:cNvSpPr>
            <a:spLocks noGrp="1"/>
          </p:cNvSpPr>
          <p:nvPr>
            <p:ph sz="half" idx="10" hasCustomPrompt="1"/>
          </p:nvPr>
        </p:nvSpPr>
        <p:spPr>
          <a:xfrm>
            <a:off x="457201" y="2076450"/>
            <a:ext cx="2417762" cy="27051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 keep it short!</a:t>
            </a:r>
          </a:p>
          <a:p>
            <a:pPr lvl="1"/>
            <a:r>
              <a:rPr lang="en-US" dirty="0"/>
              <a:t>Second level</a:t>
            </a:r>
          </a:p>
          <a:p>
            <a:pPr lvl="2"/>
            <a:r>
              <a:rPr lang="en-US" dirty="0"/>
              <a:t>Third level</a:t>
            </a:r>
          </a:p>
        </p:txBody>
      </p:sp>
      <p:sp>
        <p:nvSpPr>
          <p:cNvPr id="18" name="Content Placeholder 3">
            <a:extLst>
              <a:ext uri="{FF2B5EF4-FFF2-40B4-BE49-F238E27FC236}">
                <a16:creationId xmlns:a16="http://schemas.microsoft.com/office/drawing/2014/main" id="{9E3929EB-8C6F-D945-92EC-B79572580E77}"/>
              </a:ext>
            </a:extLst>
          </p:cNvPr>
          <p:cNvSpPr>
            <a:spLocks noGrp="1"/>
          </p:cNvSpPr>
          <p:nvPr>
            <p:ph sz="quarter" idx="19" hasCustomPrompt="1"/>
          </p:nvPr>
        </p:nvSpPr>
        <p:spPr>
          <a:xfrm>
            <a:off x="6339591" y="3333751"/>
            <a:ext cx="2271010" cy="457200"/>
          </a:xfrm>
          <a:noFill/>
        </p:spPr>
        <p:txBody>
          <a:bodyPr lIns="137160" tIns="137160" rIns="137160" bIns="45720" anchor="b" anchorCtr="0">
            <a:normAutofit/>
          </a:bodyPr>
          <a:lstStyle>
            <a:lvl1pPr marL="0" indent="0">
              <a:buNone/>
              <a:defRPr sz="12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9" name="Content Placeholder 3">
            <a:extLst>
              <a:ext uri="{FF2B5EF4-FFF2-40B4-BE49-F238E27FC236}">
                <a16:creationId xmlns:a16="http://schemas.microsoft.com/office/drawing/2014/main" id="{075A62B3-5B8F-BA41-B788-72BE2AD41F88}"/>
              </a:ext>
            </a:extLst>
          </p:cNvPr>
          <p:cNvSpPr>
            <a:spLocks noGrp="1"/>
          </p:cNvSpPr>
          <p:nvPr>
            <p:ph sz="quarter" idx="20" hasCustomPrompt="1"/>
          </p:nvPr>
        </p:nvSpPr>
        <p:spPr>
          <a:xfrm>
            <a:off x="6339591" y="3790952"/>
            <a:ext cx="2271010" cy="1066799"/>
          </a:xfrm>
          <a:noFill/>
        </p:spPr>
        <p:txBody>
          <a:bodyPr lIns="137160" tIns="45720" rIns="137160" bIns="13716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Tree>
    <p:extLst>
      <p:ext uri="{BB962C8B-B14F-4D97-AF65-F5344CB8AC3E}">
        <p14:creationId xmlns:p14="http://schemas.microsoft.com/office/powerpoint/2010/main" val="505108871"/>
      </p:ext>
    </p:extLst>
  </p:cSld>
  <p:clrMapOvr>
    <a:masterClrMapping/>
  </p:clrMapOvr>
</p:sldLayout>
</file>

<file path=ppt/slideLayouts/slideLayout450.xml><?xml version="1.0" encoding="utf-8"?>
<p:sldLayout xmlns:a="http://schemas.openxmlformats.org/drawingml/2006/main" xmlns:r="http://schemas.openxmlformats.org/officeDocument/2006/relationships" xmlns:p="http://schemas.openxmlformats.org/presentationml/2006/main" preserve="1" userDrawn="1">
  <p:cSld name="1_2 image each with subtitle + body text">
    <p:spTree>
      <p:nvGrpSpPr>
        <p:cNvPr id="1" name=""/>
        <p:cNvGrpSpPr/>
        <p:nvPr/>
      </p:nvGrpSpPr>
      <p:grpSpPr>
        <a:xfrm>
          <a:off x="0" y="0"/>
          <a:ext cx="0" cy="0"/>
          <a:chOff x="0" y="0"/>
          <a:chExt cx="0" cy="0"/>
        </a:xfrm>
      </p:grpSpPr>
      <p:sp>
        <p:nvSpPr>
          <p:cNvPr id="32" name="Content Placeholder 3">
            <a:extLst>
              <a:ext uri="{FF2B5EF4-FFF2-40B4-BE49-F238E27FC236}">
                <a16:creationId xmlns:a16="http://schemas.microsoft.com/office/drawing/2014/main" id="{15AC7A20-C69C-BC4D-B437-E55CF39D7423}"/>
              </a:ext>
            </a:extLst>
          </p:cNvPr>
          <p:cNvSpPr>
            <a:spLocks noGrp="1" noChangeAspect="1"/>
          </p:cNvSpPr>
          <p:nvPr>
            <p:ph sz="quarter" idx="29" hasCustomPrompt="1"/>
          </p:nvPr>
        </p:nvSpPr>
        <p:spPr>
          <a:xfrm>
            <a:off x="467498" y="1574620"/>
            <a:ext cx="2351903" cy="356888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1219200" y="3022420"/>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1219200" y="3714751"/>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2" name="Content Placeholder 3">
            <a:extLst>
              <a:ext uri="{FF2B5EF4-FFF2-40B4-BE49-F238E27FC236}">
                <a16:creationId xmlns:a16="http://schemas.microsoft.com/office/drawing/2014/main" id="{4E63FEF0-55B6-114F-A6B3-FE428535D08B}"/>
              </a:ext>
            </a:extLst>
          </p:cNvPr>
          <p:cNvSpPr>
            <a:spLocks noGrp="1" noChangeAspect="1"/>
          </p:cNvSpPr>
          <p:nvPr>
            <p:ph sz="quarter" idx="30" hasCustomPrompt="1"/>
          </p:nvPr>
        </p:nvSpPr>
        <p:spPr>
          <a:xfrm>
            <a:off x="3324998" y="1574620"/>
            <a:ext cx="2351903" cy="356888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3" name="Content Placeholder 3">
            <a:extLst>
              <a:ext uri="{FF2B5EF4-FFF2-40B4-BE49-F238E27FC236}">
                <a16:creationId xmlns:a16="http://schemas.microsoft.com/office/drawing/2014/main" id="{D19597BF-E7E9-484A-BB29-705E3DB3619A}"/>
              </a:ext>
            </a:extLst>
          </p:cNvPr>
          <p:cNvSpPr>
            <a:spLocks noGrp="1"/>
          </p:cNvSpPr>
          <p:nvPr>
            <p:ph sz="quarter" idx="31" hasCustomPrompt="1"/>
          </p:nvPr>
        </p:nvSpPr>
        <p:spPr>
          <a:xfrm>
            <a:off x="4076700" y="3022420"/>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4" name="Content Placeholder 3">
            <a:extLst>
              <a:ext uri="{FF2B5EF4-FFF2-40B4-BE49-F238E27FC236}">
                <a16:creationId xmlns:a16="http://schemas.microsoft.com/office/drawing/2014/main" id="{4F08115A-6F4C-7C43-884F-8400F57087DB}"/>
              </a:ext>
            </a:extLst>
          </p:cNvPr>
          <p:cNvSpPr>
            <a:spLocks noGrp="1"/>
          </p:cNvSpPr>
          <p:nvPr>
            <p:ph sz="quarter" idx="32" hasCustomPrompt="1"/>
          </p:nvPr>
        </p:nvSpPr>
        <p:spPr>
          <a:xfrm>
            <a:off x="4076700" y="3714751"/>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5" name="Content Placeholder 3">
            <a:extLst>
              <a:ext uri="{FF2B5EF4-FFF2-40B4-BE49-F238E27FC236}">
                <a16:creationId xmlns:a16="http://schemas.microsoft.com/office/drawing/2014/main" id="{BDBF2A4A-AD2B-F046-A13E-2CC51186C7DE}"/>
              </a:ext>
            </a:extLst>
          </p:cNvPr>
          <p:cNvSpPr>
            <a:spLocks noGrp="1" noChangeAspect="1"/>
          </p:cNvSpPr>
          <p:nvPr>
            <p:ph sz="quarter" idx="33" hasCustomPrompt="1"/>
          </p:nvPr>
        </p:nvSpPr>
        <p:spPr>
          <a:xfrm>
            <a:off x="6182498" y="1574620"/>
            <a:ext cx="2351903" cy="356888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32CD13D8-C553-9B43-ABFB-5E9C875FADCB}"/>
              </a:ext>
            </a:extLst>
          </p:cNvPr>
          <p:cNvSpPr>
            <a:spLocks noGrp="1"/>
          </p:cNvSpPr>
          <p:nvPr>
            <p:ph sz="quarter" idx="34" hasCustomPrompt="1"/>
          </p:nvPr>
        </p:nvSpPr>
        <p:spPr>
          <a:xfrm>
            <a:off x="6934200" y="3022420"/>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E42E96DA-05ED-D243-90F0-D4A7AC201BF5}"/>
              </a:ext>
            </a:extLst>
          </p:cNvPr>
          <p:cNvSpPr>
            <a:spLocks noGrp="1"/>
          </p:cNvSpPr>
          <p:nvPr>
            <p:ph sz="quarter" idx="35" hasCustomPrompt="1"/>
          </p:nvPr>
        </p:nvSpPr>
        <p:spPr>
          <a:xfrm>
            <a:off x="6934200" y="3714751"/>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8" name="Title 1">
            <a:extLst>
              <a:ext uri="{FF2B5EF4-FFF2-40B4-BE49-F238E27FC236}">
                <a16:creationId xmlns:a16="http://schemas.microsoft.com/office/drawing/2014/main" id="{2247E371-F507-CA44-87CD-5FE9F1C457AF}"/>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214888586"/>
      </p:ext>
    </p:extLst>
  </p:cSld>
  <p:clrMapOvr>
    <a:masterClrMapping/>
  </p:clrMapOvr>
</p:sldLayout>
</file>

<file path=ppt/slideLayouts/slideLayout451.xml><?xml version="1.0" encoding="utf-8"?>
<p:sldLayout xmlns:a="http://schemas.openxmlformats.org/drawingml/2006/main" xmlns:r="http://schemas.openxmlformats.org/officeDocument/2006/relationships" xmlns:p="http://schemas.openxmlformats.org/presentationml/2006/main" preserve="1" userDrawn="1">
  <p:cSld name="2_2 image each with subtitle + body text">
    <p:spTree>
      <p:nvGrpSpPr>
        <p:cNvPr id="1" name=""/>
        <p:cNvGrpSpPr/>
        <p:nvPr/>
      </p:nvGrpSpPr>
      <p:grpSpPr>
        <a:xfrm>
          <a:off x="0" y="0"/>
          <a:ext cx="0" cy="0"/>
          <a:chOff x="0" y="0"/>
          <a:chExt cx="0" cy="0"/>
        </a:xfrm>
      </p:grpSpPr>
      <p:sp>
        <p:nvSpPr>
          <p:cNvPr id="32" name="Content Placeholder 3">
            <a:extLst>
              <a:ext uri="{FF2B5EF4-FFF2-40B4-BE49-F238E27FC236}">
                <a16:creationId xmlns:a16="http://schemas.microsoft.com/office/drawing/2014/main" id="{15AC7A20-C69C-BC4D-B437-E55CF39D7423}"/>
              </a:ext>
            </a:extLst>
          </p:cNvPr>
          <p:cNvSpPr>
            <a:spLocks noGrp="1" noChangeAspect="1"/>
          </p:cNvSpPr>
          <p:nvPr>
            <p:ph sz="quarter" idx="29" hasCustomPrompt="1"/>
          </p:nvPr>
        </p:nvSpPr>
        <p:spPr>
          <a:xfrm>
            <a:off x="467497" y="1574620"/>
            <a:ext cx="2651760" cy="297833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2" name="Content Placeholder 3">
            <a:extLst>
              <a:ext uri="{FF2B5EF4-FFF2-40B4-BE49-F238E27FC236}">
                <a16:creationId xmlns:a16="http://schemas.microsoft.com/office/drawing/2014/main" id="{4E63FEF0-55B6-114F-A6B3-FE428535D08B}"/>
              </a:ext>
            </a:extLst>
          </p:cNvPr>
          <p:cNvSpPr>
            <a:spLocks noGrp="1" noChangeAspect="1"/>
          </p:cNvSpPr>
          <p:nvPr>
            <p:ph sz="quarter" idx="30" hasCustomPrompt="1"/>
          </p:nvPr>
        </p:nvSpPr>
        <p:spPr>
          <a:xfrm>
            <a:off x="3246120" y="1574620"/>
            <a:ext cx="2651760" cy="297833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5" name="Content Placeholder 3">
            <a:extLst>
              <a:ext uri="{FF2B5EF4-FFF2-40B4-BE49-F238E27FC236}">
                <a16:creationId xmlns:a16="http://schemas.microsoft.com/office/drawing/2014/main" id="{BDBF2A4A-AD2B-F046-A13E-2CC51186C7DE}"/>
              </a:ext>
            </a:extLst>
          </p:cNvPr>
          <p:cNvSpPr>
            <a:spLocks noGrp="1" noChangeAspect="1"/>
          </p:cNvSpPr>
          <p:nvPr>
            <p:ph sz="quarter" idx="33" hasCustomPrompt="1"/>
          </p:nvPr>
        </p:nvSpPr>
        <p:spPr>
          <a:xfrm>
            <a:off x="6111240" y="1574620"/>
            <a:ext cx="2651760" cy="297833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8" name="Title 1">
            <a:extLst>
              <a:ext uri="{FF2B5EF4-FFF2-40B4-BE49-F238E27FC236}">
                <a16:creationId xmlns:a16="http://schemas.microsoft.com/office/drawing/2014/main" id="{2247E371-F507-CA44-87CD-5FE9F1C457AF}"/>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13" name="Content Placeholder 3">
            <a:extLst>
              <a:ext uri="{FF2B5EF4-FFF2-40B4-BE49-F238E27FC236}">
                <a16:creationId xmlns:a16="http://schemas.microsoft.com/office/drawing/2014/main" id="{D19597BF-E7E9-484A-BB29-705E3DB3619A}"/>
              </a:ext>
            </a:extLst>
          </p:cNvPr>
          <p:cNvSpPr>
            <a:spLocks noGrp="1"/>
          </p:cNvSpPr>
          <p:nvPr>
            <p:ph sz="quarter" idx="31" hasCustomPrompt="1"/>
          </p:nvPr>
        </p:nvSpPr>
        <p:spPr>
          <a:xfrm>
            <a:off x="4422277" y="3022420"/>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4" name="Content Placeholder 3">
            <a:extLst>
              <a:ext uri="{FF2B5EF4-FFF2-40B4-BE49-F238E27FC236}">
                <a16:creationId xmlns:a16="http://schemas.microsoft.com/office/drawing/2014/main" id="{4F08115A-6F4C-7C43-884F-8400F57087DB}"/>
              </a:ext>
            </a:extLst>
          </p:cNvPr>
          <p:cNvSpPr>
            <a:spLocks noGrp="1"/>
          </p:cNvSpPr>
          <p:nvPr>
            <p:ph sz="quarter" idx="32" hasCustomPrompt="1"/>
          </p:nvPr>
        </p:nvSpPr>
        <p:spPr>
          <a:xfrm>
            <a:off x="4422277" y="3714751"/>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6" name="Content Placeholder 3">
            <a:extLst>
              <a:ext uri="{FF2B5EF4-FFF2-40B4-BE49-F238E27FC236}">
                <a16:creationId xmlns:a16="http://schemas.microsoft.com/office/drawing/2014/main" id="{32CD13D8-C553-9B43-ABFB-5E9C875FADCB}"/>
              </a:ext>
            </a:extLst>
          </p:cNvPr>
          <p:cNvSpPr>
            <a:spLocks noGrp="1"/>
          </p:cNvSpPr>
          <p:nvPr>
            <p:ph sz="quarter" idx="34" hasCustomPrompt="1"/>
          </p:nvPr>
        </p:nvSpPr>
        <p:spPr>
          <a:xfrm>
            <a:off x="6479677" y="3022420"/>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E42E96DA-05ED-D243-90F0-D4A7AC201BF5}"/>
              </a:ext>
            </a:extLst>
          </p:cNvPr>
          <p:cNvSpPr>
            <a:spLocks noGrp="1"/>
          </p:cNvSpPr>
          <p:nvPr>
            <p:ph sz="quarter" idx="35" hasCustomPrompt="1"/>
          </p:nvPr>
        </p:nvSpPr>
        <p:spPr>
          <a:xfrm>
            <a:off x="6479677" y="3714751"/>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2364877" y="3022420"/>
            <a:ext cx="1920240" cy="6858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2364877" y="3714751"/>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Tree>
    <p:extLst>
      <p:ext uri="{BB962C8B-B14F-4D97-AF65-F5344CB8AC3E}">
        <p14:creationId xmlns:p14="http://schemas.microsoft.com/office/powerpoint/2010/main" val="2104443681"/>
      </p:ext>
    </p:extLst>
  </p:cSld>
  <p:clrMapOvr>
    <a:masterClrMapping/>
  </p:clrMapOvr>
</p:sldLayout>
</file>

<file path=ppt/slideLayouts/slideLayout452.xml><?xml version="1.0" encoding="utf-8"?>
<p:sldLayout xmlns:a="http://schemas.openxmlformats.org/drawingml/2006/main" xmlns:r="http://schemas.openxmlformats.org/officeDocument/2006/relationships" xmlns:p="http://schemas.openxmlformats.org/presentationml/2006/main" preserve="1" userDrawn="1">
  <p:cSld name="1_3 image each with subtitle + body tex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6B05F-53E1-8945-B16F-0DF3CF82F24C}"/>
              </a:ext>
            </a:extLst>
          </p:cNvPr>
          <p:cNvSpPr/>
          <p:nvPr userDrawn="1"/>
        </p:nvSpPr>
        <p:spPr>
          <a:xfrm>
            <a:off x="0" y="2887848"/>
            <a:ext cx="9144000" cy="2255653"/>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467497" y="3237976"/>
            <a:ext cx="2651760" cy="1490472"/>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467497" y="1397375"/>
            <a:ext cx="2651760" cy="1490472"/>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7497" y="2881461"/>
            <a:ext cx="26517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1" name="Content Placeholder 3">
            <a:extLst>
              <a:ext uri="{FF2B5EF4-FFF2-40B4-BE49-F238E27FC236}">
                <a16:creationId xmlns:a16="http://schemas.microsoft.com/office/drawing/2014/main" id="{16B809F6-FA4E-924A-B401-7F4C46B121C1}"/>
              </a:ext>
            </a:extLst>
          </p:cNvPr>
          <p:cNvSpPr>
            <a:spLocks noGrp="1"/>
          </p:cNvSpPr>
          <p:nvPr>
            <p:ph sz="half" idx="30" hasCustomPrompt="1"/>
          </p:nvPr>
        </p:nvSpPr>
        <p:spPr>
          <a:xfrm>
            <a:off x="3291840" y="3237976"/>
            <a:ext cx="2651760" cy="1490472"/>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6" name="Content Placeholder 3">
            <a:extLst>
              <a:ext uri="{FF2B5EF4-FFF2-40B4-BE49-F238E27FC236}">
                <a16:creationId xmlns:a16="http://schemas.microsoft.com/office/drawing/2014/main" id="{1A592BC2-CD25-7946-B073-3B5CE272ECA1}"/>
              </a:ext>
            </a:extLst>
          </p:cNvPr>
          <p:cNvSpPr>
            <a:spLocks noGrp="1"/>
          </p:cNvSpPr>
          <p:nvPr>
            <p:ph sz="quarter" idx="31" hasCustomPrompt="1"/>
          </p:nvPr>
        </p:nvSpPr>
        <p:spPr>
          <a:xfrm>
            <a:off x="3291840" y="1397375"/>
            <a:ext cx="2651760" cy="1490472"/>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7" name="Content Placeholder 3">
            <a:extLst>
              <a:ext uri="{FF2B5EF4-FFF2-40B4-BE49-F238E27FC236}">
                <a16:creationId xmlns:a16="http://schemas.microsoft.com/office/drawing/2014/main" id="{1C023B6E-F50F-6B4F-BB0D-25BB7E8C8591}"/>
              </a:ext>
            </a:extLst>
          </p:cNvPr>
          <p:cNvSpPr>
            <a:spLocks noGrp="1"/>
          </p:cNvSpPr>
          <p:nvPr>
            <p:ph sz="quarter" idx="32" hasCustomPrompt="1"/>
          </p:nvPr>
        </p:nvSpPr>
        <p:spPr>
          <a:xfrm>
            <a:off x="3291840" y="2881461"/>
            <a:ext cx="26517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8" name="Content Placeholder 3">
            <a:extLst>
              <a:ext uri="{FF2B5EF4-FFF2-40B4-BE49-F238E27FC236}">
                <a16:creationId xmlns:a16="http://schemas.microsoft.com/office/drawing/2014/main" id="{05509D20-557E-7F4F-8618-542438C490BA}"/>
              </a:ext>
            </a:extLst>
          </p:cNvPr>
          <p:cNvSpPr>
            <a:spLocks noGrp="1"/>
          </p:cNvSpPr>
          <p:nvPr>
            <p:ph sz="half" idx="33" hasCustomPrompt="1"/>
          </p:nvPr>
        </p:nvSpPr>
        <p:spPr>
          <a:xfrm>
            <a:off x="6116183" y="3237976"/>
            <a:ext cx="2651760" cy="1490472"/>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9" name="Content Placeholder 3">
            <a:extLst>
              <a:ext uri="{FF2B5EF4-FFF2-40B4-BE49-F238E27FC236}">
                <a16:creationId xmlns:a16="http://schemas.microsoft.com/office/drawing/2014/main" id="{157A14B8-DB9F-0649-A945-CCC8C7777ABD}"/>
              </a:ext>
            </a:extLst>
          </p:cNvPr>
          <p:cNvSpPr>
            <a:spLocks noGrp="1"/>
          </p:cNvSpPr>
          <p:nvPr>
            <p:ph sz="quarter" idx="34" hasCustomPrompt="1"/>
          </p:nvPr>
        </p:nvSpPr>
        <p:spPr>
          <a:xfrm>
            <a:off x="6116183" y="1397375"/>
            <a:ext cx="2651760" cy="1490472"/>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0" name="Content Placeholder 3">
            <a:extLst>
              <a:ext uri="{FF2B5EF4-FFF2-40B4-BE49-F238E27FC236}">
                <a16:creationId xmlns:a16="http://schemas.microsoft.com/office/drawing/2014/main" id="{CDA1F315-0513-4B41-A677-CA87DD3A63B4}"/>
              </a:ext>
            </a:extLst>
          </p:cNvPr>
          <p:cNvSpPr>
            <a:spLocks noGrp="1"/>
          </p:cNvSpPr>
          <p:nvPr>
            <p:ph sz="quarter" idx="35" hasCustomPrompt="1"/>
          </p:nvPr>
        </p:nvSpPr>
        <p:spPr>
          <a:xfrm>
            <a:off x="6116183" y="2881461"/>
            <a:ext cx="26517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3" name="Title 1">
            <a:extLst>
              <a:ext uri="{FF2B5EF4-FFF2-40B4-BE49-F238E27FC236}">
                <a16:creationId xmlns:a16="http://schemas.microsoft.com/office/drawing/2014/main" id="{5EFE7D30-4EBF-A243-AE4D-EE54C9A43989}"/>
              </a:ext>
            </a:extLst>
          </p:cNvPr>
          <p:cNvSpPr>
            <a:spLocks noGrp="1"/>
          </p:cNvSpPr>
          <p:nvPr>
            <p:ph type="title"/>
          </p:nvPr>
        </p:nvSpPr>
        <p:spPr>
          <a:xfrm>
            <a:off x="457200" y="590550"/>
            <a:ext cx="8305800" cy="74295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751640940"/>
      </p:ext>
    </p:extLst>
  </p:cSld>
  <p:clrMapOvr>
    <a:masterClrMapping/>
  </p:clrMapOvr>
</p:sldLayout>
</file>

<file path=ppt/slideLayouts/slideLayout453.xml><?xml version="1.0" encoding="utf-8"?>
<p:sldLayout xmlns:a="http://schemas.openxmlformats.org/drawingml/2006/main" xmlns:r="http://schemas.openxmlformats.org/officeDocument/2006/relationships" xmlns:p="http://schemas.openxmlformats.org/presentationml/2006/main" preserve="1" userDrawn="1">
  <p:cSld name="4 images, Title, limited text">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F1CB3C-159C-3347-BFAC-E45F31299484}"/>
              </a:ext>
            </a:extLst>
          </p:cNvPr>
          <p:cNvSpPr/>
          <p:nvPr userDrawn="1"/>
        </p:nvSpPr>
        <p:spPr>
          <a:xfrm>
            <a:off x="503338" y="819150"/>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0" name="Rectangle 19">
            <a:extLst>
              <a:ext uri="{FF2B5EF4-FFF2-40B4-BE49-F238E27FC236}">
                <a16:creationId xmlns:a16="http://schemas.microsoft.com/office/drawing/2014/main" id="{2BEE92EE-CB1A-564D-AFDA-ECC078177899}"/>
              </a:ext>
            </a:extLst>
          </p:cNvPr>
          <p:cNvSpPr/>
          <p:nvPr userDrawn="1"/>
        </p:nvSpPr>
        <p:spPr>
          <a:xfrm>
            <a:off x="2540115" y="819150"/>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1" name="Rectangle 20">
            <a:extLst>
              <a:ext uri="{FF2B5EF4-FFF2-40B4-BE49-F238E27FC236}">
                <a16:creationId xmlns:a16="http://schemas.microsoft.com/office/drawing/2014/main" id="{113ADE27-8124-2E48-9321-9D361EB8E511}"/>
              </a:ext>
            </a:extLst>
          </p:cNvPr>
          <p:cNvSpPr/>
          <p:nvPr userDrawn="1"/>
        </p:nvSpPr>
        <p:spPr>
          <a:xfrm>
            <a:off x="2548581" y="2893719"/>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2" name="Rectangle 21">
            <a:extLst>
              <a:ext uri="{FF2B5EF4-FFF2-40B4-BE49-F238E27FC236}">
                <a16:creationId xmlns:a16="http://schemas.microsoft.com/office/drawing/2014/main" id="{942C7726-2FB8-454D-88F1-E8C59C67CCDE}"/>
              </a:ext>
            </a:extLst>
          </p:cNvPr>
          <p:cNvSpPr/>
          <p:nvPr userDrawn="1"/>
        </p:nvSpPr>
        <p:spPr>
          <a:xfrm>
            <a:off x="4624723" y="2893719"/>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503337" y="819150"/>
            <a:ext cx="1965960" cy="1965958"/>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2558874" y="2886101"/>
            <a:ext cx="1947202" cy="1973579"/>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pic>
        <p:nvPicPr>
          <p:cNvPr id="8" name="Picture 7">
            <a:extLst>
              <a:ext uri="{FF2B5EF4-FFF2-40B4-BE49-F238E27FC236}">
                <a16:creationId xmlns:a16="http://schemas.microsoft.com/office/drawing/2014/main" id="{DBB37FCC-D24D-994D-A24E-BB2E71C19291}"/>
              </a:ext>
            </a:extLst>
          </p:cNvPr>
          <p:cNvPicPr>
            <a:picLocks noChangeAspect="1"/>
          </p:cNvPicPr>
          <p:nvPr userDrawn="1"/>
        </p:nvPicPr>
        <p:blipFill rotWithShape="1">
          <a:blip r:embed="rId2"/>
          <a:srcRect l="24096"/>
          <a:stretch/>
        </p:blipFill>
        <p:spPr>
          <a:xfrm>
            <a:off x="0" y="115218"/>
            <a:ext cx="1066800" cy="287051"/>
          </a:xfrm>
          <a:prstGeom prst="rect">
            <a:avLst/>
          </a:prstGeom>
        </p:spPr>
      </p:pic>
      <p:pic>
        <p:nvPicPr>
          <p:cNvPr id="9" name="Picture 8">
            <a:extLst>
              <a:ext uri="{FF2B5EF4-FFF2-40B4-BE49-F238E27FC236}">
                <a16:creationId xmlns:a16="http://schemas.microsoft.com/office/drawing/2014/main" id="{0855F3B6-F7B6-284E-BFFE-48E02FCC8082}"/>
              </a:ext>
            </a:extLst>
          </p:cNvPr>
          <p:cNvPicPr>
            <a:picLocks noChangeAspect="1"/>
          </p:cNvPicPr>
          <p:nvPr userDrawn="1"/>
        </p:nvPicPr>
        <p:blipFill>
          <a:blip r:embed="rId3"/>
          <a:stretch>
            <a:fillRect/>
          </a:stretch>
        </p:blipFill>
        <p:spPr>
          <a:xfrm>
            <a:off x="115779" y="223914"/>
            <a:ext cx="752320" cy="69658"/>
          </a:xfrm>
          <a:prstGeom prst="rect">
            <a:avLst/>
          </a:prstGeom>
        </p:spPr>
      </p:pic>
      <p:sp>
        <p:nvSpPr>
          <p:cNvPr id="14" name="Content Placeholder 3">
            <a:extLst>
              <a:ext uri="{FF2B5EF4-FFF2-40B4-BE49-F238E27FC236}">
                <a16:creationId xmlns:a16="http://schemas.microsoft.com/office/drawing/2014/main" id="{92912BC2-1EE2-D842-A2B7-DE5424A867EB}"/>
              </a:ext>
            </a:extLst>
          </p:cNvPr>
          <p:cNvSpPr>
            <a:spLocks noGrp="1"/>
          </p:cNvSpPr>
          <p:nvPr>
            <p:ph sz="quarter" idx="31" hasCustomPrompt="1"/>
          </p:nvPr>
        </p:nvSpPr>
        <p:spPr>
          <a:xfrm>
            <a:off x="2540854" y="819151"/>
            <a:ext cx="1965221" cy="1965959"/>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5" name="Title 1">
            <a:extLst>
              <a:ext uri="{FF2B5EF4-FFF2-40B4-BE49-F238E27FC236}">
                <a16:creationId xmlns:a16="http://schemas.microsoft.com/office/drawing/2014/main" id="{AF89DF55-FF69-934F-BC9B-AA09EC400408}"/>
              </a:ext>
            </a:extLst>
          </p:cNvPr>
          <p:cNvSpPr txBox="1">
            <a:spLocks/>
          </p:cNvSpPr>
          <p:nvPr userDrawn="1"/>
        </p:nvSpPr>
        <p:spPr>
          <a:xfrm>
            <a:off x="4852144" y="895350"/>
            <a:ext cx="2417762" cy="800100"/>
          </a:xfrm>
          <a:prstGeom prst="rect">
            <a:avLst/>
          </a:prstGeom>
        </p:spPr>
        <p:txBody>
          <a:bodyPr vert="horz" lIns="0" tIns="45720" rIns="91440" bIns="45720" rtlCol="0" anchor="b">
            <a:normAutofit/>
          </a:bodyPr>
          <a:lstStyle>
            <a:lvl1pPr algn="l" defTabSz="914400" rtl="0" eaLnBrk="1" latinLnBrk="0" hangingPunct="1">
              <a:lnSpc>
                <a:spcPct val="90000"/>
              </a:lnSpc>
              <a:spcBef>
                <a:spcPct val="0"/>
              </a:spcBef>
              <a:buNone/>
              <a:defRPr sz="2400" b="1" kern="1200">
                <a:solidFill>
                  <a:srgbClr val="1B4D81"/>
                </a:solidFill>
                <a:latin typeface="Lato" panose="020F0502020204030203" pitchFamily="34" charset="0"/>
                <a:ea typeface="+mj-ea"/>
                <a:cs typeface="+mj-cs"/>
              </a:defRPr>
            </a:lvl1pPr>
          </a:lstStyle>
          <a:p>
            <a:r>
              <a:rPr lang="en-US" sz="2400" dirty="0"/>
              <a:t>Content slide for product </a:t>
            </a:r>
          </a:p>
        </p:txBody>
      </p:sp>
      <p:sp>
        <p:nvSpPr>
          <p:cNvPr id="17" name="Content Placeholder 3">
            <a:extLst>
              <a:ext uri="{FF2B5EF4-FFF2-40B4-BE49-F238E27FC236}">
                <a16:creationId xmlns:a16="http://schemas.microsoft.com/office/drawing/2014/main" id="{DB54329B-39FA-9948-8527-46859415990F}"/>
              </a:ext>
            </a:extLst>
          </p:cNvPr>
          <p:cNvSpPr>
            <a:spLocks noGrp="1"/>
          </p:cNvSpPr>
          <p:nvPr>
            <p:ph sz="half" idx="10" hasCustomPrompt="1"/>
          </p:nvPr>
        </p:nvSpPr>
        <p:spPr>
          <a:xfrm>
            <a:off x="4852144" y="1695451"/>
            <a:ext cx="2691656" cy="943227"/>
          </a:xfrm>
          <a:prstGeom prst="rect">
            <a:avLst/>
          </a:prstGeom>
        </p:spPr>
        <p:txBody>
          <a:bodyPr lIns="0">
            <a:normAutofit/>
          </a:bodyPr>
          <a:lstStyle>
            <a:lvl1pPr marL="0" indent="0">
              <a:lnSpc>
                <a:spcPct val="100000"/>
              </a:lnSpc>
              <a:buNone/>
              <a:defRPr sz="1400">
                <a:solidFill>
                  <a:srgbClr val="393A39"/>
                </a:solidFill>
                <a:latin typeface="Lato" panose="020F0502020204030203" pitchFamily="34" charset="0"/>
              </a:defRPr>
            </a:lvl1pPr>
            <a:lvl2pPr marL="292093" indent="0">
              <a:lnSpc>
                <a:spcPct val="100000"/>
              </a:lnSpc>
              <a:buFont typeface="Arial" panose="020B0604020202020204" pitchFamily="34" charset="0"/>
              <a:buNone/>
              <a:defRPr sz="1200">
                <a:solidFill>
                  <a:srgbClr val="393A39"/>
                </a:solidFill>
                <a:latin typeface="Lato" panose="020F0502020204030203" pitchFamily="34" charset="0"/>
              </a:defRPr>
            </a:lvl2pPr>
            <a:lvl3pPr marL="576248" indent="0">
              <a:lnSpc>
                <a:spcPct val="100000"/>
              </a:lnSpc>
              <a:buNone/>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 keep it short!</a:t>
            </a:r>
          </a:p>
        </p:txBody>
      </p:sp>
      <p:sp>
        <p:nvSpPr>
          <p:cNvPr id="18" name="Content Placeholder 3">
            <a:extLst>
              <a:ext uri="{FF2B5EF4-FFF2-40B4-BE49-F238E27FC236}">
                <a16:creationId xmlns:a16="http://schemas.microsoft.com/office/drawing/2014/main" id="{9E3929EB-8C6F-D945-92EC-B79572580E77}"/>
              </a:ext>
            </a:extLst>
          </p:cNvPr>
          <p:cNvSpPr>
            <a:spLocks noGrp="1"/>
          </p:cNvSpPr>
          <p:nvPr>
            <p:ph sz="quarter" idx="19" hasCustomPrompt="1"/>
          </p:nvPr>
        </p:nvSpPr>
        <p:spPr>
          <a:xfrm>
            <a:off x="503338" y="2886100"/>
            <a:ext cx="1935062" cy="457200"/>
          </a:xfrm>
          <a:noFill/>
        </p:spPr>
        <p:txBody>
          <a:bodyPr lIns="137160" tIns="137160" rIns="137160" bIns="45720" anchor="b" anchorCtr="0">
            <a:normAutofit/>
          </a:bodyPr>
          <a:lstStyle>
            <a:lvl1pPr marL="0" indent="0">
              <a:buNone/>
              <a:defRPr sz="1200" b="1">
                <a:solidFill>
                  <a:schemeClr val="accent2"/>
                </a:solidFill>
              </a:defRPr>
            </a:lvl1pPr>
            <a:lvl2pPr>
              <a:defRPr>
                <a:solidFill>
                  <a:schemeClr val="bg2"/>
                </a:solidFill>
              </a:defRPr>
            </a:lvl2pPr>
            <a:lvl3pPr>
              <a:defRPr>
                <a:solidFill>
                  <a:schemeClr val="bg2"/>
                </a:solidFill>
              </a:defRPr>
            </a:lvl3pPr>
          </a:lstStyle>
          <a:p>
            <a:pPr lvl="0"/>
            <a:r>
              <a:rPr lang="en-US" dirty="0"/>
              <a:t>Optional Short Title Here</a:t>
            </a:r>
          </a:p>
        </p:txBody>
      </p:sp>
      <p:sp>
        <p:nvSpPr>
          <p:cNvPr id="19" name="Content Placeholder 3">
            <a:extLst>
              <a:ext uri="{FF2B5EF4-FFF2-40B4-BE49-F238E27FC236}">
                <a16:creationId xmlns:a16="http://schemas.microsoft.com/office/drawing/2014/main" id="{075A62B3-5B8F-BA41-B788-72BE2AD41F88}"/>
              </a:ext>
            </a:extLst>
          </p:cNvPr>
          <p:cNvSpPr>
            <a:spLocks noGrp="1"/>
          </p:cNvSpPr>
          <p:nvPr>
            <p:ph sz="quarter" idx="20" hasCustomPrompt="1"/>
          </p:nvPr>
        </p:nvSpPr>
        <p:spPr>
          <a:xfrm>
            <a:off x="503338" y="3343301"/>
            <a:ext cx="1935062" cy="1066799"/>
          </a:xfrm>
          <a:noFill/>
        </p:spPr>
        <p:txBody>
          <a:bodyPr lIns="137160" tIns="45720" rIns="137160" bIns="13716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23" name="Content Placeholder 3">
            <a:extLst>
              <a:ext uri="{FF2B5EF4-FFF2-40B4-BE49-F238E27FC236}">
                <a16:creationId xmlns:a16="http://schemas.microsoft.com/office/drawing/2014/main" id="{B9EB7CA6-DB6B-5C45-9FED-7ADC8E9AB8DD}"/>
              </a:ext>
            </a:extLst>
          </p:cNvPr>
          <p:cNvSpPr>
            <a:spLocks noGrp="1"/>
          </p:cNvSpPr>
          <p:nvPr>
            <p:ph sz="quarter" idx="32" hasCustomPrompt="1"/>
          </p:nvPr>
        </p:nvSpPr>
        <p:spPr>
          <a:xfrm>
            <a:off x="4624723" y="2893719"/>
            <a:ext cx="1965960" cy="196596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Tree>
    <p:extLst>
      <p:ext uri="{BB962C8B-B14F-4D97-AF65-F5344CB8AC3E}">
        <p14:creationId xmlns:p14="http://schemas.microsoft.com/office/powerpoint/2010/main" val="1819351621"/>
      </p:ext>
    </p:extLst>
  </p:cSld>
  <p:clrMapOvr>
    <a:masterClrMapping/>
  </p:clrMapOvr>
</p:sldLayout>
</file>

<file path=ppt/slideLayouts/slideLayout454.xml><?xml version="1.0" encoding="utf-8"?>
<p:sldLayout xmlns:a="http://schemas.openxmlformats.org/drawingml/2006/main" xmlns:r="http://schemas.openxmlformats.org/officeDocument/2006/relationships" xmlns:p="http://schemas.openxmlformats.org/presentationml/2006/main" preserve="1" userDrawn="1">
  <p:cSld name="Title, 4 image each with captions with title + body">
    <p:spTree>
      <p:nvGrpSpPr>
        <p:cNvPr id="1" name=""/>
        <p:cNvGrpSpPr/>
        <p:nvPr/>
      </p:nvGrpSpPr>
      <p:grpSpPr>
        <a:xfrm>
          <a:off x="0" y="0"/>
          <a:ext cx="0" cy="0"/>
          <a:chOff x="0" y="0"/>
          <a:chExt cx="0" cy="0"/>
        </a:xfrm>
      </p:grpSpPr>
      <p:sp>
        <p:nvSpPr>
          <p:cNvPr id="47" name="Content Placeholder 3">
            <a:extLst>
              <a:ext uri="{FF2B5EF4-FFF2-40B4-BE49-F238E27FC236}">
                <a16:creationId xmlns:a16="http://schemas.microsoft.com/office/drawing/2014/main" id="{88FAD3AE-C209-DD41-8D9F-F3C291DF9248}"/>
              </a:ext>
            </a:extLst>
          </p:cNvPr>
          <p:cNvSpPr>
            <a:spLocks noGrp="1"/>
          </p:cNvSpPr>
          <p:nvPr>
            <p:ph sz="quarter" idx="22" hasCustomPrompt="1"/>
          </p:nvPr>
        </p:nvSpPr>
        <p:spPr>
          <a:xfrm>
            <a:off x="2580968" y="1885950"/>
            <a:ext cx="1965960" cy="147218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57200" y="1885950"/>
            <a:ext cx="1965960" cy="1474470"/>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0" name="Rectangle 9">
            <a:extLst>
              <a:ext uri="{FF2B5EF4-FFF2-40B4-BE49-F238E27FC236}">
                <a16:creationId xmlns:a16="http://schemas.microsoft.com/office/drawing/2014/main" id="{4BF6B05F-53E1-8945-B16F-0DF3CF82F24C}"/>
              </a:ext>
            </a:extLst>
          </p:cNvPr>
          <p:cNvSpPr/>
          <p:nvPr userDrawn="1"/>
        </p:nvSpPr>
        <p:spPr>
          <a:xfrm>
            <a:off x="0" y="3358136"/>
            <a:ext cx="9144000" cy="1785365"/>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17" name="Content Placeholder 3">
            <a:extLst>
              <a:ext uri="{FF2B5EF4-FFF2-40B4-BE49-F238E27FC236}">
                <a16:creationId xmlns:a16="http://schemas.microsoft.com/office/drawing/2014/main" id="{F509B63B-1486-3540-B785-BB3D12EDB3BE}"/>
              </a:ext>
            </a:extLst>
          </p:cNvPr>
          <p:cNvSpPr>
            <a:spLocks noGrp="1"/>
          </p:cNvSpPr>
          <p:nvPr>
            <p:ph sz="quarter" idx="20" hasCustomPrompt="1"/>
          </p:nvPr>
        </p:nvSpPr>
        <p:spPr>
          <a:xfrm>
            <a:off x="457200" y="3714650"/>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33581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8" name="Content Placeholder 3">
            <a:extLst>
              <a:ext uri="{FF2B5EF4-FFF2-40B4-BE49-F238E27FC236}">
                <a16:creationId xmlns:a16="http://schemas.microsoft.com/office/drawing/2014/main" id="{216EF5B3-14E5-2446-9E37-8D3DA7F83FA6}"/>
              </a:ext>
            </a:extLst>
          </p:cNvPr>
          <p:cNvSpPr>
            <a:spLocks noGrp="1"/>
          </p:cNvSpPr>
          <p:nvPr>
            <p:ph sz="quarter" idx="23" hasCustomPrompt="1"/>
          </p:nvPr>
        </p:nvSpPr>
        <p:spPr>
          <a:xfrm>
            <a:off x="2580968" y="3714650"/>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49" name="Content Placeholder 3">
            <a:extLst>
              <a:ext uri="{FF2B5EF4-FFF2-40B4-BE49-F238E27FC236}">
                <a16:creationId xmlns:a16="http://schemas.microsoft.com/office/drawing/2014/main" id="{A33A5FF1-7CDE-394A-8F8F-43478A103928}"/>
              </a:ext>
            </a:extLst>
          </p:cNvPr>
          <p:cNvSpPr>
            <a:spLocks noGrp="1"/>
          </p:cNvSpPr>
          <p:nvPr>
            <p:ph sz="quarter" idx="24" hasCustomPrompt="1"/>
          </p:nvPr>
        </p:nvSpPr>
        <p:spPr>
          <a:xfrm>
            <a:off x="2580968" y="33581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0" name="Content Placeholder 3">
            <a:extLst>
              <a:ext uri="{FF2B5EF4-FFF2-40B4-BE49-F238E27FC236}">
                <a16:creationId xmlns:a16="http://schemas.microsoft.com/office/drawing/2014/main" id="{37AD7603-46FC-F347-AF65-9A5A450E8717}"/>
              </a:ext>
            </a:extLst>
          </p:cNvPr>
          <p:cNvSpPr>
            <a:spLocks noGrp="1"/>
          </p:cNvSpPr>
          <p:nvPr>
            <p:ph sz="quarter" idx="25" hasCustomPrompt="1"/>
          </p:nvPr>
        </p:nvSpPr>
        <p:spPr>
          <a:xfrm>
            <a:off x="4717024" y="1885950"/>
            <a:ext cx="1965960" cy="147218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1" name="Content Placeholder 3">
            <a:extLst>
              <a:ext uri="{FF2B5EF4-FFF2-40B4-BE49-F238E27FC236}">
                <a16:creationId xmlns:a16="http://schemas.microsoft.com/office/drawing/2014/main" id="{B34E1369-EF0E-B046-97D9-6341F2F2EA21}"/>
              </a:ext>
            </a:extLst>
          </p:cNvPr>
          <p:cNvSpPr>
            <a:spLocks noGrp="1"/>
          </p:cNvSpPr>
          <p:nvPr>
            <p:ph sz="quarter" idx="26" hasCustomPrompt="1"/>
          </p:nvPr>
        </p:nvSpPr>
        <p:spPr>
          <a:xfrm>
            <a:off x="4717024" y="3714650"/>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2" name="Content Placeholder 3">
            <a:extLst>
              <a:ext uri="{FF2B5EF4-FFF2-40B4-BE49-F238E27FC236}">
                <a16:creationId xmlns:a16="http://schemas.microsoft.com/office/drawing/2014/main" id="{63659F40-D8CA-2341-9DFD-6BA8E4B8640E}"/>
              </a:ext>
            </a:extLst>
          </p:cNvPr>
          <p:cNvSpPr>
            <a:spLocks noGrp="1"/>
          </p:cNvSpPr>
          <p:nvPr>
            <p:ph sz="quarter" idx="27" hasCustomPrompt="1"/>
          </p:nvPr>
        </p:nvSpPr>
        <p:spPr>
          <a:xfrm>
            <a:off x="4717024" y="33581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3" name="Content Placeholder 3">
            <a:extLst>
              <a:ext uri="{FF2B5EF4-FFF2-40B4-BE49-F238E27FC236}">
                <a16:creationId xmlns:a16="http://schemas.microsoft.com/office/drawing/2014/main" id="{A35135FD-AD75-964F-B113-BD252DDE92D5}"/>
              </a:ext>
            </a:extLst>
          </p:cNvPr>
          <p:cNvSpPr>
            <a:spLocks noGrp="1"/>
          </p:cNvSpPr>
          <p:nvPr>
            <p:ph sz="quarter" idx="28" hasCustomPrompt="1"/>
          </p:nvPr>
        </p:nvSpPr>
        <p:spPr>
          <a:xfrm>
            <a:off x="6840792" y="1885950"/>
            <a:ext cx="1965960" cy="147218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4" name="Content Placeholder 3">
            <a:extLst>
              <a:ext uri="{FF2B5EF4-FFF2-40B4-BE49-F238E27FC236}">
                <a16:creationId xmlns:a16="http://schemas.microsoft.com/office/drawing/2014/main" id="{D177B7A0-E491-2949-A749-674B4894CD6E}"/>
              </a:ext>
            </a:extLst>
          </p:cNvPr>
          <p:cNvSpPr>
            <a:spLocks noGrp="1"/>
          </p:cNvSpPr>
          <p:nvPr>
            <p:ph sz="quarter" idx="29" hasCustomPrompt="1"/>
          </p:nvPr>
        </p:nvSpPr>
        <p:spPr>
          <a:xfrm>
            <a:off x="6840792" y="3714650"/>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5" name="Content Placeholder 3">
            <a:extLst>
              <a:ext uri="{FF2B5EF4-FFF2-40B4-BE49-F238E27FC236}">
                <a16:creationId xmlns:a16="http://schemas.microsoft.com/office/drawing/2014/main" id="{B176513E-FA18-374C-AD1F-242628F462B4}"/>
              </a:ext>
            </a:extLst>
          </p:cNvPr>
          <p:cNvSpPr>
            <a:spLocks noGrp="1"/>
          </p:cNvSpPr>
          <p:nvPr>
            <p:ph sz="quarter" idx="30" hasCustomPrompt="1"/>
          </p:nvPr>
        </p:nvSpPr>
        <p:spPr>
          <a:xfrm>
            <a:off x="6840792" y="33581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8" name="Title 1">
            <a:extLst>
              <a:ext uri="{FF2B5EF4-FFF2-40B4-BE49-F238E27FC236}">
                <a16:creationId xmlns:a16="http://schemas.microsoft.com/office/drawing/2014/main" id="{2FA1BC06-C30C-E541-AF0C-1F21C8CBC4D8}"/>
              </a:ext>
            </a:extLst>
          </p:cNvPr>
          <p:cNvSpPr>
            <a:spLocks noGrp="1"/>
          </p:cNvSpPr>
          <p:nvPr>
            <p:ph type="title"/>
          </p:nvPr>
        </p:nvSpPr>
        <p:spPr>
          <a:xfrm>
            <a:off x="457200" y="829818"/>
            <a:ext cx="8305800" cy="74295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827837939"/>
      </p:ext>
    </p:extLst>
  </p:cSld>
  <p:clrMapOvr>
    <a:masterClrMapping/>
  </p:clrMapOvr>
</p:sldLayout>
</file>

<file path=ppt/slideLayouts/slideLayout455.xml><?xml version="1.0" encoding="utf-8"?>
<p:sldLayout xmlns:a="http://schemas.openxmlformats.org/drawingml/2006/main" xmlns:r="http://schemas.openxmlformats.org/officeDocument/2006/relationships" xmlns:p="http://schemas.openxmlformats.org/presentationml/2006/main" preserve="1" userDrawn="1">
  <p:cSld name="1_Title, 4 image each with captions with title + bullets">
    <p:spTree>
      <p:nvGrpSpPr>
        <p:cNvPr id="1" name=""/>
        <p:cNvGrpSpPr/>
        <p:nvPr/>
      </p:nvGrpSpPr>
      <p:grpSpPr>
        <a:xfrm>
          <a:off x="0" y="0"/>
          <a:ext cx="0" cy="0"/>
          <a:chOff x="0" y="0"/>
          <a:chExt cx="0" cy="0"/>
        </a:xfrm>
      </p:grpSpPr>
      <p:sp>
        <p:nvSpPr>
          <p:cNvPr id="34" name="Content Placeholder 3">
            <a:extLst>
              <a:ext uri="{FF2B5EF4-FFF2-40B4-BE49-F238E27FC236}">
                <a16:creationId xmlns:a16="http://schemas.microsoft.com/office/drawing/2014/main" id="{E80BBB08-8B4C-AE45-BE9F-2ACF045CF6F5}"/>
              </a:ext>
            </a:extLst>
          </p:cNvPr>
          <p:cNvSpPr>
            <a:spLocks noGrp="1"/>
          </p:cNvSpPr>
          <p:nvPr>
            <p:ph sz="quarter" idx="31" hasCustomPrompt="1"/>
          </p:nvPr>
        </p:nvSpPr>
        <p:spPr>
          <a:xfrm>
            <a:off x="2591861" y="1567918"/>
            <a:ext cx="1965960" cy="110642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0" name="Rectangle 9">
            <a:extLst>
              <a:ext uri="{FF2B5EF4-FFF2-40B4-BE49-F238E27FC236}">
                <a16:creationId xmlns:a16="http://schemas.microsoft.com/office/drawing/2014/main" id="{4BF6B05F-53E1-8945-B16F-0DF3CF82F24C}"/>
              </a:ext>
            </a:extLst>
          </p:cNvPr>
          <p:cNvSpPr/>
          <p:nvPr userDrawn="1"/>
        </p:nvSpPr>
        <p:spPr>
          <a:xfrm>
            <a:off x="0" y="2683923"/>
            <a:ext cx="9144000" cy="2459578"/>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467497" y="3034051"/>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467497" y="1572803"/>
            <a:ext cx="1963970" cy="1104733"/>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7497" y="26775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3" name="Content Placeholder 3">
            <a:extLst>
              <a:ext uri="{FF2B5EF4-FFF2-40B4-BE49-F238E27FC236}">
                <a16:creationId xmlns:a16="http://schemas.microsoft.com/office/drawing/2014/main" id="{E53B2EB1-5F25-BD49-8343-92C06FD36ABC}"/>
              </a:ext>
            </a:extLst>
          </p:cNvPr>
          <p:cNvSpPr>
            <a:spLocks noGrp="1"/>
          </p:cNvSpPr>
          <p:nvPr>
            <p:ph sz="half" idx="30" hasCustomPrompt="1"/>
          </p:nvPr>
        </p:nvSpPr>
        <p:spPr>
          <a:xfrm>
            <a:off x="2591861" y="3034051"/>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5" name="Content Placeholder 3">
            <a:extLst>
              <a:ext uri="{FF2B5EF4-FFF2-40B4-BE49-F238E27FC236}">
                <a16:creationId xmlns:a16="http://schemas.microsoft.com/office/drawing/2014/main" id="{A464B442-D9C7-B94E-AD26-8A4ED3539C0A}"/>
              </a:ext>
            </a:extLst>
          </p:cNvPr>
          <p:cNvSpPr>
            <a:spLocks noGrp="1"/>
          </p:cNvSpPr>
          <p:nvPr>
            <p:ph sz="quarter" idx="32" hasCustomPrompt="1"/>
          </p:nvPr>
        </p:nvSpPr>
        <p:spPr>
          <a:xfrm>
            <a:off x="2591861" y="26775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4" name="Content Placeholder 3">
            <a:extLst>
              <a:ext uri="{FF2B5EF4-FFF2-40B4-BE49-F238E27FC236}">
                <a16:creationId xmlns:a16="http://schemas.microsoft.com/office/drawing/2014/main" id="{A0A4139A-772F-2F43-93E6-4E6798EEF1CD}"/>
              </a:ext>
            </a:extLst>
          </p:cNvPr>
          <p:cNvSpPr>
            <a:spLocks noGrp="1"/>
          </p:cNvSpPr>
          <p:nvPr>
            <p:ph sz="quarter" idx="33" hasCustomPrompt="1"/>
          </p:nvPr>
        </p:nvSpPr>
        <p:spPr>
          <a:xfrm>
            <a:off x="4712240" y="1567918"/>
            <a:ext cx="1965960" cy="110642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5" name="Content Placeholder 3">
            <a:extLst>
              <a:ext uri="{FF2B5EF4-FFF2-40B4-BE49-F238E27FC236}">
                <a16:creationId xmlns:a16="http://schemas.microsoft.com/office/drawing/2014/main" id="{B587A25C-C1CD-4A4E-AE0C-EDF159D1AD75}"/>
              </a:ext>
            </a:extLst>
          </p:cNvPr>
          <p:cNvSpPr>
            <a:spLocks noGrp="1"/>
          </p:cNvSpPr>
          <p:nvPr>
            <p:ph sz="half" idx="34" hasCustomPrompt="1"/>
          </p:nvPr>
        </p:nvSpPr>
        <p:spPr>
          <a:xfrm>
            <a:off x="4712240" y="3034051"/>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46" name="Content Placeholder 3">
            <a:extLst>
              <a:ext uri="{FF2B5EF4-FFF2-40B4-BE49-F238E27FC236}">
                <a16:creationId xmlns:a16="http://schemas.microsoft.com/office/drawing/2014/main" id="{006D9C7B-BE1F-2F48-9932-F7A5274B0C86}"/>
              </a:ext>
            </a:extLst>
          </p:cNvPr>
          <p:cNvSpPr>
            <a:spLocks noGrp="1"/>
          </p:cNvSpPr>
          <p:nvPr>
            <p:ph sz="quarter" idx="35" hasCustomPrompt="1"/>
          </p:nvPr>
        </p:nvSpPr>
        <p:spPr>
          <a:xfrm>
            <a:off x="4712240" y="26775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7" name="Content Placeholder 3">
            <a:extLst>
              <a:ext uri="{FF2B5EF4-FFF2-40B4-BE49-F238E27FC236}">
                <a16:creationId xmlns:a16="http://schemas.microsoft.com/office/drawing/2014/main" id="{4D16B98F-3C8A-4E4A-9AA5-82EDAB577C03}"/>
              </a:ext>
            </a:extLst>
          </p:cNvPr>
          <p:cNvSpPr>
            <a:spLocks noGrp="1"/>
          </p:cNvSpPr>
          <p:nvPr>
            <p:ph sz="quarter" idx="36" hasCustomPrompt="1"/>
          </p:nvPr>
        </p:nvSpPr>
        <p:spPr>
          <a:xfrm>
            <a:off x="6828634" y="1567918"/>
            <a:ext cx="1965960" cy="110642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8" name="Content Placeholder 3">
            <a:extLst>
              <a:ext uri="{FF2B5EF4-FFF2-40B4-BE49-F238E27FC236}">
                <a16:creationId xmlns:a16="http://schemas.microsoft.com/office/drawing/2014/main" id="{457B1C0B-C0BA-1340-A85D-FFCE14C89447}"/>
              </a:ext>
            </a:extLst>
          </p:cNvPr>
          <p:cNvSpPr>
            <a:spLocks noGrp="1"/>
          </p:cNvSpPr>
          <p:nvPr>
            <p:ph sz="half" idx="37" hasCustomPrompt="1"/>
          </p:nvPr>
        </p:nvSpPr>
        <p:spPr>
          <a:xfrm>
            <a:off x="6828634" y="3034051"/>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49" name="Content Placeholder 3">
            <a:extLst>
              <a:ext uri="{FF2B5EF4-FFF2-40B4-BE49-F238E27FC236}">
                <a16:creationId xmlns:a16="http://schemas.microsoft.com/office/drawing/2014/main" id="{F952A9E0-6228-5148-BA9C-12C66B2ADE02}"/>
              </a:ext>
            </a:extLst>
          </p:cNvPr>
          <p:cNvSpPr>
            <a:spLocks noGrp="1"/>
          </p:cNvSpPr>
          <p:nvPr>
            <p:ph sz="quarter" idx="38" hasCustomPrompt="1"/>
          </p:nvPr>
        </p:nvSpPr>
        <p:spPr>
          <a:xfrm>
            <a:off x="6828634" y="26775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Title 1">
            <a:extLst>
              <a:ext uri="{FF2B5EF4-FFF2-40B4-BE49-F238E27FC236}">
                <a16:creationId xmlns:a16="http://schemas.microsoft.com/office/drawing/2014/main" id="{2CD41E1C-45C4-2E4C-AB71-F892A91A1EAC}"/>
              </a:ext>
            </a:extLst>
          </p:cNvPr>
          <p:cNvSpPr>
            <a:spLocks noGrp="1"/>
          </p:cNvSpPr>
          <p:nvPr>
            <p:ph type="title"/>
          </p:nvPr>
        </p:nvSpPr>
        <p:spPr>
          <a:xfrm>
            <a:off x="457200" y="590550"/>
            <a:ext cx="8305800" cy="74295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434650071"/>
      </p:ext>
    </p:extLst>
  </p:cSld>
  <p:clrMapOvr>
    <a:masterClrMapping/>
  </p:clrMapOvr>
</p:sldLayout>
</file>

<file path=ppt/slideLayouts/slideLayout456.xml><?xml version="1.0" encoding="utf-8"?>
<p:sldLayout xmlns:a="http://schemas.openxmlformats.org/drawingml/2006/main" xmlns:r="http://schemas.openxmlformats.org/officeDocument/2006/relationships" xmlns:p="http://schemas.openxmlformats.org/presentationml/2006/main" preserve="1" userDrawn="1">
  <p:cSld name="5 images with title + bullet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6B05F-53E1-8945-B16F-0DF3CF82F24C}"/>
              </a:ext>
            </a:extLst>
          </p:cNvPr>
          <p:cNvSpPr/>
          <p:nvPr userDrawn="1"/>
        </p:nvSpPr>
        <p:spPr>
          <a:xfrm>
            <a:off x="0" y="2683923"/>
            <a:ext cx="9144000" cy="2459578"/>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381022" y="3034051"/>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381022" y="148286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381022" y="2677535"/>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68" name="Content Placeholder 3">
            <a:extLst>
              <a:ext uri="{FF2B5EF4-FFF2-40B4-BE49-F238E27FC236}">
                <a16:creationId xmlns:a16="http://schemas.microsoft.com/office/drawing/2014/main" id="{8B594A98-55B7-1246-AEE0-5FDE3E436BED}"/>
              </a:ext>
            </a:extLst>
          </p:cNvPr>
          <p:cNvSpPr>
            <a:spLocks noGrp="1"/>
          </p:cNvSpPr>
          <p:nvPr>
            <p:ph sz="half" idx="30" hasCustomPrompt="1"/>
          </p:nvPr>
        </p:nvSpPr>
        <p:spPr>
          <a:xfrm>
            <a:off x="2095522" y="3034051"/>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69" name="Content Placeholder 3">
            <a:extLst>
              <a:ext uri="{FF2B5EF4-FFF2-40B4-BE49-F238E27FC236}">
                <a16:creationId xmlns:a16="http://schemas.microsoft.com/office/drawing/2014/main" id="{9135D390-8302-B148-B61C-F2EB0A6B8E60}"/>
              </a:ext>
            </a:extLst>
          </p:cNvPr>
          <p:cNvSpPr>
            <a:spLocks noGrp="1"/>
          </p:cNvSpPr>
          <p:nvPr>
            <p:ph sz="quarter" idx="31" hasCustomPrompt="1"/>
          </p:nvPr>
        </p:nvSpPr>
        <p:spPr>
          <a:xfrm>
            <a:off x="2095524" y="148286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0" name="Content Placeholder 3">
            <a:extLst>
              <a:ext uri="{FF2B5EF4-FFF2-40B4-BE49-F238E27FC236}">
                <a16:creationId xmlns:a16="http://schemas.microsoft.com/office/drawing/2014/main" id="{C429E927-13E4-5749-A6B0-9E7C5F36071B}"/>
              </a:ext>
            </a:extLst>
          </p:cNvPr>
          <p:cNvSpPr>
            <a:spLocks noGrp="1"/>
          </p:cNvSpPr>
          <p:nvPr>
            <p:ph sz="quarter" idx="32" hasCustomPrompt="1"/>
          </p:nvPr>
        </p:nvSpPr>
        <p:spPr>
          <a:xfrm>
            <a:off x="2095522" y="2677535"/>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71" name="Content Placeholder 3">
            <a:extLst>
              <a:ext uri="{FF2B5EF4-FFF2-40B4-BE49-F238E27FC236}">
                <a16:creationId xmlns:a16="http://schemas.microsoft.com/office/drawing/2014/main" id="{1C342233-4927-944A-8984-5E2A1A231A9E}"/>
              </a:ext>
            </a:extLst>
          </p:cNvPr>
          <p:cNvSpPr>
            <a:spLocks noGrp="1"/>
          </p:cNvSpPr>
          <p:nvPr>
            <p:ph sz="half" idx="33" hasCustomPrompt="1"/>
          </p:nvPr>
        </p:nvSpPr>
        <p:spPr>
          <a:xfrm>
            <a:off x="3810018" y="3034051"/>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72" name="Content Placeholder 3">
            <a:extLst>
              <a:ext uri="{FF2B5EF4-FFF2-40B4-BE49-F238E27FC236}">
                <a16:creationId xmlns:a16="http://schemas.microsoft.com/office/drawing/2014/main" id="{E5DADEB8-A31C-2947-9FF2-B8C7C448170A}"/>
              </a:ext>
            </a:extLst>
          </p:cNvPr>
          <p:cNvSpPr>
            <a:spLocks noGrp="1"/>
          </p:cNvSpPr>
          <p:nvPr>
            <p:ph sz="quarter" idx="34" hasCustomPrompt="1"/>
          </p:nvPr>
        </p:nvSpPr>
        <p:spPr>
          <a:xfrm>
            <a:off x="3810020" y="148286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3" name="Content Placeholder 3">
            <a:extLst>
              <a:ext uri="{FF2B5EF4-FFF2-40B4-BE49-F238E27FC236}">
                <a16:creationId xmlns:a16="http://schemas.microsoft.com/office/drawing/2014/main" id="{EBD1B705-DE93-7C47-9AF9-6ECF4F926A39}"/>
              </a:ext>
            </a:extLst>
          </p:cNvPr>
          <p:cNvSpPr>
            <a:spLocks noGrp="1"/>
          </p:cNvSpPr>
          <p:nvPr>
            <p:ph sz="quarter" idx="35" hasCustomPrompt="1"/>
          </p:nvPr>
        </p:nvSpPr>
        <p:spPr>
          <a:xfrm>
            <a:off x="3810018" y="2677535"/>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74" name="Content Placeholder 3">
            <a:extLst>
              <a:ext uri="{FF2B5EF4-FFF2-40B4-BE49-F238E27FC236}">
                <a16:creationId xmlns:a16="http://schemas.microsoft.com/office/drawing/2014/main" id="{E182A473-23D7-FC41-8E6E-928368EE742D}"/>
              </a:ext>
            </a:extLst>
          </p:cNvPr>
          <p:cNvSpPr>
            <a:spLocks noGrp="1"/>
          </p:cNvSpPr>
          <p:nvPr>
            <p:ph sz="half" idx="36" hasCustomPrompt="1"/>
          </p:nvPr>
        </p:nvSpPr>
        <p:spPr>
          <a:xfrm>
            <a:off x="5524510" y="3034051"/>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75" name="Content Placeholder 3">
            <a:extLst>
              <a:ext uri="{FF2B5EF4-FFF2-40B4-BE49-F238E27FC236}">
                <a16:creationId xmlns:a16="http://schemas.microsoft.com/office/drawing/2014/main" id="{65B64471-861D-1C41-A965-8FC89E3EEDD9}"/>
              </a:ext>
            </a:extLst>
          </p:cNvPr>
          <p:cNvSpPr>
            <a:spLocks noGrp="1"/>
          </p:cNvSpPr>
          <p:nvPr>
            <p:ph sz="quarter" idx="37" hasCustomPrompt="1"/>
          </p:nvPr>
        </p:nvSpPr>
        <p:spPr>
          <a:xfrm>
            <a:off x="5524512" y="148286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6" name="Content Placeholder 3">
            <a:extLst>
              <a:ext uri="{FF2B5EF4-FFF2-40B4-BE49-F238E27FC236}">
                <a16:creationId xmlns:a16="http://schemas.microsoft.com/office/drawing/2014/main" id="{F1669C60-8680-4649-8495-52945E083E58}"/>
              </a:ext>
            </a:extLst>
          </p:cNvPr>
          <p:cNvSpPr>
            <a:spLocks noGrp="1"/>
          </p:cNvSpPr>
          <p:nvPr>
            <p:ph sz="quarter" idx="38" hasCustomPrompt="1"/>
          </p:nvPr>
        </p:nvSpPr>
        <p:spPr>
          <a:xfrm>
            <a:off x="5524510" y="2677535"/>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77" name="Content Placeholder 3">
            <a:extLst>
              <a:ext uri="{FF2B5EF4-FFF2-40B4-BE49-F238E27FC236}">
                <a16:creationId xmlns:a16="http://schemas.microsoft.com/office/drawing/2014/main" id="{338917CB-5AD5-4944-A65E-AA566160C114}"/>
              </a:ext>
            </a:extLst>
          </p:cNvPr>
          <p:cNvSpPr>
            <a:spLocks noGrp="1"/>
          </p:cNvSpPr>
          <p:nvPr>
            <p:ph sz="half" idx="39" hasCustomPrompt="1"/>
          </p:nvPr>
        </p:nvSpPr>
        <p:spPr>
          <a:xfrm>
            <a:off x="7238998" y="3034051"/>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78" name="Content Placeholder 3">
            <a:extLst>
              <a:ext uri="{FF2B5EF4-FFF2-40B4-BE49-F238E27FC236}">
                <a16:creationId xmlns:a16="http://schemas.microsoft.com/office/drawing/2014/main" id="{692BBACE-53AB-9C45-BC70-65A594691A6D}"/>
              </a:ext>
            </a:extLst>
          </p:cNvPr>
          <p:cNvSpPr>
            <a:spLocks noGrp="1"/>
          </p:cNvSpPr>
          <p:nvPr>
            <p:ph sz="quarter" idx="40" hasCustomPrompt="1"/>
          </p:nvPr>
        </p:nvSpPr>
        <p:spPr>
          <a:xfrm>
            <a:off x="7239000" y="148286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9" name="Content Placeholder 3">
            <a:extLst>
              <a:ext uri="{FF2B5EF4-FFF2-40B4-BE49-F238E27FC236}">
                <a16:creationId xmlns:a16="http://schemas.microsoft.com/office/drawing/2014/main" id="{894634CD-6884-094D-9979-41AB688FEAC9}"/>
              </a:ext>
            </a:extLst>
          </p:cNvPr>
          <p:cNvSpPr>
            <a:spLocks noGrp="1"/>
          </p:cNvSpPr>
          <p:nvPr>
            <p:ph sz="quarter" idx="41" hasCustomPrompt="1"/>
          </p:nvPr>
        </p:nvSpPr>
        <p:spPr>
          <a:xfrm>
            <a:off x="7238998" y="2677535"/>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80" name="Title 1">
            <a:extLst>
              <a:ext uri="{FF2B5EF4-FFF2-40B4-BE49-F238E27FC236}">
                <a16:creationId xmlns:a16="http://schemas.microsoft.com/office/drawing/2014/main" id="{1ACB9DE9-1DE3-FD4C-840A-5CED7A2C46B3}"/>
              </a:ext>
            </a:extLst>
          </p:cNvPr>
          <p:cNvSpPr>
            <a:spLocks noGrp="1"/>
          </p:cNvSpPr>
          <p:nvPr>
            <p:ph type="title"/>
          </p:nvPr>
        </p:nvSpPr>
        <p:spPr>
          <a:xfrm>
            <a:off x="457200" y="590550"/>
            <a:ext cx="8305800" cy="742950"/>
          </a:xfrm>
          <a:prstGeom prst="rect">
            <a:avLst/>
          </a:prstGeom>
        </p:spPr>
        <p:txBody>
          <a:bodyPr lIns="9144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138102930"/>
      </p:ext>
    </p:extLst>
  </p:cSld>
  <p:clrMapOvr>
    <a:masterClrMapping/>
  </p:clrMapOvr>
</p:sldLayout>
</file>

<file path=ppt/slideLayouts/slideLayout457.xml><?xml version="1.0" encoding="utf-8"?>
<p:sldLayout xmlns:a="http://schemas.openxmlformats.org/drawingml/2006/main" xmlns:r="http://schemas.openxmlformats.org/officeDocument/2006/relationships" xmlns:p="http://schemas.openxmlformats.org/presentationml/2006/main" preserve="1" userDrawn="1">
  <p:cSld name="2_8 images with captions">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1138D1D-0960-574D-8616-915D22FDBD79}"/>
              </a:ext>
            </a:extLst>
          </p:cNvPr>
          <p:cNvSpPr/>
          <p:nvPr userDrawn="1"/>
        </p:nvSpPr>
        <p:spPr>
          <a:xfrm>
            <a:off x="5715000" y="0"/>
            <a:ext cx="3429000" cy="51435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72327"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57200" y="1504950"/>
            <a:ext cx="1965960" cy="1472184"/>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72327"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87454"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87454"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02581"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02581"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12" name="Content Placeholder 3">
            <a:extLst>
              <a:ext uri="{FF2B5EF4-FFF2-40B4-BE49-F238E27FC236}">
                <a16:creationId xmlns:a16="http://schemas.microsoft.com/office/drawing/2014/main" id="{F12BC52A-186A-9B43-A602-388B5540D1E9}"/>
              </a:ext>
            </a:extLst>
          </p:cNvPr>
          <p:cNvSpPr>
            <a:spLocks noGrp="1"/>
          </p:cNvSpPr>
          <p:nvPr>
            <p:ph sz="half" idx="10" hasCustomPrompt="1"/>
          </p:nvPr>
        </p:nvSpPr>
        <p:spPr>
          <a:xfrm>
            <a:off x="457200" y="3486149"/>
            <a:ext cx="4864512" cy="1243222"/>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 Body text is preferred over bullets</a:t>
            </a:r>
          </a:p>
          <a:p>
            <a:pPr lvl="1"/>
            <a:r>
              <a:rPr lang="en-US" dirty="0"/>
              <a:t>Second level</a:t>
            </a:r>
          </a:p>
          <a:p>
            <a:pPr lvl="2"/>
            <a:r>
              <a:rPr lang="en-US" dirty="0"/>
              <a:t>Third level</a:t>
            </a:r>
          </a:p>
        </p:txBody>
      </p:sp>
      <p:sp>
        <p:nvSpPr>
          <p:cNvPr id="13" name="Title 1">
            <a:extLst>
              <a:ext uri="{FF2B5EF4-FFF2-40B4-BE49-F238E27FC236}">
                <a16:creationId xmlns:a16="http://schemas.microsoft.com/office/drawing/2014/main" id="{AC332FC9-5E40-7F4A-ADF7-3D2ADB4F03AF}"/>
              </a:ext>
            </a:extLst>
          </p:cNvPr>
          <p:cNvSpPr>
            <a:spLocks noGrp="1"/>
          </p:cNvSpPr>
          <p:nvPr>
            <p:ph type="title"/>
          </p:nvPr>
        </p:nvSpPr>
        <p:spPr>
          <a:xfrm>
            <a:off x="457200" y="590550"/>
            <a:ext cx="5105400" cy="74295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470365233"/>
      </p:ext>
    </p:extLst>
  </p:cSld>
  <p:clrMapOvr>
    <a:masterClrMapping/>
  </p:clrMapOvr>
</p:sldLayout>
</file>

<file path=ppt/slideLayouts/slideLayout458.xml><?xml version="1.0" encoding="utf-8"?>
<p:sldLayout xmlns:a="http://schemas.openxmlformats.org/drawingml/2006/main" xmlns:r="http://schemas.openxmlformats.org/officeDocument/2006/relationships" xmlns:p="http://schemas.openxmlformats.org/presentationml/2006/main" preserve="1" userDrawn="1">
  <p:cSld name="6_8 images with caption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34551FB-B332-9440-9C5C-BC9D2C8CEF62}"/>
              </a:ext>
            </a:extLst>
          </p:cNvPr>
          <p:cNvSpPr/>
          <p:nvPr userDrawn="1"/>
        </p:nvSpPr>
        <p:spPr>
          <a:xfrm>
            <a:off x="0" y="0"/>
            <a:ext cx="3429000" cy="51435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pic>
        <p:nvPicPr>
          <p:cNvPr id="15" name="Picture 14">
            <a:extLst>
              <a:ext uri="{FF2B5EF4-FFF2-40B4-BE49-F238E27FC236}">
                <a16:creationId xmlns:a16="http://schemas.microsoft.com/office/drawing/2014/main" id="{F801C095-FC4F-B548-86F9-AF8655C17916}"/>
              </a:ext>
            </a:extLst>
          </p:cNvPr>
          <p:cNvPicPr>
            <a:picLocks noChangeAspect="1"/>
          </p:cNvPicPr>
          <p:nvPr userDrawn="1"/>
        </p:nvPicPr>
        <p:blipFill rotWithShape="1">
          <a:blip r:embed="rId2"/>
          <a:srcRect l="24096"/>
          <a:stretch/>
        </p:blipFill>
        <p:spPr>
          <a:xfrm>
            <a:off x="0" y="115218"/>
            <a:ext cx="1066800" cy="287051"/>
          </a:xfrm>
          <a:prstGeom prst="rect">
            <a:avLst/>
          </a:prstGeom>
        </p:spPr>
      </p:pic>
      <p:pic>
        <p:nvPicPr>
          <p:cNvPr id="17" name="Picture 16">
            <a:extLst>
              <a:ext uri="{FF2B5EF4-FFF2-40B4-BE49-F238E27FC236}">
                <a16:creationId xmlns:a16="http://schemas.microsoft.com/office/drawing/2014/main" id="{E31FA408-826D-594C-99A2-F4CA1B6EF291}"/>
              </a:ext>
            </a:extLst>
          </p:cNvPr>
          <p:cNvPicPr>
            <a:picLocks noChangeAspect="1"/>
          </p:cNvPicPr>
          <p:nvPr userDrawn="1"/>
        </p:nvPicPr>
        <p:blipFill>
          <a:blip r:embed="rId3"/>
          <a:stretch>
            <a:fillRect/>
          </a:stretch>
        </p:blipFill>
        <p:spPr>
          <a:xfrm>
            <a:off x="115779" y="223914"/>
            <a:ext cx="752320" cy="69658"/>
          </a:xfrm>
          <a:prstGeom prst="rect">
            <a:avLst/>
          </a:prstGeom>
        </p:spPr>
      </p:pic>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72327"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57200" y="1504950"/>
            <a:ext cx="1965960" cy="1472184"/>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72327"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87454"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87454"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02581"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02581"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12" name="Content Placeholder 3">
            <a:extLst>
              <a:ext uri="{FF2B5EF4-FFF2-40B4-BE49-F238E27FC236}">
                <a16:creationId xmlns:a16="http://schemas.microsoft.com/office/drawing/2014/main" id="{F12BC52A-186A-9B43-A602-388B5540D1E9}"/>
              </a:ext>
            </a:extLst>
          </p:cNvPr>
          <p:cNvSpPr>
            <a:spLocks noGrp="1"/>
          </p:cNvSpPr>
          <p:nvPr>
            <p:ph sz="half" idx="10" hasCustomPrompt="1"/>
          </p:nvPr>
        </p:nvSpPr>
        <p:spPr>
          <a:xfrm>
            <a:off x="3733800" y="3486149"/>
            <a:ext cx="4864512" cy="1243222"/>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 Body text is preferred over bullets</a:t>
            </a:r>
          </a:p>
          <a:p>
            <a:pPr lvl="1"/>
            <a:r>
              <a:rPr lang="en-US" dirty="0"/>
              <a:t>Second level</a:t>
            </a:r>
          </a:p>
          <a:p>
            <a:pPr lvl="2"/>
            <a:r>
              <a:rPr lang="en-US" dirty="0"/>
              <a:t>Third level</a:t>
            </a:r>
          </a:p>
        </p:txBody>
      </p:sp>
      <p:sp>
        <p:nvSpPr>
          <p:cNvPr id="13" name="Title 1">
            <a:extLst>
              <a:ext uri="{FF2B5EF4-FFF2-40B4-BE49-F238E27FC236}">
                <a16:creationId xmlns:a16="http://schemas.microsoft.com/office/drawing/2014/main" id="{AC332FC9-5E40-7F4A-ADF7-3D2ADB4F03AF}"/>
              </a:ext>
            </a:extLst>
          </p:cNvPr>
          <p:cNvSpPr>
            <a:spLocks noGrp="1"/>
          </p:cNvSpPr>
          <p:nvPr>
            <p:ph type="title"/>
          </p:nvPr>
        </p:nvSpPr>
        <p:spPr>
          <a:xfrm>
            <a:off x="3733801" y="590550"/>
            <a:ext cx="5034741" cy="742950"/>
          </a:xfrm>
          <a:prstGeom prst="rect">
            <a:avLst/>
          </a:prstGeom>
        </p:spPr>
        <p:txBody>
          <a:bodyPr lIns="0"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748725186"/>
      </p:ext>
    </p:extLst>
  </p:cSld>
  <p:clrMapOvr>
    <a:masterClrMapping/>
  </p:clrMapOvr>
</p:sldLayout>
</file>

<file path=ppt/slideLayouts/slideLayout459.xml><?xml version="1.0" encoding="utf-8"?>
<p:sldLayout xmlns:a="http://schemas.openxmlformats.org/drawingml/2006/main" xmlns:r="http://schemas.openxmlformats.org/officeDocument/2006/relationships" xmlns:p="http://schemas.openxmlformats.org/presentationml/2006/main" preserve="1" userDrawn="1">
  <p:cSld name="1 image alon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6B05F-53E1-8945-B16F-0DF3CF82F24C}"/>
              </a:ext>
            </a:extLst>
          </p:cNvPr>
          <p:cNvSpPr/>
          <p:nvPr userDrawn="1"/>
        </p:nvSpPr>
        <p:spPr>
          <a:xfrm>
            <a:off x="0" y="2876550"/>
            <a:ext cx="9144000" cy="226695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1555355" y="1387824"/>
            <a:ext cx="6033292" cy="3393727"/>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(exception for the software background, but NEVER white). Crop at the edges!</a:t>
            </a:r>
          </a:p>
        </p:txBody>
      </p:sp>
      <p:sp>
        <p:nvSpPr>
          <p:cNvPr id="19" name="Text Placeholder 2">
            <a:extLst>
              <a:ext uri="{FF2B5EF4-FFF2-40B4-BE49-F238E27FC236}">
                <a16:creationId xmlns:a16="http://schemas.microsoft.com/office/drawing/2014/main" id="{20501915-90EE-1846-8F71-3B5AA397CBA9}"/>
              </a:ext>
            </a:extLst>
          </p:cNvPr>
          <p:cNvSpPr>
            <a:spLocks noGrp="1"/>
          </p:cNvSpPr>
          <p:nvPr>
            <p:ph type="body" sz="quarter" idx="18" hasCustomPrompt="1"/>
          </p:nvPr>
        </p:nvSpPr>
        <p:spPr>
          <a:xfrm>
            <a:off x="1555355" y="4838700"/>
            <a:ext cx="3103378" cy="304800"/>
          </a:xfrm>
        </p:spPr>
        <p:txBody>
          <a:bodyPr>
            <a:normAutofit/>
          </a:bodyPr>
          <a:lstStyle>
            <a:lvl1pPr marL="0" indent="0">
              <a:buNone/>
              <a:defRPr sz="900" b="0" i="1">
                <a:solidFill>
                  <a:schemeClr val="bg1">
                    <a:lumMod val="75000"/>
                  </a:schemeClr>
                </a:solidFill>
                <a:latin typeface="Lato" panose="020F0502020204030203" pitchFamily="34" charset="77"/>
              </a:defRPr>
            </a:lvl1pPr>
            <a:lvl2pPr marL="457189" indent="0">
              <a:buNone/>
              <a:defRPr/>
            </a:lvl2pPr>
            <a:lvl3pPr marL="914378" indent="0">
              <a:buNone/>
              <a:defRPr/>
            </a:lvl3pPr>
          </a:lstStyle>
          <a:p>
            <a:pPr lvl="0"/>
            <a:r>
              <a:rPr lang="en-US" dirty="0"/>
              <a:t>Short  caption in this style only if necessary</a:t>
            </a:r>
          </a:p>
        </p:txBody>
      </p:sp>
      <p:sp>
        <p:nvSpPr>
          <p:cNvPr id="20" name="Title 1">
            <a:extLst>
              <a:ext uri="{FF2B5EF4-FFF2-40B4-BE49-F238E27FC236}">
                <a16:creationId xmlns:a16="http://schemas.microsoft.com/office/drawing/2014/main" id="{A926AAB5-0EF8-C144-BDC0-B1C98EDAAB2A}"/>
              </a:ext>
            </a:extLst>
          </p:cNvPr>
          <p:cNvSpPr>
            <a:spLocks noGrp="1"/>
          </p:cNvSpPr>
          <p:nvPr>
            <p:ph type="title"/>
          </p:nvPr>
        </p:nvSpPr>
        <p:spPr>
          <a:xfrm>
            <a:off x="457200" y="590550"/>
            <a:ext cx="8305800" cy="742950"/>
          </a:xfrm>
          <a:prstGeom prst="rect">
            <a:avLst/>
          </a:prstGeom>
        </p:spPr>
        <p:txBody>
          <a:bodyPr lIns="0" anchor="ctr">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018310574"/>
      </p:ext>
    </p:extLst>
  </p:cSld>
  <p:clrMapOvr>
    <a:masterClrMapping/>
  </p:clrMapOvr>
</p:sldLayout>
</file>

<file path=ppt/slideLayouts/slideLayout460.xml><?xml version="1.0" encoding="utf-8"?>
<p:sldLayout xmlns:a="http://schemas.openxmlformats.org/drawingml/2006/main" xmlns:r="http://schemas.openxmlformats.org/officeDocument/2006/relationships" xmlns:p="http://schemas.openxmlformats.org/presentationml/2006/main" preserve="1" userDrawn="1">
  <p:cSld name="3_8 images with captions">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1138D1D-0960-574D-8616-915D22FDBD79}"/>
              </a:ext>
            </a:extLst>
          </p:cNvPr>
          <p:cNvSpPr/>
          <p:nvPr userDrawn="1"/>
        </p:nvSpPr>
        <p:spPr>
          <a:xfrm>
            <a:off x="838200" y="2343150"/>
            <a:ext cx="8305800" cy="23622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1" name="Content Placeholder 3">
            <a:extLst>
              <a:ext uri="{FF2B5EF4-FFF2-40B4-BE49-F238E27FC236}">
                <a16:creationId xmlns:a16="http://schemas.microsoft.com/office/drawing/2014/main" id="{74168FC2-68FD-3D40-9EE2-F1CBFA5B7B64}"/>
              </a:ext>
            </a:extLst>
          </p:cNvPr>
          <p:cNvSpPr>
            <a:spLocks noGrp="1" noChangeAspect="1"/>
          </p:cNvSpPr>
          <p:nvPr>
            <p:ph sz="quarter" idx="29" hasCustomPrompt="1"/>
          </p:nvPr>
        </p:nvSpPr>
        <p:spPr>
          <a:xfrm>
            <a:off x="2584615"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noChangeAspect="1"/>
          </p:cNvSpPr>
          <p:nvPr>
            <p:ph sz="quarter" idx="21" hasCustomPrompt="1"/>
          </p:nvPr>
        </p:nvSpPr>
        <p:spPr>
          <a:xfrm>
            <a:off x="469488"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noChangeAspect="1"/>
          </p:cNvSpPr>
          <p:nvPr>
            <p:ph sz="quarter" idx="32" hasCustomPrompt="1"/>
          </p:nvPr>
        </p:nvSpPr>
        <p:spPr>
          <a:xfrm>
            <a:off x="4699742"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noChangeAspect="1"/>
          </p:cNvSpPr>
          <p:nvPr>
            <p:ph sz="quarter" idx="35" hasCustomPrompt="1"/>
          </p:nvPr>
        </p:nvSpPr>
        <p:spPr>
          <a:xfrm>
            <a:off x="6814869"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0" name="Title 1">
            <a:extLst>
              <a:ext uri="{FF2B5EF4-FFF2-40B4-BE49-F238E27FC236}">
                <a16:creationId xmlns:a16="http://schemas.microsoft.com/office/drawing/2014/main" id="{B9DC4B7C-6E2A-B849-8A1D-4166BC982008}"/>
              </a:ext>
            </a:extLst>
          </p:cNvPr>
          <p:cNvSpPr>
            <a:spLocks noGrp="1"/>
          </p:cNvSpPr>
          <p:nvPr>
            <p:ph type="title"/>
          </p:nvPr>
        </p:nvSpPr>
        <p:spPr>
          <a:xfrm>
            <a:off x="457200" y="590550"/>
            <a:ext cx="8305800" cy="742950"/>
          </a:xfrm>
          <a:prstGeom prst="rect">
            <a:avLst/>
          </a:prstGeom>
        </p:spPr>
        <p:txBody>
          <a:bodyPr lIns="0" anchor="ctr">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392402861"/>
      </p:ext>
    </p:extLst>
  </p:cSld>
  <p:clrMapOvr>
    <a:masterClrMapping/>
  </p:clrMapOvr>
</p:sldLayout>
</file>

<file path=ppt/slideLayouts/slideLayout461.xml><?xml version="1.0" encoding="utf-8"?>
<p:sldLayout xmlns:a="http://schemas.openxmlformats.org/drawingml/2006/main" xmlns:r="http://schemas.openxmlformats.org/officeDocument/2006/relationships" xmlns:p="http://schemas.openxmlformats.org/presentationml/2006/main" preserve="1" userDrawn="1">
  <p:cSld name="4_8 images with captions">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1138D1D-0960-574D-8616-915D22FDBD79}"/>
              </a:ext>
            </a:extLst>
          </p:cNvPr>
          <p:cNvSpPr/>
          <p:nvPr userDrawn="1"/>
        </p:nvSpPr>
        <p:spPr>
          <a:xfrm>
            <a:off x="0" y="2343150"/>
            <a:ext cx="8305800" cy="23622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1" name="Content Placeholder 3">
            <a:extLst>
              <a:ext uri="{FF2B5EF4-FFF2-40B4-BE49-F238E27FC236}">
                <a16:creationId xmlns:a16="http://schemas.microsoft.com/office/drawing/2014/main" id="{74168FC2-68FD-3D40-9EE2-F1CBFA5B7B64}"/>
              </a:ext>
            </a:extLst>
          </p:cNvPr>
          <p:cNvSpPr>
            <a:spLocks noGrp="1" noChangeAspect="1"/>
          </p:cNvSpPr>
          <p:nvPr>
            <p:ph sz="quarter" idx="29" hasCustomPrompt="1"/>
          </p:nvPr>
        </p:nvSpPr>
        <p:spPr>
          <a:xfrm>
            <a:off x="2584615"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noChangeAspect="1"/>
          </p:cNvSpPr>
          <p:nvPr>
            <p:ph sz="quarter" idx="21" hasCustomPrompt="1"/>
          </p:nvPr>
        </p:nvSpPr>
        <p:spPr>
          <a:xfrm>
            <a:off x="469488"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noChangeAspect="1"/>
          </p:cNvSpPr>
          <p:nvPr>
            <p:ph sz="quarter" idx="32" hasCustomPrompt="1"/>
          </p:nvPr>
        </p:nvSpPr>
        <p:spPr>
          <a:xfrm>
            <a:off x="4699742"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noChangeAspect="1"/>
          </p:cNvSpPr>
          <p:nvPr>
            <p:ph sz="quarter" idx="35" hasCustomPrompt="1"/>
          </p:nvPr>
        </p:nvSpPr>
        <p:spPr>
          <a:xfrm>
            <a:off x="6814869"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0" name="Title 1">
            <a:extLst>
              <a:ext uri="{FF2B5EF4-FFF2-40B4-BE49-F238E27FC236}">
                <a16:creationId xmlns:a16="http://schemas.microsoft.com/office/drawing/2014/main" id="{B9DC4B7C-6E2A-B849-8A1D-4166BC982008}"/>
              </a:ext>
            </a:extLst>
          </p:cNvPr>
          <p:cNvSpPr>
            <a:spLocks noGrp="1"/>
          </p:cNvSpPr>
          <p:nvPr>
            <p:ph type="title"/>
          </p:nvPr>
        </p:nvSpPr>
        <p:spPr>
          <a:xfrm>
            <a:off x="457200" y="590550"/>
            <a:ext cx="8305800" cy="742950"/>
          </a:xfrm>
          <a:prstGeom prst="rect">
            <a:avLst/>
          </a:prstGeom>
        </p:spPr>
        <p:txBody>
          <a:bodyPr lIns="0" anchor="ctr">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219556343"/>
      </p:ext>
    </p:extLst>
  </p:cSld>
  <p:clrMapOvr>
    <a:masterClrMapping/>
  </p:clrMapOvr>
</p:sldLayout>
</file>

<file path=ppt/slideLayouts/slideLayout462.xml><?xml version="1.0" encoding="utf-8"?>
<p:sldLayout xmlns:a="http://schemas.openxmlformats.org/drawingml/2006/main" xmlns:r="http://schemas.openxmlformats.org/officeDocument/2006/relationships" xmlns:p="http://schemas.openxmlformats.org/presentationml/2006/main" preserve="1" userDrawn="1">
  <p:cSld name="8 images with short titles + short body text">
    <p:spTree>
      <p:nvGrpSpPr>
        <p:cNvPr id="1" name=""/>
        <p:cNvGrpSpPr/>
        <p:nvPr/>
      </p:nvGrpSpPr>
      <p:grpSpPr>
        <a:xfrm>
          <a:off x="0" y="0"/>
          <a:ext cx="0" cy="0"/>
          <a:chOff x="0" y="0"/>
          <a:chExt cx="0" cy="0"/>
        </a:xfrm>
      </p:grpSpPr>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84615"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Or swap to no background just the outline if you don’t have transparent images (for ALL not just one)</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69488"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7" name="Content Placeholder 3">
            <a:extLst>
              <a:ext uri="{FF2B5EF4-FFF2-40B4-BE49-F238E27FC236}">
                <a16:creationId xmlns:a16="http://schemas.microsoft.com/office/drawing/2014/main" id="{F509B63B-1486-3540-B785-BB3D12EDB3BE}"/>
              </a:ext>
            </a:extLst>
          </p:cNvPr>
          <p:cNvSpPr>
            <a:spLocks noGrp="1"/>
          </p:cNvSpPr>
          <p:nvPr>
            <p:ph sz="quarter" idx="20" hasCustomPrompt="1"/>
          </p:nvPr>
        </p:nvSpPr>
        <p:spPr>
          <a:xfrm>
            <a:off x="469488" y="26724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23558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Content Placeholder 3">
            <a:extLst>
              <a:ext uri="{FF2B5EF4-FFF2-40B4-BE49-F238E27FC236}">
                <a16:creationId xmlns:a16="http://schemas.microsoft.com/office/drawing/2014/main" id="{DDCDDB5F-C736-D147-8301-4A3D736D57CF}"/>
              </a:ext>
            </a:extLst>
          </p:cNvPr>
          <p:cNvSpPr>
            <a:spLocks noGrp="1"/>
          </p:cNvSpPr>
          <p:nvPr>
            <p:ph sz="quarter" idx="30" hasCustomPrompt="1"/>
          </p:nvPr>
        </p:nvSpPr>
        <p:spPr>
          <a:xfrm>
            <a:off x="2584615" y="26724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23558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99742"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5" name="Content Placeholder 3">
            <a:extLst>
              <a:ext uri="{FF2B5EF4-FFF2-40B4-BE49-F238E27FC236}">
                <a16:creationId xmlns:a16="http://schemas.microsoft.com/office/drawing/2014/main" id="{723D0923-782D-8B41-A888-106268924FA0}"/>
              </a:ext>
            </a:extLst>
          </p:cNvPr>
          <p:cNvSpPr>
            <a:spLocks noGrp="1"/>
          </p:cNvSpPr>
          <p:nvPr>
            <p:ph sz="quarter" idx="33" hasCustomPrompt="1"/>
          </p:nvPr>
        </p:nvSpPr>
        <p:spPr>
          <a:xfrm>
            <a:off x="4699742" y="26724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23558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14869"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8" name="Content Placeholder 3">
            <a:extLst>
              <a:ext uri="{FF2B5EF4-FFF2-40B4-BE49-F238E27FC236}">
                <a16:creationId xmlns:a16="http://schemas.microsoft.com/office/drawing/2014/main" id="{308A6F07-F6D4-0449-A153-80E89BFA7E47}"/>
              </a:ext>
            </a:extLst>
          </p:cNvPr>
          <p:cNvSpPr>
            <a:spLocks noGrp="1"/>
          </p:cNvSpPr>
          <p:nvPr>
            <p:ph sz="quarter" idx="36" hasCustomPrompt="1"/>
          </p:nvPr>
        </p:nvSpPr>
        <p:spPr>
          <a:xfrm>
            <a:off x="6814869" y="26724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23558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0" name="Content Placeholder 3">
            <a:extLst>
              <a:ext uri="{FF2B5EF4-FFF2-40B4-BE49-F238E27FC236}">
                <a16:creationId xmlns:a16="http://schemas.microsoft.com/office/drawing/2014/main" id="{B2312F08-5121-534F-93CC-985A6735DD08}"/>
              </a:ext>
            </a:extLst>
          </p:cNvPr>
          <p:cNvSpPr>
            <a:spLocks noGrp="1"/>
          </p:cNvSpPr>
          <p:nvPr>
            <p:ph sz="quarter" idx="38" hasCustomPrompt="1"/>
          </p:nvPr>
        </p:nvSpPr>
        <p:spPr>
          <a:xfrm>
            <a:off x="2584615"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1" name="Content Placeholder 3">
            <a:extLst>
              <a:ext uri="{FF2B5EF4-FFF2-40B4-BE49-F238E27FC236}">
                <a16:creationId xmlns:a16="http://schemas.microsoft.com/office/drawing/2014/main" id="{974D29D1-1450-7941-B469-59BBC46C78B1}"/>
              </a:ext>
            </a:extLst>
          </p:cNvPr>
          <p:cNvSpPr>
            <a:spLocks noGrp="1"/>
          </p:cNvSpPr>
          <p:nvPr>
            <p:ph sz="quarter" idx="39" hasCustomPrompt="1"/>
          </p:nvPr>
        </p:nvSpPr>
        <p:spPr>
          <a:xfrm>
            <a:off x="469488"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2" name="Content Placeholder 3">
            <a:extLst>
              <a:ext uri="{FF2B5EF4-FFF2-40B4-BE49-F238E27FC236}">
                <a16:creationId xmlns:a16="http://schemas.microsoft.com/office/drawing/2014/main" id="{01D220CE-D257-0F4E-9776-41E466D458FA}"/>
              </a:ext>
            </a:extLst>
          </p:cNvPr>
          <p:cNvSpPr>
            <a:spLocks noGrp="1"/>
          </p:cNvSpPr>
          <p:nvPr>
            <p:ph sz="quarter" idx="40" hasCustomPrompt="1"/>
          </p:nvPr>
        </p:nvSpPr>
        <p:spPr>
          <a:xfrm>
            <a:off x="469488" y="46028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33" name="Content Placeholder 3">
            <a:extLst>
              <a:ext uri="{FF2B5EF4-FFF2-40B4-BE49-F238E27FC236}">
                <a16:creationId xmlns:a16="http://schemas.microsoft.com/office/drawing/2014/main" id="{91285B5C-A27F-B24C-9BAE-EE7BBF9E5029}"/>
              </a:ext>
            </a:extLst>
          </p:cNvPr>
          <p:cNvSpPr>
            <a:spLocks noGrp="1"/>
          </p:cNvSpPr>
          <p:nvPr>
            <p:ph sz="quarter" idx="41" hasCustomPrompt="1"/>
          </p:nvPr>
        </p:nvSpPr>
        <p:spPr>
          <a:xfrm>
            <a:off x="469488" y="42862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4" name="Content Placeholder 3">
            <a:extLst>
              <a:ext uri="{FF2B5EF4-FFF2-40B4-BE49-F238E27FC236}">
                <a16:creationId xmlns:a16="http://schemas.microsoft.com/office/drawing/2014/main" id="{70BC8ECB-2D92-334B-A0CA-DEE86DA5ECCB}"/>
              </a:ext>
            </a:extLst>
          </p:cNvPr>
          <p:cNvSpPr>
            <a:spLocks noGrp="1"/>
          </p:cNvSpPr>
          <p:nvPr>
            <p:ph sz="quarter" idx="42" hasCustomPrompt="1"/>
          </p:nvPr>
        </p:nvSpPr>
        <p:spPr>
          <a:xfrm>
            <a:off x="2584615" y="46028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35" name="Content Placeholder 3">
            <a:extLst>
              <a:ext uri="{FF2B5EF4-FFF2-40B4-BE49-F238E27FC236}">
                <a16:creationId xmlns:a16="http://schemas.microsoft.com/office/drawing/2014/main" id="{091B1206-6B81-3F45-965D-E4AF980EFB15}"/>
              </a:ext>
            </a:extLst>
          </p:cNvPr>
          <p:cNvSpPr>
            <a:spLocks noGrp="1"/>
          </p:cNvSpPr>
          <p:nvPr>
            <p:ph sz="quarter" idx="43" hasCustomPrompt="1"/>
          </p:nvPr>
        </p:nvSpPr>
        <p:spPr>
          <a:xfrm>
            <a:off x="2584615" y="42862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6" name="Content Placeholder 3">
            <a:extLst>
              <a:ext uri="{FF2B5EF4-FFF2-40B4-BE49-F238E27FC236}">
                <a16:creationId xmlns:a16="http://schemas.microsoft.com/office/drawing/2014/main" id="{BE81E718-11C6-754D-867C-0BAB3EBDAF06}"/>
              </a:ext>
            </a:extLst>
          </p:cNvPr>
          <p:cNvSpPr>
            <a:spLocks noGrp="1"/>
          </p:cNvSpPr>
          <p:nvPr>
            <p:ph sz="quarter" idx="44" hasCustomPrompt="1"/>
          </p:nvPr>
        </p:nvSpPr>
        <p:spPr>
          <a:xfrm>
            <a:off x="4699742"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7" name="Content Placeholder 3">
            <a:extLst>
              <a:ext uri="{FF2B5EF4-FFF2-40B4-BE49-F238E27FC236}">
                <a16:creationId xmlns:a16="http://schemas.microsoft.com/office/drawing/2014/main" id="{A62BC874-6F55-7141-912E-511A108CB24E}"/>
              </a:ext>
            </a:extLst>
          </p:cNvPr>
          <p:cNvSpPr>
            <a:spLocks noGrp="1"/>
          </p:cNvSpPr>
          <p:nvPr>
            <p:ph sz="quarter" idx="45" hasCustomPrompt="1"/>
          </p:nvPr>
        </p:nvSpPr>
        <p:spPr>
          <a:xfrm>
            <a:off x="4699742" y="46028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38" name="Content Placeholder 3">
            <a:extLst>
              <a:ext uri="{FF2B5EF4-FFF2-40B4-BE49-F238E27FC236}">
                <a16:creationId xmlns:a16="http://schemas.microsoft.com/office/drawing/2014/main" id="{4DE1ADAD-C84E-6E4A-9D25-2FD777D88854}"/>
              </a:ext>
            </a:extLst>
          </p:cNvPr>
          <p:cNvSpPr>
            <a:spLocks noGrp="1"/>
          </p:cNvSpPr>
          <p:nvPr>
            <p:ph sz="quarter" idx="46" hasCustomPrompt="1"/>
          </p:nvPr>
        </p:nvSpPr>
        <p:spPr>
          <a:xfrm>
            <a:off x="4699742" y="42862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9" name="Content Placeholder 3">
            <a:extLst>
              <a:ext uri="{FF2B5EF4-FFF2-40B4-BE49-F238E27FC236}">
                <a16:creationId xmlns:a16="http://schemas.microsoft.com/office/drawing/2014/main" id="{7197F90C-AE58-8E48-B323-07042998936C}"/>
              </a:ext>
            </a:extLst>
          </p:cNvPr>
          <p:cNvSpPr>
            <a:spLocks noGrp="1"/>
          </p:cNvSpPr>
          <p:nvPr>
            <p:ph sz="quarter" idx="47" hasCustomPrompt="1"/>
          </p:nvPr>
        </p:nvSpPr>
        <p:spPr>
          <a:xfrm>
            <a:off x="6814869"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0" name="Content Placeholder 3">
            <a:extLst>
              <a:ext uri="{FF2B5EF4-FFF2-40B4-BE49-F238E27FC236}">
                <a16:creationId xmlns:a16="http://schemas.microsoft.com/office/drawing/2014/main" id="{13C372DA-FFE1-D448-8D51-8D0F0B6B17AC}"/>
              </a:ext>
            </a:extLst>
          </p:cNvPr>
          <p:cNvSpPr>
            <a:spLocks noGrp="1"/>
          </p:cNvSpPr>
          <p:nvPr>
            <p:ph sz="quarter" idx="48" hasCustomPrompt="1"/>
          </p:nvPr>
        </p:nvSpPr>
        <p:spPr>
          <a:xfrm>
            <a:off x="6814869" y="46028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41" name="Content Placeholder 3">
            <a:extLst>
              <a:ext uri="{FF2B5EF4-FFF2-40B4-BE49-F238E27FC236}">
                <a16:creationId xmlns:a16="http://schemas.microsoft.com/office/drawing/2014/main" id="{5645AF05-D54C-0B40-B8DA-0087A584E8B0}"/>
              </a:ext>
            </a:extLst>
          </p:cNvPr>
          <p:cNvSpPr>
            <a:spLocks noGrp="1"/>
          </p:cNvSpPr>
          <p:nvPr>
            <p:ph sz="quarter" idx="49" hasCustomPrompt="1"/>
          </p:nvPr>
        </p:nvSpPr>
        <p:spPr>
          <a:xfrm>
            <a:off x="6814869" y="42862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Title 1">
            <a:extLst>
              <a:ext uri="{FF2B5EF4-FFF2-40B4-BE49-F238E27FC236}">
                <a16:creationId xmlns:a16="http://schemas.microsoft.com/office/drawing/2014/main" id="{510DEEC1-B7D0-2F46-82BD-5E91A5F3D6C5}"/>
              </a:ext>
            </a:extLst>
          </p:cNvPr>
          <p:cNvSpPr>
            <a:spLocks noGrp="1"/>
          </p:cNvSpPr>
          <p:nvPr>
            <p:ph type="title"/>
          </p:nvPr>
        </p:nvSpPr>
        <p:spPr>
          <a:xfrm>
            <a:off x="457200" y="590551"/>
            <a:ext cx="8305800" cy="46808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501863027"/>
      </p:ext>
    </p:extLst>
  </p:cSld>
  <p:clrMapOvr>
    <a:masterClrMapping/>
  </p:clrMapOvr>
</p:sldLayout>
</file>

<file path=ppt/slideLayouts/slideLayout463.xml><?xml version="1.0" encoding="utf-8"?>
<p:sldLayout xmlns:a="http://schemas.openxmlformats.org/drawingml/2006/main" xmlns:r="http://schemas.openxmlformats.org/officeDocument/2006/relationships" xmlns:p="http://schemas.openxmlformats.org/presentationml/2006/main" preserve="1" userDrawn="1">
  <p:cSld name="8 images with captions">
    <p:spTree>
      <p:nvGrpSpPr>
        <p:cNvPr id="1" name=""/>
        <p:cNvGrpSpPr/>
        <p:nvPr/>
      </p:nvGrpSpPr>
      <p:grpSpPr>
        <a:xfrm>
          <a:off x="0" y="0"/>
          <a:ext cx="0" cy="0"/>
          <a:chOff x="0" y="0"/>
          <a:chExt cx="0" cy="0"/>
        </a:xfrm>
      </p:grpSpPr>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84615"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69488"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2584737"/>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2584737"/>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99742"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2584737"/>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14869"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2584737"/>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0" name="Content Placeholder 3">
            <a:extLst>
              <a:ext uri="{FF2B5EF4-FFF2-40B4-BE49-F238E27FC236}">
                <a16:creationId xmlns:a16="http://schemas.microsoft.com/office/drawing/2014/main" id="{B2312F08-5121-534F-93CC-985A6735DD08}"/>
              </a:ext>
            </a:extLst>
          </p:cNvPr>
          <p:cNvSpPr>
            <a:spLocks noGrp="1"/>
          </p:cNvSpPr>
          <p:nvPr>
            <p:ph sz="quarter" idx="38" hasCustomPrompt="1"/>
          </p:nvPr>
        </p:nvSpPr>
        <p:spPr>
          <a:xfrm>
            <a:off x="2584615"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31" name="Content Placeholder 3">
            <a:extLst>
              <a:ext uri="{FF2B5EF4-FFF2-40B4-BE49-F238E27FC236}">
                <a16:creationId xmlns:a16="http://schemas.microsoft.com/office/drawing/2014/main" id="{974D29D1-1450-7941-B469-59BBC46C78B1}"/>
              </a:ext>
            </a:extLst>
          </p:cNvPr>
          <p:cNvSpPr>
            <a:spLocks noGrp="1"/>
          </p:cNvSpPr>
          <p:nvPr>
            <p:ph sz="quarter" idx="39" hasCustomPrompt="1"/>
          </p:nvPr>
        </p:nvSpPr>
        <p:spPr>
          <a:xfrm>
            <a:off x="469488"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33" name="Content Placeholder 3">
            <a:extLst>
              <a:ext uri="{FF2B5EF4-FFF2-40B4-BE49-F238E27FC236}">
                <a16:creationId xmlns:a16="http://schemas.microsoft.com/office/drawing/2014/main" id="{91285B5C-A27F-B24C-9BAE-EE7BBF9E5029}"/>
              </a:ext>
            </a:extLst>
          </p:cNvPr>
          <p:cNvSpPr>
            <a:spLocks noGrp="1"/>
          </p:cNvSpPr>
          <p:nvPr>
            <p:ph sz="quarter" idx="41" hasCustomPrompt="1"/>
          </p:nvPr>
        </p:nvSpPr>
        <p:spPr>
          <a:xfrm>
            <a:off x="469488" y="4236356"/>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5" name="Content Placeholder 3">
            <a:extLst>
              <a:ext uri="{FF2B5EF4-FFF2-40B4-BE49-F238E27FC236}">
                <a16:creationId xmlns:a16="http://schemas.microsoft.com/office/drawing/2014/main" id="{091B1206-6B81-3F45-965D-E4AF980EFB15}"/>
              </a:ext>
            </a:extLst>
          </p:cNvPr>
          <p:cNvSpPr>
            <a:spLocks noGrp="1"/>
          </p:cNvSpPr>
          <p:nvPr>
            <p:ph sz="quarter" idx="43" hasCustomPrompt="1"/>
          </p:nvPr>
        </p:nvSpPr>
        <p:spPr>
          <a:xfrm>
            <a:off x="2584615" y="4236356"/>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6" name="Content Placeholder 3">
            <a:extLst>
              <a:ext uri="{FF2B5EF4-FFF2-40B4-BE49-F238E27FC236}">
                <a16:creationId xmlns:a16="http://schemas.microsoft.com/office/drawing/2014/main" id="{BE81E718-11C6-754D-867C-0BAB3EBDAF06}"/>
              </a:ext>
            </a:extLst>
          </p:cNvPr>
          <p:cNvSpPr>
            <a:spLocks noGrp="1"/>
          </p:cNvSpPr>
          <p:nvPr>
            <p:ph sz="quarter" idx="44" hasCustomPrompt="1"/>
          </p:nvPr>
        </p:nvSpPr>
        <p:spPr>
          <a:xfrm>
            <a:off x="4699742"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38" name="Content Placeholder 3">
            <a:extLst>
              <a:ext uri="{FF2B5EF4-FFF2-40B4-BE49-F238E27FC236}">
                <a16:creationId xmlns:a16="http://schemas.microsoft.com/office/drawing/2014/main" id="{4DE1ADAD-C84E-6E4A-9D25-2FD777D88854}"/>
              </a:ext>
            </a:extLst>
          </p:cNvPr>
          <p:cNvSpPr>
            <a:spLocks noGrp="1"/>
          </p:cNvSpPr>
          <p:nvPr>
            <p:ph sz="quarter" idx="46" hasCustomPrompt="1"/>
          </p:nvPr>
        </p:nvSpPr>
        <p:spPr>
          <a:xfrm>
            <a:off x="4699742" y="4236356"/>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9" name="Content Placeholder 3">
            <a:extLst>
              <a:ext uri="{FF2B5EF4-FFF2-40B4-BE49-F238E27FC236}">
                <a16:creationId xmlns:a16="http://schemas.microsoft.com/office/drawing/2014/main" id="{7197F90C-AE58-8E48-B323-07042998936C}"/>
              </a:ext>
            </a:extLst>
          </p:cNvPr>
          <p:cNvSpPr>
            <a:spLocks noGrp="1"/>
          </p:cNvSpPr>
          <p:nvPr>
            <p:ph sz="quarter" idx="47" hasCustomPrompt="1"/>
          </p:nvPr>
        </p:nvSpPr>
        <p:spPr>
          <a:xfrm>
            <a:off x="6814869"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1" name="Content Placeholder 3">
            <a:extLst>
              <a:ext uri="{FF2B5EF4-FFF2-40B4-BE49-F238E27FC236}">
                <a16:creationId xmlns:a16="http://schemas.microsoft.com/office/drawing/2014/main" id="{5645AF05-D54C-0B40-B8DA-0087A584E8B0}"/>
              </a:ext>
            </a:extLst>
          </p:cNvPr>
          <p:cNvSpPr>
            <a:spLocks noGrp="1"/>
          </p:cNvSpPr>
          <p:nvPr>
            <p:ph sz="quarter" idx="49" hasCustomPrompt="1"/>
          </p:nvPr>
        </p:nvSpPr>
        <p:spPr>
          <a:xfrm>
            <a:off x="6814869" y="4236356"/>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42" name="Title 1">
            <a:extLst>
              <a:ext uri="{FF2B5EF4-FFF2-40B4-BE49-F238E27FC236}">
                <a16:creationId xmlns:a16="http://schemas.microsoft.com/office/drawing/2014/main" id="{1185684B-7EB3-874B-85C2-74126A4C897C}"/>
              </a:ext>
            </a:extLst>
          </p:cNvPr>
          <p:cNvSpPr>
            <a:spLocks noGrp="1"/>
          </p:cNvSpPr>
          <p:nvPr>
            <p:ph type="title"/>
          </p:nvPr>
        </p:nvSpPr>
        <p:spPr>
          <a:xfrm>
            <a:off x="457200" y="590551"/>
            <a:ext cx="8305800" cy="46808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613674778"/>
      </p:ext>
    </p:extLst>
  </p:cSld>
  <p:clrMapOvr>
    <a:masterClrMapping/>
  </p:clrMapOvr>
</p:sldLayout>
</file>

<file path=ppt/slideLayouts/slideLayout464.xml><?xml version="1.0" encoding="utf-8"?>
<p:sldLayout xmlns:a="http://schemas.openxmlformats.org/drawingml/2006/main" xmlns:r="http://schemas.openxmlformats.org/officeDocument/2006/relationships" xmlns:p="http://schemas.openxmlformats.org/presentationml/2006/main" preserve="1" userDrawn="1">
  <p:cSld name="10 images with captions">
    <p:spTree>
      <p:nvGrpSpPr>
        <p:cNvPr id="1" name=""/>
        <p:cNvGrpSpPr/>
        <p:nvPr/>
      </p:nvGrpSpPr>
      <p:grpSpPr>
        <a:xfrm>
          <a:off x="0" y="0"/>
          <a:ext cx="0" cy="0"/>
          <a:chOff x="0" y="0"/>
          <a:chExt cx="0" cy="0"/>
        </a:xfrm>
      </p:grpSpPr>
      <p:sp>
        <p:nvSpPr>
          <p:cNvPr id="34" name="Content Placeholder 3">
            <a:extLst>
              <a:ext uri="{FF2B5EF4-FFF2-40B4-BE49-F238E27FC236}">
                <a16:creationId xmlns:a16="http://schemas.microsoft.com/office/drawing/2014/main" id="{0FD1A557-27D3-3444-B648-617B453087D1}"/>
              </a:ext>
            </a:extLst>
          </p:cNvPr>
          <p:cNvSpPr>
            <a:spLocks noGrp="1"/>
          </p:cNvSpPr>
          <p:nvPr>
            <p:ph sz="quarter" idx="21" hasCustomPrompt="1"/>
          </p:nvPr>
        </p:nvSpPr>
        <p:spPr>
          <a:xfrm>
            <a:off x="4572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if using the solid background</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Align text center if white </a:t>
            </a:r>
            <a:r>
              <a:rPr lang="en-US" dirty="0" err="1"/>
              <a:t>bkgnd</a:t>
            </a:r>
            <a:endParaRPr lang="en-US" dirty="0"/>
          </a:p>
        </p:txBody>
      </p:sp>
      <p:sp>
        <p:nvSpPr>
          <p:cNvPr id="42" name="Title 1">
            <a:extLst>
              <a:ext uri="{FF2B5EF4-FFF2-40B4-BE49-F238E27FC236}">
                <a16:creationId xmlns:a16="http://schemas.microsoft.com/office/drawing/2014/main" id="{1185684B-7EB3-874B-85C2-74126A4C897C}"/>
              </a:ext>
            </a:extLst>
          </p:cNvPr>
          <p:cNvSpPr>
            <a:spLocks noGrp="1"/>
          </p:cNvSpPr>
          <p:nvPr>
            <p:ph type="title"/>
          </p:nvPr>
        </p:nvSpPr>
        <p:spPr>
          <a:xfrm>
            <a:off x="457200" y="590551"/>
            <a:ext cx="8305800" cy="468080"/>
          </a:xfrm>
          <a:prstGeom prst="rect">
            <a:avLst/>
          </a:prstGeom>
        </p:spPr>
        <p:txBody>
          <a:bodyPr anchor="t">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
        <p:nvSpPr>
          <p:cNvPr id="45" name="Content Placeholder 3">
            <a:extLst>
              <a:ext uri="{FF2B5EF4-FFF2-40B4-BE49-F238E27FC236}">
                <a16:creationId xmlns:a16="http://schemas.microsoft.com/office/drawing/2014/main" id="{514E8FA2-B67C-DF44-869F-B67F8CB3460A}"/>
              </a:ext>
            </a:extLst>
          </p:cNvPr>
          <p:cNvSpPr>
            <a:spLocks noGrp="1"/>
          </p:cNvSpPr>
          <p:nvPr>
            <p:ph sz="quarter" idx="22" hasCustomPrompt="1"/>
          </p:nvPr>
        </p:nvSpPr>
        <p:spPr>
          <a:xfrm>
            <a:off x="21336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Add the background blue color to all if you have transparent images</a:t>
            </a:r>
          </a:p>
        </p:txBody>
      </p:sp>
      <p:sp>
        <p:nvSpPr>
          <p:cNvPr id="47" name="Content Placeholder 3">
            <a:extLst>
              <a:ext uri="{FF2B5EF4-FFF2-40B4-BE49-F238E27FC236}">
                <a16:creationId xmlns:a16="http://schemas.microsoft.com/office/drawing/2014/main" id="{EEB8B18F-4FBC-9140-90B6-A0CDF8BE3AEB}"/>
              </a:ext>
            </a:extLst>
          </p:cNvPr>
          <p:cNvSpPr>
            <a:spLocks noGrp="1"/>
          </p:cNvSpPr>
          <p:nvPr>
            <p:ph sz="quarter" idx="23" hasCustomPrompt="1"/>
          </p:nvPr>
        </p:nvSpPr>
        <p:spPr>
          <a:xfrm>
            <a:off x="21336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Align text left if solid background</a:t>
            </a:r>
          </a:p>
        </p:txBody>
      </p:sp>
      <p:sp>
        <p:nvSpPr>
          <p:cNvPr id="48" name="Content Placeholder 3">
            <a:extLst>
              <a:ext uri="{FF2B5EF4-FFF2-40B4-BE49-F238E27FC236}">
                <a16:creationId xmlns:a16="http://schemas.microsoft.com/office/drawing/2014/main" id="{4BEB108C-4568-064F-8ABF-CCC569AEA8F0}"/>
              </a:ext>
            </a:extLst>
          </p:cNvPr>
          <p:cNvSpPr>
            <a:spLocks noGrp="1"/>
          </p:cNvSpPr>
          <p:nvPr>
            <p:ph sz="quarter" idx="24" hasCustomPrompt="1"/>
          </p:nvPr>
        </p:nvSpPr>
        <p:spPr>
          <a:xfrm>
            <a:off x="38100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Use the outline only if you don’t have transparent backgrounds</a:t>
            </a:r>
          </a:p>
        </p:txBody>
      </p:sp>
      <p:sp>
        <p:nvSpPr>
          <p:cNvPr id="49" name="Content Placeholder 3">
            <a:extLst>
              <a:ext uri="{FF2B5EF4-FFF2-40B4-BE49-F238E27FC236}">
                <a16:creationId xmlns:a16="http://schemas.microsoft.com/office/drawing/2014/main" id="{88783318-437C-BF4F-AE11-0130FCABA632}"/>
              </a:ext>
            </a:extLst>
          </p:cNvPr>
          <p:cNvSpPr>
            <a:spLocks noGrp="1"/>
          </p:cNvSpPr>
          <p:nvPr>
            <p:ph sz="quarter" idx="25" hasCustomPrompt="1"/>
          </p:nvPr>
        </p:nvSpPr>
        <p:spPr>
          <a:xfrm>
            <a:off x="38100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Captions no longer than 2 lines</a:t>
            </a:r>
          </a:p>
        </p:txBody>
      </p:sp>
      <p:sp>
        <p:nvSpPr>
          <p:cNvPr id="50" name="Content Placeholder 3">
            <a:extLst>
              <a:ext uri="{FF2B5EF4-FFF2-40B4-BE49-F238E27FC236}">
                <a16:creationId xmlns:a16="http://schemas.microsoft.com/office/drawing/2014/main" id="{60D69093-5942-2F4A-837D-D5627B649387}"/>
              </a:ext>
            </a:extLst>
          </p:cNvPr>
          <p:cNvSpPr>
            <a:spLocks noGrp="1"/>
          </p:cNvSpPr>
          <p:nvPr>
            <p:ph sz="quarter" idx="26" hasCustomPrompt="1"/>
          </p:nvPr>
        </p:nvSpPr>
        <p:spPr>
          <a:xfrm>
            <a:off x="54864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1" name="Content Placeholder 3">
            <a:extLst>
              <a:ext uri="{FF2B5EF4-FFF2-40B4-BE49-F238E27FC236}">
                <a16:creationId xmlns:a16="http://schemas.microsoft.com/office/drawing/2014/main" id="{D262EF29-B002-F444-BB27-3AE712302E15}"/>
              </a:ext>
            </a:extLst>
          </p:cNvPr>
          <p:cNvSpPr>
            <a:spLocks noGrp="1"/>
          </p:cNvSpPr>
          <p:nvPr>
            <p:ph sz="quarter" idx="27" hasCustomPrompt="1"/>
          </p:nvPr>
        </p:nvSpPr>
        <p:spPr>
          <a:xfrm>
            <a:off x="54864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2" name="Content Placeholder 3">
            <a:extLst>
              <a:ext uri="{FF2B5EF4-FFF2-40B4-BE49-F238E27FC236}">
                <a16:creationId xmlns:a16="http://schemas.microsoft.com/office/drawing/2014/main" id="{128656FA-B401-3D45-B9B6-8B5FF8CED57B}"/>
              </a:ext>
            </a:extLst>
          </p:cNvPr>
          <p:cNvSpPr>
            <a:spLocks noGrp="1"/>
          </p:cNvSpPr>
          <p:nvPr>
            <p:ph sz="quarter" idx="28" hasCustomPrompt="1"/>
          </p:nvPr>
        </p:nvSpPr>
        <p:spPr>
          <a:xfrm>
            <a:off x="71628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3" name="Content Placeholder 3">
            <a:extLst>
              <a:ext uri="{FF2B5EF4-FFF2-40B4-BE49-F238E27FC236}">
                <a16:creationId xmlns:a16="http://schemas.microsoft.com/office/drawing/2014/main" id="{7CB89430-A3A0-A641-8787-A7AE6F29A8A6}"/>
              </a:ext>
            </a:extLst>
          </p:cNvPr>
          <p:cNvSpPr>
            <a:spLocks noGrp="1"/>
          </p:cNvSpPr>
          <p:nvPr>
            <p:ph sz="quarter" idx="29" hasCustomPrompt="1"/>
          </p:nvPr>
        </p:nvSpPr>
        <p:spPr>
          <a:xfrm>
            <a:off x="71628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4" name="Content Placeholder 3">
            <a:extLst>
              <a:ext uri="{FF2B5EF4-FFF2-40B4-BE49-F238E27FC236}">
                <a16:creationId xmlns:a16="http://schemas.microsoft.com/office/drawing/2014/main" id="{7571DCA7-594E-494F-AADE-BC41B66BBFCE}"/>
              </a:ext>
            </a:extLst>
          </p:cNvPr>
          <p:cNvSpPr>
            <a:spLocks noGrp="1"/>
          </p:cNvSpPr>
          <p:nvPr>
            <p:ph sz="quarter" idx="30" hasCustomPrompt="1"/>
          </p:nvPr>
        </p:nvSpPr>
        <p:spPr>
          <a:xfrm>
            <a:off x="4572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a:t>image </a:t>
            </a:r>
            <a:r>
              <a:rPr lang="en-US" dirty="0"/>
              <a:t>ONLY</a:t>
            </a:r>
          </a:p>
        </p:txBody>
      </p:sp>
      <p:sp>
        <p:nvSpPr>
          <p:cNvPr id="55" name="Content Placeholder 3">
            <a:extLst>
              <a:ext uri="{FF2B5EF4-FFF2-40B4-BE49-F238E27FC236}">
                <a16:creationId xmlns:a16="http://schemas.microsoft.com/office/drawing/2014/main" id="{BB5159A4-78B1-4544-A0AB-77A77FFECA21}"/>
              </a:ext>
            </a:extLst>
          </p:cNvPr>
          <p:cNvSpPr>
            <a:spLocks noGrp="1"/>
          </p:cNvSpPr>
          <p:nvPr>
            <p:ph sz="quarter" idx="31" hasCustomPrompt="1"/>
          </p:nvPr>
        </p:nvSpPr>
        <p:spPr>
          <a:xfrm>
            <a:off x="4572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6" name="Content Placeholder 3">
            <a:extLst>
              <a:ext uri="{FF2B5EF4-FFF2-40B4-BE49-F238E27FC236}">
                <a16:creationId xmlns:a16="http://schemas.microsoft.com/office/drawing/2014/main" id="{DC3FBC57-26A1-A840-9EB7-BB175D4D6B92}"/>
              </a:ext>
            </a:extLst>
          </p:cNvPr>
          <p:cNvSpPr>
            <a:spLocks noGrp="1"/>
          </p:cNvSpPr>
          <p:nvPr>
            <p:ph sz="quarter" idx="32" hasCustomPrompt="1"/>
          </p:nvPr>
        </p:nvSpPr>
        <p:spPr>
          <a:xfrm>
            <a:off x="21336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7" name="Content Placeholder 3">
            <a:extLst>
              <a:ext uri="{FF2B5EF4-FFF2-40B4-BE49-F238E27FC236}">
                <a16:creationId xmlns:a16="http://schemas.microsoft.com/office/drawing/2014/main" id="{142B5D21-DDD3-FF4B-8CA6-EE386537D307}"/>
              </a:ext>
            </a:extLst>
          </p:cNvPr>
          <p:cNvSpPr>
            <a:spLocks noGrp="1"/>
          </p:cNvSpPr>
          <p:nvPr>
            <p:ph sz="quarter" idx="33" hasCustomPrompt="1"/>
          </p:nvPr>
        </p:nvSpPr>
        <p:spPr>
          <a:xfrm>
            <a:off x="21336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8" name="Content Placeholder 3">
            <a:extLst>
              <a:ext uri="{FF2B5EF4-FFF2-40B4-BE49-F238E27FC236}">
                <a16:creationId xmlns:a16="http://schemas.microsoft.com/office/drawing/2014/main" id="{3962A4AF-E295-3441-A76C-0DC350D83F13}"/>
              </a:ext>
            </a:extLst>
          </p:cNvPr>
          <p:cNvSpPr>
            <a:spLocks noGrp="1"/>
          </p:cNvSpPr>
          <p:nvPr>
            <p:ph sz="quarter" idx="34" hasCustomPrompt="1"/>
          </p:nvPr>
        </p:nvSpPr>
        <p:spPr>
          <a:xfrm>
            <a:off x="38100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9" name="Content Placeholder 3">
            <a:extLst>
              <a:ext uri="{FF2B5EF4-FFF2-40B4-BE49-F238E27FC236}">
                <a16:creationId xmlns:a16="http://schemas.microsoft.com/office/drawing/2014/main" id="{44D1F572-C9BC-C747-B6B3-2A807FEB5291}"/>
              </a:ext>
            </a:extLst>
          </p:cNvPr>
          <p:cNvSpPr>
            <a:spLocks noGrp="1"/>
          </p:cNvSpPr>
          <p:nvPr>
            <p:ph sz="quarter" idx="35" hasCustomPrompt="1"/>
          </p:nvPr>
        </p:nvSpPr>
        <p:spPr>
          <a:xfrm>
            <a:off x="38100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60" name="Content Placeholder 3">
            <a:extLst>
              <a:ext uri="{FF2B5EF4-FFF2-40B4-BE49-F238E27FC236}">
                <a16:creationId xmlns:a16="http://schemas.microsoft.com/office/drawing/2014/main" id="{2409BE41-66D2-E94C-930C-A5210EB04806}"/>
              </a:ext>
            </a:extLst>
          </p:cNvPr>
          <p:cNvSpPr>
            <a:spLocks noGrp="1"/>
          </p:cNvSpPr>
          <p:nvPr>
            <p:ph sz="quarter" idx="36" hasCustomPrompt="1"/>
          </p:nvPr>
        </p:nvSpPr>
        <p:spPr>
          <a:xfrm>
            <a:off x="54864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61" name="Content Placeholder 3">
            <a:extLst>
              <a:ext uri="{FF2B5EF4-FFF2-40B4-BE49-F238E27FC236}">
                <a16:creationId xmlns:a16="http://schemas.microsoft.com/office/drawing/2014/main" id="{9D1114D4-21D7-6C45-A75F-B799CEFEC867}"/>
              </a:ext>
            </a:extLst>
          </p:cNvPr>
          <p:cNvSpPr>
            <a:spLocks noGrp="1"/>
          </p:cNvSpPr>
          <p:nvPr>
            <p:ph sz="quarter" idx="37" hasCustomPrompt="1"/>
          </p:nvPr>
        </p:nvSpPr>
        <p:spPr>
          <a:xfrm>
            <a:off x="54864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62" name="Content Placeholder 3">
            <a:extLst>
              <a:ext uri="{FF2B5EF4-FFF2-40B4-BE49-F238E27FC236}">
                <a16:creationId xmlns:a16="http://schemas.microsoft.com/office/drawing/2014/main" id="{8E981D74-E025-3D41-A194-C0AAB855B2E6}"/>
              </a:ext>
            </a:extLst>
          </p:cNvPr>
          <p:cNvSpPr>
            <a:spLocks noGrp="1"/>
          </p:cNvSpPr>
          <p:nvPr>
            <p:ph sz="quarter" idx="38" hasCustomPrompt="1"/>
          </p:nvPr>
        </p:nvSpPr>
        <p:spPr>
          <a:xfrm>
            <a:off x="71628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63" name="Content Placeholder 3">
            <a:extLst>
              <a:ext uri="{FF2B5EF4-FFF2-40B4-BE49-F238E27FC236}">
                <a16:creationId xmlns:a16="http://schemas.microsoft.com/office/drawing/2014/main" id="{1F7A6889-59BF-2444-AFE7-CB86FC91D044}"/>
              </a:ext>
            </a:extLst>
          </p:cNvPr>
          <p:cNvSpPr>
            <a:spLocks noGrp="1"/>
          </p:cNvSpPr>
          <p:nvPr>
            <p:ph sz="quarter" idx="39" hasCustomPrompt="1"/>
          </p:nvPr>
        </p:nvSpPr>
        <p:spPr>
          <a:xfrm>
            <a:off x="71628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Tree>
    <p:extLst>
      <p:ext uri="{BB962C8B-B14F-4D97-AF65-F5344CB8AC3E}">
        <p14:creationId xmlns:p14="http://schemas.microsoft.com/office/powerpoint/2010/main" val="1825325400"/>
      </p:ext>
    </p:extLst>
  </p:cSld>
  <p:clrMapOvr>
    <a:masterClrMapping/>
  </p:clrMapOvr>
</p:sldLayout>
</file>

<file path=ppt/slideLayouts/slideLayout465.xml><?xml version="1.0" encoding="utf-8"?>
<p:sldLayout xmlns:a="http://schemas.openxmlformats.org/drawingml/2006/main" xmlns:r="http://schemas.openxmlformats.org/officeDocument/2006/relationships" xmlns:p="http://schemas.openxmlformats.org/presentationml/2006/main" preserve="1" userDrawn="1">
  <p:cSld name="Product Suit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D7965CD-FA83-9448-A139-4AB1535A951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34076" r="65000" b="5556"/>
          <a:stretch/>
        </p:blipFill>
        <p:spPr>
          <a:xfrm>
            <a:off x="0" y="2038350"/>
            <a:ext cx="3200400" cy="3105150"/>
          </a:xfrm>
          <a:prstGeom prst="rect">
            <a:avLst/>
          </a:prstGeom>
        </p:spPr>
      </p:pic>
      <p:pic>
        <p:nvPicPr>
          <p:cNvPr id="8" name="Picture 7">
            <a:extLst>
              <a:ext uri="{FF2B5EF4-FFF2-40B4-BE49-F238E27FC236}">
                <a16:creationId xmlns:a16="http://schemas.microsoft.com/office/drawing/2014/main" id="{823DC4EF-1577-BE40-ABF0-F0C3E6CEE32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6666"/>
          <a:stretch/>
        </p:blipFill>
        <p:spPr>
          <a:xfrm>
            <a:off x="3352800" y="0"/>
            <a:ext cx="5791200" cy="5143500"/>
          </a:xfrm>
          <a:prstGeom prst="rect">
            <a:avLst/>
          </a:prstGeom>
        </p:spPr>
      </p:pic>
      <p:sp>
        <p:nvSpPr>
          <p:cNvPr id="10" name="TextBox 9">
            <a:extLst>
              <a:ext uri="{FF2B5EF4-FFF2-40B4-BE49-F238E27FC236}">
                <a16:creationId xmlns:a16="http://schemas.microsoft.com/office/drawing/2014/main" id="{A4867473-05FC-554F-A68B-B8F0557EA367}"/>
              </a:ext>
            </a:extLst>
          </p:cNvPr>
          <p:cNvSpPr txBox="1"/>
          <p:nvPr userDrawn="1"/>
        </p:nvSpPr>
        <p:spPr>
          <a:xfrm>
            <a:off x="381000" y="819151"/>
            <a:ext cx="2514600" cy="1200329"/>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The COMSOL</a:t>
            </a:r>
            <a:r>
              <a:rPr lang="en-US" sz="2400" b="1" i="0" baseline="30000" dirty="0">
                <a:solidFill>
                  <a:schemeClr val="accent1"/>
                </a:solidFill>
                <a:latin typeface="Lato" panose="020F0502020204030203" pitchFamily="34" charset="77"/>
              </a:rPr>
              <a:t>®</a:t>
            </a:r>
            <a:r>
              <a:rPr lang="en-US" sz="2400" b="1" i="0" dirty="0">
                <a:solidFill>
                  <a:schemeClr val="accent1"/>
                </a:solidFill>
                <a:latin typeface="Lato" panose="020F0502020204030203" pitchFamily="34" charset="77"/>
              </a:rPr>
              <a:t> Software </a:t>
            </a:r>
            <a:br>
              <a:rPr lang="en-US" sz="2400" b="1" i="0" dirty="0">
                <a:solidFill>
                  <a:schemeClr val="accent1"/>
                </a:solidFill>
                <a:latin typeface="Lato" panose="020F0502020204030203" pitchFamily="34" charset="77"/>
              </a:rPr>
            </a:br>
            <a:r>
              <a:rPr lang="en-US" sz="2400" b="1" i="0" dirty="0">
                <a:solidFill>
                  <a:schemeClr val="accent1"/>
                </a:solidFill>
                <a:latin typeface="Lato" panose="020F0502020204030203" pitchFamily="34" charset="77"/>
              </a:rPr>
              <a:t>Product Suite</a:t>
            </a:r>
          </a:p>
        </p:txBody>
      </p:sp>
    </p:spTree>
    <p:extLst>
      <p:ext uri="{BB962C8B-B14F-4D97-AF65-F5344CB8AC3E}">
        <p14:creationId xmlns:p14="http://schemas.microsoft.com/office/powerpoint/2010/main" val="2254105707"/>
      </p:ext>
    </p:extLst>
  </p:cSld>
  <p:clrMapOvr>
    <a:masterClrMapping/>
  </p:clrMapOvr>
</p:sldLayout>
</file>

<file path=ppt/slideLayouts/slideLayout466.xml><?xml version="1.0" encoding="utf-8"?>
<p:sldLayout xmlns:a="http://schemas.openxmlformats.org/drawingml/2006/main" xmlns:r="http://schemas.openxmlformats.org/officeDocument/2006/relationships" xmlns:p="http://schemas.openxmlformats.org/presentationml/2006/main" preserve="1" userDrawn="1">
  <p:cSld name="Model Manager - full">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userDrawn="1"/>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userDrawn="1"/>
        </p:nvPicPr>
        <p:blipFill>
          <a:blip r:embed="rId2"/>
          <a:stretch>
            <a:fillRect/>
          </a:stretch>
        </p:blipFill>
        <p:spPr>
          <a:xfrm>
            <a:off x="152400" y="0"/>
            <a:ext cx="5143500" cy="5143500"/>
          </a:xfrm>
          <a:prstGeom prst="rect">
            <a:avLst/>
          </a:prstGeom>
        </p:spPr>
      </p:pic>
    </p:spTree>
    <p:extLst>
      <p:ext uri="{BB962C8B-B14F-4D97-AF65-F5344CB8AC3E}">
        <p14:creationId xmlns:p14="http://schemas.microsoft.com/office/powerpoint/2010/main" val="2213054680"/>
      </p:ext>
    </p:extLst>
  </p:cSld>
  <p:clrMapOvr>
    <a:masterClrMapping/>
  </p:clrMapOvr>
</p:sldLayout>
</file>

<file path=ppt/slideLayouts/slideLayout467.xml><?xml version="1.0" encoding="utf-8"?>
<p:sldLayout xmlns:a="http://schemas.openxmlformats.org/drawingml/2006/main" xmlns:r="http://schemas.openxmlformats.org/officeDocument/2006/relationships" xmlns:p="http://schemas.openxmlformats.org/presentationml/2006/main" preserve="1" userDrawn="1">
  <p:cSld name="Model Manager - model engine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userDrawn="1"/>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userDrawn="1"/>
        </p:nvPicPr>
        <p:blipFill>
          <a:blip r:embed="rId2"/>
          <a:srcRect/>
          <a:stretch/>
        </p:blipFill>
        <p:spPr>
          <a:xfrm>
            <a:off x="152400" y="0"/>
            <a:ext cx="5143500" cy="5143500"/>
          </a:xfrm>
          <a:prstGeom prst="rect">
            <a:avLst/>
          </a:prstGeom>
        </p:spPr>
      </p:pic>
    </p:spTree>
    <p:extLst>
      <p:ext uri="{BB962C8B-B14F-4D97-AF65-F5344CB8AC3E}">
        <p14:creationId xmlns:p14="http://schemas.microsoft.com/office/powerpoint/2010/main" val="85203784"/>
      </p:ext>
    </p:extLst>
  </p:cSld>
  <p:clrMapOvr>
    <a:masterClrMapping/>
  </p:clrMapOvr>
</p:sldLayout>
</file>

<file path=ppt/slideLayouts/slideLayout468.xml><?xml version="1.0" encoding="utf-8"?>
<p:sldLayout xmlns:a="http://schemas.openxmlformats.org/drawingml/2006/main" xmlns:r="http://schemas.openxmlformats.org/officeDocument/2006/relationships" xmlns:p="http://schemas.openxmlformats.org/presentationml/2006/main" preserve="1" userDrawn="1">
  <p:cSld name="Model Manager - model engineer to design engineer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userDrawn="1"/>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userDrawn="1"/>
        </p:nvPicPr>
        <p:blipFill>
          <a:blip r:embed="rId2"/>
          <a:srcRect/>
          <a:stretch/>
        </p:blipFill>
        <p:spPr>
          <a:xfrm>
            <a:off x="152400" y="0"/>
            <a:ext cx="5143500" cy="5143500"/>
          </a:xfrm>
          <a:prstGeom prst="rect">
            <a:avLst/>
          </a:prstGeom>
        </p:spPr>
      </p:pic>
    </p:spTree>
    <p:extLst>
      <p:ext uri="{BB962C8B-B14F-4D97-AF65-F5344CB8AC3E}">
        <p14:creationId xmlns:p14="http://schemas.microsoft.com/office/powerpoint/2010/main" val="3569653595"/>
      </p:ext>
    </p:extLst>
  </p:cSld>
  <p:clrMapOvr>
    <a:masterClrMapping/>
  </p:clrMapOvr>
</p:sldLayout>
</file>

<file path=ppt/slideLayouts/slideLayout469.xml><?xml version="1.0" encoding="utf-8"?>
<p:sldLayout xmlns:a="http://schemas.openxmlformats.org/drawingml/2006/main" xmlns:r="http://schemas.openxmlformats.org/officeDocument/2006/relationships" xmlns:p="http://schemas.openxmlformats.org/presentationml/2006/main" preserve="1" userDrawn="1">
  <p:cSld name="Model Manager - design engineers to operator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userDrawn="1"/>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userDrawn="1"/>
        </p:nvPicPr>
        <p:blipFill>
          <a:blip r:embed="rId2"/>
          <a:srcRect/>
          <a:stretch/>
        </p:blipFill>
        <p:spPr>
          <a:xfrm>
            <a:off x="152400" y="0"/>
            <a:ext cx="5143500" cy="5143500"/>
          </a:xfrm>
          <a:prstGeom prst="rect">
            <a:avLst/>
          </a:prstGeom>
        </p:spPr>
      </p:pic>
    </p:spTree>
    <p:extLst>
      <p:ext uri="{BB962C8B-B14F-4D97-AF65-F5344CB8AC3E}">
        <p14:creationId xmlns:p14="http://schemas.microsoft.com/office/powerpoint/2010/main" val="726481027"/>
      </p:ext>
    </p:extLst>
  </p:cSld>
  <p:clrMapOvr>
    <a:masterClrMapping/>
  </p:clrMapOvr>
</p:sldLayout>
</file>

<file path=ppt/slideLayouts/slideLayout470.xml><?xml version="1.0" encoding="utf-8"?>
<p:sldLayout xmlns:a="http://schemas.openxmlformats.org/drawingml/2006/main" xmlns:r="http://schemas.openxmlformats.org/officeDocument/2006/relationships" xmlns:p="http://schemas.openxmlformats.org/presentationml/2006/main" preserve="1" userDrawn="1">
  <p:cSld name="1_CTA: Contact U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438236-E9A1-5845-B207-CB91FAB12DBD}"/>
              </a:ext>
            </a:extLst>
          </p:cNvPr>
          <p:cNvPicPr>
            <a:picLocks noChangeAspect="1"/>
          </p:cNvPicPr>
          <p:nvPr userDrawn="1"/>
        </p:nvPicPr>
        <p:blipFill>
          <a:blip r:embed="rId2"/>
          <a:srcRect/>
          <a:stretch/>
        </p:blipFill>
        <p:spPr>
          <a:xfrm>
            <a:off x="0" y="0"/>
            <a:ext cx="9144000" cy="5143500"/>
          </a:xfrm>
          <a:prstGeom prst="rect">
            <a:avLst/>
          </a:prstGeom>
        </p:spPr>
      </p:pic>
      <p:sp>
        <p:nvSpPr>
          <p:cNvPr id="7" name="Content Placeholder 2">
            <a:extLst>
              <a:ext uri="{FF2B5EF4-FFF2-40B4-BE49-F238E27FC236}">
                <a16:creationId xmlns:a16="http://schemas.microsoft.com/office/drawing/2014/main" id="{FC4E7365-D38C-47DC-98CE-EFDE9B5AA7FB}"/>
              </a:ext>
            </a:extLst>
          </p:cNvPr>
          <p:cNvSpPr>
            <a:spLocks noGrp="1"/>
          </p:cNvSpPr>
          <p:nvPr>
            <p:ph idx="1" hasCustomPrompt="1"/>
          </p:nvPr>
        </p:nvSpPr>
        <p:spPr>
          <a:xfrm>
            <a:off x="304800" y="4469786"/>
            <a:ext cx="2133600" cy="923925"/>
          </a:xfrm>
          <a:prstGeom prst="rect">
            <a:avLst/>
          </a:prstGeom>
        </p:spPr>
        <p:txBody>
          <a:bodyPr>
            <a:normAutofit/>
          </a:bodyPr>
          <a:lstStyle>
            <a:lvl1pPr marL="0" indent="0">
              <a:spcBef>
                <a:spcPts val="100"/>
              </a:spcBef>
              <a:buNone/>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Add your country “</a:t>
            </a:r>
            <a:r>
              <a:rPr lang="en-US" dirty="0" err="1"/>
              <a:t>comsol.com</a:t>
            </a:r>
            <a:r>
              <a:rPr lang="en-US" dirty="0"/>
              <a:t>/contact” link here</a:t>
            </a:r>
          </a:p>
        </p:txBody>
      </p:sp>
      <p:sp>
        <p:nvSpPr>
          <p:cNvPr id="5" name="TextBox 4">
            <a:extLst>
              <a:ext uri="{FF2B5EF4-FFF2-40B4-BE49-F238E27FC236}">
                <a16:creationId xmlns:a16="http://schemas.microsoft.com/office/drawing/2014/main" id="{CC2B2EF8-F126-9449-AF26-554461030ADD}"/>
              </a:ext>
            </a:extLst>
          </p:cNvPr>
          <p:cNvSpPr txBox="1"/>
          <p:nvPr userDrawn="1"/>
        </p:nvSpPr>
        <p:spPr>
          <a:xfrm>
            <a:off x="304800" y="4019551"/>
            <a:ext cx="2514600" cy="461665"/>
          </a:xfrm>
          <a:prstGeom prst="rect">
            <a:avLst/>
          </a:prstGeom>
          <a:noFill/>
        </p:spPr>
        <p:txBody>
          <a:bodyPr wrap="square" lIns="0" rtlCol="0">
            <a:spAutoFit/>
          </a:bodyPr>
          <a:lstStyle/>
          <a:p>
            <a:r>
              <a:rPr lang="en-US" sz="2400" b="1" i="0" dirty="0">
                <a:solidFill>
                  <a:schemeClr val="accent1"/>
                </a:solidFill>
                <a:latin typeface="Lato" panose="020F0502020204030203" pitchFamily="34" charset="77"/>
              </a:rPr>
              <a:t>Contact Us</a:t>
            </a:r>
          </a:p>
        </p:txBody>
      </p:sp>
    </p:spTree>
    <p:extLst>
      <p:ext uri="{BB962C8B-B14F-4D97-AF65-F5344CB8AC3E}">
        <p14:creationId xmlns:p14="http://schemas.microsoft.com/office/powerpoint/2010/main" val="1951370961"/>
      </p:ext>
    </p:extLst>
  </p:cSld>
  <p:clrMapOvr>
    <a:masterClrMapping/>
  </p:clrMapOvr>
</p:sldLayout>
</file>

<file path=ppt/slideLayouts/slideLayout471.xml><?xml version="1.0" encoding="utf-8"?>
<p:sldLayout xmlns:a="http://schemas.openxmlformats.org/drawingml/2006/main" xmlns:r="http://schemas.openxmlformats.org/officeDocument/2006/relationships" xmlns:p="http://schemas.openxmlformats.org/presentationml/2006/main" preserve="1" userDrawn="1">
  <p:cSld name="CTA: Live Dem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45252-8BBC-184E-9C41-612C8DD63D73}"/>
              </a:ext>
            </a:extLst>
          </p:cNvPr>
          <p:cNvPicPr>
            <a:picLocks noChangeAspect="1"/>
          </p:cNvPicPr>
          <p:nvPr userDrawn="1"/>
        </p:nvPicPr>
        <p:blipFill>
          <a:blip r:embed="rId2"/>
          <a:src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userDrawn="1"/>
        </p:nvSpPr>
        <p:spPr>
          <a:xfrm>
            <a:off x="4267200" y="1428751"/>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 for a Live Demonstration</a:t>
            </a:r>
          </a:p>
        </p:txBody>
      </p:sp>
      <p:sp>
        <p:nvSpPr>
          <p:cNvPr id="9" name="TextBox 8">
            <a:hlinkClick r:id="rId3"/>
            <a:extLst>
              <a:ext uri="{FF2B5EF4-FFF2-40B4-BE49-F238E27FC236}">
                <a16:creationId xmlns:a16="http://schemas.microsoft.com/office/drawing/2014/main" id="{9D36EDD0-8077-4F4B-9631-D6CFBBDAD084}"/>
              </a:ext>
            </a:extLst>
          </p:cNvPr>
          <p:cNvSpPr txBox="1"/>
          <p:nvPr userDrawn="1"/>
        </p:nvSpPr>
        <p:spPr>
          <a:xfrm>
            <a:off x="4267200" y="2156997"/>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r>
              <a:rPr lang="en-US" sz="1600" b="0" i="0" dirty="0">
                <a:solidFill>
                  <a:schemeClr val="tx1"/>
                </a:solidFill>
                <a:latin typeface="Lato" panose="020F0502020204030203" pitchFamily="34" charset="77"/>
              </a:rPr>
              <a:t>/request-a-demo</a:t>
            </a:r>
          </a:p>
        </p:txBody>
      </p:sp>
    </p:spTree>
    <p:extLst>
      <p:ext uri="{BB962C8B-B14F-4D97-AF65-F5344CB8AC3E}">
        <p14:creationId xmlns:p14="http://schemas.microsoft.com/office/powerpoint/2010/main" val="2360617268"/>
      </p:ext>
    </p:extLst>
  </p:cSld>
  <p:clrMapOvr>
    <a:masterClrMapping/>
  </p:clrMapOvr>
</p:sldLayout>
</file>

<file path=ppt/slideLayouts/slideLayout472.xml><?xml version="1.0" encoding="utf-8"?>
<p:sldLayout xmlns:a="http://schemas.openxmlformats.org/drawingml/2006/main" xmlns:r="http://schemas.openxmlformats.org/officeDocument/2006/relationships" xmlns:p="http://schemas.openxmlformats.org/presentationml/2006/main" preserve="1" userDrawn="1">
  <p:cSld name="CTA: Resources to Star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62441A9-73A9-6645-A2C6-CB26415F5D0A}"/>
              </a:ext>
            </a:extLst>
          </p:cNvPr>
          <p:cNvSpPr/>
          <p:nvPr userDrawn="1"/>
        </p:nvSpPr>
        <p:spPr>
          <a:xfrm>
            <a:off x="0" y="-14130"/>
            <a:ext cx="1828800" cy="1061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4" name="Picture 3">
            <a:extLst>
              <a:ext uri="{FF2B5EF4-FFF2-40B4-BE49-F238E27FC236}">
                <a16:creationId xmlns:a16="http://schemas.microsoft.com/office/drawing/2014/main" id="{225BA83A-FD71-394F-B4AF-D0F719851DD4}"/>
              </a:ext>
            </a:extLst>
          </p:cNvPr>
          <p:cNvPicPr>
            <a:picLocks noChangeAspect="1"/>
          </p:cNvPicPr>
          <p:nvPr userDrawn="1"/>
        </p:nvPicPr>
        <p:blipFill rotWithShape="1">
          <a:blip r:embed="rId2"/>
          <a:srcRect l="4202" b="7749"/>
          <a:stretch/>
        </p:blipFill>
        <p:spPr>
          <a:xfrm>
            <a:off x="457200" y="1"/>
            <a:ext cx="8686800" cy="470535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userDrawn="1"/>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to Get Started</a:t>
            </a:r>
          </a:p>
        </p:txBody>
      </p:sp>
      <p:sp>
        <p:nvSpPr>
          <p:cNvPr id="9" name="TextBox 8">
            <a:hlinkClick r:id="rId3"/>
            <a:extLst>
              <a:ext uri="{FF2B5EF4-FFF2-40B4-BE49-F238E27FC236}">
                <a16:creationId xmlns:a16="http://schemas.microsoft.com/office/drawing/2014/main" id="{9D36EDD0-8077-4F4B-9631-D6CFBBDAD084}"/>
              </a:ext>
            </a:extLst>
          </p:cNvPr>
          <p:cNvSpPr txBox="1"/>
          <p:nvPr userDrawn="1"/>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 name="Rectangle 1">
            <a:hlinkClick r:id="rId4"/>
            <a:extLst>
              <a:ext uri="{FF2B5EF4-FFF2-40B4-BE49-F238E27FC236}">
                <a16:creationId xmlns:a16="http://schemas.microsoft.com/office/drawing/2014/main" id="{B166C7F8-C424-7449-A19A-6EFB37F971D8}"/>
              </a:ext>
            </a:extLst>
          </p:cNvPr>
          <p:cNvSpPr/>
          <p:nvPr userDrawn="1"/>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400"/>
          </a:p>
        </p:txBody>
      </p:sp>
      <p:sp>
        <p:nvSpPr>
          <p:cNvPr id="3" name="Rectangle 2">
            <a:hlinkClick r:id="rId5"/>
            <a:extLst>
              <a:ext uri="{FF2B5EF4-FFF2-40B4-BE49-F238E27FC236}">
                <a16:creationId xmlns:a16="http://schemas.microsoft.com/office/drawing/2014/main" id="{7542C372-51F9-7B49-95F3-2BB4DD107F2C}"/>
              </a:ext>
            </a:extLst>
          </p:cNvPr>
          <p:cNvSpPr/>
          <p:nvPr userDrawn="1"/>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Rectangle 4">
            <a:hlinkClick r:id="rId6"/>
            <a:extLst>
              <a:ext uri="{FF2B5EF4-FFF2-40B4-BE49-F238E27FC236}">
                <a16:creationId xmlns:a16="http://schemas.microsoft.com/office/drawing/2014/main" id="{218B93B9-5E84-F144-B5CB-7142E73CC8BF}"/>
              </a:ext>
            </a:extLst>
          </p:cNvPr>
          <p:cNvSpPr/>
          <p:nvPr userDrawn="1"/>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Rectangle 5">
            <a:hlinkClick r:id="rId7"/>
            <a:extLst>
              <a:ext uri="{FF2B5EF4-FFF2-40B4-BE49-F238E27FC236}">
                <a16:creationId xmlns:a16="http://schemas.microsoft.com/office/drawing/2014/main" id="{5AB17312-9520-7E42-A4CD-6B7EB6B7EF86}"/>
              </a:ext>
            </a:extLst>
          </p:cNvPr>
          <p:cNvSpPr/>
          <p:nvPr userDrawn="1"/>
        </p:nvSpPr>
        <p:spPr>
          <a:xfrm>
            <a:off x="3276600" y="3333751"/>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50134136"/>
      </p:ext>
    </p:extLst>
  </p:cSld>
  <p:clrMapOvr>
    <a:masterClrMapping/>
  </p:clrMapOvr>
</p:sldLayout>
</file>

<file path=ppt/slideLayouts/slideLayout473.xml><?xml version="1.0" encoding="utf-8"?>
<p:sldLayout xmlns:a="http://schemas.openxmlformats.org/drawingml/2006/main" xmlns:r="http://schemas.openxmlformats.org/officeDocument/2006/relationships" xmlns:p="http://schemas.openxmlformats.org/presentationml/2006/main" preserve="1" userDrawn="1">
  <p:cSld name="CTA: Resources to Inspi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5BA83A-FD71-394F-B4AF-D0F719851DD4}"/>
              </a:ext>
            </a:extLst>
          </p:cNvPr>
          <p:cNvPicPr>
            <a:picLocks noChangeAspect="1"/>
          </p:cNvPicPr>
          <p:nvPr userDrawn="1"/>
        </p:nvPicPr>
        <p:blipFill rotWithShape="1">
          <a:blip r:embed="rId2"/>
          <a:srcRect l="4775" b="5992"/>
          <a:stretch/>
        </p:blipFill>
        <p:spPr>
          <a:xfrm>
            <a:off x="533400" y="0"/>
            <a:ext cx="8610601" cy="478155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userDrawn="1"/>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for Inspiration</a:t>
            </a:r>
          </a:p>
        </p:txBody>
      </p:sp>
      <p:sp>
        <p:nvSpPr>
          <p:cNvPr id="9" name="TextBox 8">
            <a:hlinkClick r:id="rId3"/>
            <a:extLst>
              <a:ext uri="{FF2B5EF4-FFF2-40B4-BE49-F238E27FC236}">
                <a16:creationId xmlns:a16="http://schemas.microsoft.com/office/drawing/2014/main" id="{9D36EDD0-8077-4F4B-9631-D6CFBBDAD084}"/>
              </a:ext>
            </a:extLst>
          </p:cNvPr>
          <p:cNvSpPr txBox="1"/>
          <p:nvPr userDrawn="1"/>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 name="Rectangle 1">
            <a:hlinkClick r:id="rId4"/>
            <a:extLst>
              <a:ext uri="{FF2B5EF4-FFF2-40B4-BE49-F238E27FC236}">
                <a16:creationId xmlns:a16="http://schemas.microsoft.com/office/drawing/2014/main" id="{B166C7F8-C424-7449-A19A-6EFB37F971D8}"/>
              </a:ext>
            </a:extLst>
          </p:cNvPr>
          <p:cNvSpPr/>
          <p:nvPr userDrawn="1"/>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400"/>
          </a:p>
        </p:txBody>
      </p:sp>
      <p:sp>
        <p:nvSpPr>
          <p:cNvPr id="3" name="Rectangle 2">
            <a:hlinkClick r:id="rId5"/>
            <a:extLst>
              <a:ext uri="{FF2B5EF4-FFF2-40B4-BE49-F238E27FC236}">
                <a16:creationId xmlns:a16="http://schemas.microsoft.com/office/drawing/2014/main" id="{7542C372-51F9-7B49-95F3-2BB4DD107F2C}"/>
              </a:ext>
            </a:extLst>
          </p:cNvPr>
          <p:cNvSpPr/>
          <p:nvPr userDrawn="1"/>
        </p:nvSpPr>
        <p:spPr>
          <a:xfrm>
            <a:off x="3276600" y="2114550"/>
            <a:ext cx="24384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Rectangle 4">
            <a:hlinkClick r:id="rId6"/>
            <a:extLst>
              <a:ext uri="{FF2B5EF4-FFF2-40B4-BE49-F238E27FC236}">
                <a16:creationId xmlns:a16="http://schemas.microsoft.com/office/drawing/2014/main" id="{218B93B9-5E84-F144-B5CB-7142E73CC8BF}"/>
              </a:ext>
            </a:extLst>
          </p:cNvPr>
          <p:cNvSpPr/>
          <p:nvPr userDrawn="1"/>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Rectangle 5">
            <a:hlinkClick r:id="rId7"/>
            <a:extLst>
              <a:ext uri="{FF2B5EF4-FFF2-40B4-BE49-F238E27FC236}">
                <a16:creationId xmlns:a16="http://schemas.microsoft.com/office/drawing/2014/main" id="{5AB17312-9520-7E42-A4CD-6B7EB6B7EF86}"/>
              </a:ext>
            </a:extLst>
          </p:cNvPr>
          <p:cNvSpPr/>
          <p:nvPr userDrawn="1"/>
        </p:nvSpPr>
        <p:spPr>
          <a:xfrm>
            <a:off x="3276600" y="3333751"/>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Rectangle 6">
            <a:hlinkClick r:id="rId7"/>
            <a:extLst>
              <a:ext uri="{FF2B5EF4-FFF2-40B4-BE49-F238E27FC236}">
                <a16:creationId xmlns:a16="http://schemas.microsoft.com/office/drawing/2014/main" id="{FB176131-B89E-304A-92DF-9CD3D468CD52}"/>
              </a:ext>
            </a:extLst>
          </p:cNvPr>
          <p:cNvSpPr/>
          <p:nvPr userDrawn="1"/>
        </p:nvSpPr>
        <p:spPr>
          <a:xfrm>
            <a:off x="661542" y="2114550"/>
            <a:ext cx="2514600" cy="1143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Rectangle 9">
            <a:hlinkClick r:id="rId8"/>
            <a:extLst>
              <a:ext uri="{FF2B5EF4-FFF2-40B4-BE49-F238E27FC236}">
                <a16:creationId xmlns:a16="http://schemas.microsoft.com/office/drawing/2014/main" id="{D57913DA-4C41-E144-8C67-313CA8644FB7}"/>
              </a:ext>
            </a:extLst>
          </p:cNvPr>
          <p:cNvSpPr/>
          <p:nvPr userDrawn="1"/>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Rectangle 10">
            <a:hlinkClick r:id="rId9"/>
            <a:extLst>
              <a:ext uri="{FF2B5EF4-FFF2-40B4-BE49-F238E27FC236}">
                <a16:creationId xmlns:a16="http://schemas.microsoft.com/office/drawing/2014/main" id="{84D23C97-34CA-EB47-8438-4CEEB5B8B203}"/>
              </a:ext>
            </a:extLst>
          </p:cNvPr>
          <p:cNvSpPr/>
          <p:nvPr userDrawn="1"/>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Rectangle 11">
            <a:hlinkClick r:id="rId5"/>
            <a:extLst>
              <a:ext uri="{FF2B5EF4-FFF2-40B4-BE49-F238E27FC236}">
                <a16:creationId xmlns:a16="http://schemas.microsoft.com/office/drawing/2014/main" id="{E56E6BD5-8E0F-3E4D-AD7C-420C316889E3}"/>
              </a:ext>
            </a:extLst>
          </p:cNvPr>
          <p:cNvSpPr/>
          <p:nvPr userDrawn="1"/>
        </p:nvSpPr>
        <p:spPr>
          <a:xfrm>
            <a:off x="3200400" y="3333751"/>
            <a:ext cx="25146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3" name="Rectangle 12">
            <a:extLst>
              <a:ext uri="{FF2B5EF4-FFF2-40B4-BE49-F238E27FC236}">
                <a16:creationId xmlns:a16="http://schemas.microsoft.com/office/drawing/2014/main" id="{5144D7FA-71D5-1247-8CC0-659E1B402155}"/>
              </a:ext>
            </a:extLst>
          </p:cNvPr>
          <p:cNvSpPr/>
          <p:nvPr userDrawn="1"/>
        </p:nvSpPr>
        <p:spPr>
          <a:xfrm>
            <a:off x="0" y="-14129"/>
            <a:ext cx="1752600" cy="830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3458066247"/>
      </p:ext>
    </p:extLst>
  </p:cSld>
  <p:clrMapOvr>
    <a:masterClrMapping/>
  </p:clrMapOvr>
</p:sldLayout>
</file>

<file path=ppt/slideLayouts/slideLayout474.xml><?xml version="1.0" encoding="utf-8"?>
<p:sldLayout xmlns:a="http://schemas.openxmlformats.org/drawingml/2006/main" xmlns:r="http://schemas.openxmlformats.org/officeDocument/2006/relationships" xmlns:p="http://schemas.openxmlformats.org/presentationml/2006/main" preserve="1" userDrawn="1">
  <p:cSld name="Basic: 2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183CD7-383B-48A0-8B71-F06BC83DEDB6}"/>
              </a:ext>
            </a:extLst>
          </p:cNvPr>
          <p:cNvSpPr>
            <a:spLocks noGrp="1"/>
          </p:cNvSpPr>
          <p:nvPr>
            <p:ph sz="half" idx="1"/>
          </p:nvPr>
        </p:nvSpPr>
        <p:spPr>
          <a:xfrm>
            <a:off x="457201" y="1333514"/>
            <a:ext cx="4112486" cy="3752837"/>
          </a:xfrm>
          <a:prstGeom prst="rect">
            <a:avLst/>
          </a:prstGeom>
        </p:spPr>
        <p:txBody>
          <a:bodyPr lIns="0">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03355965-8388-42DC-8FE0-FECC99CDC81E}"/>
              </a:ext>
            </a:extLst>
          </p:cNvPr>
          <p:cNvSpPr>
            <a:spLocks noGrp="1"/>
          </p:cNvSpPr>
          <p:nvPr>
            <p:ph sz="half" idx="2"/>
          </p:nvPr>
        </p:nvSpPr>
        <p:spPr>
          <a:xfrm>
            <a:off x="4726714" y="1333514"/>
            <a:ext cx="4036286" cy="3752837"/>
          </a:xfrm>
          <a:prstGeom prst="rect">
            <a:avLst/>
          </a:prstGeom>
        </p:spPr>
        <p:txBody>
          <a:bodyPr lIns="0">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itle 1">
            <a:extLst>
              <a:ext uri="{FF2B5EF4-FFF2-40B4-BE49-F238E27FC236}">
                <a16:creationId xmlns:a16="http://schemas.microsoft.com/office/drawing/2014/main" id="{F0C35649-F5E1-436D-BCBC-468BEAF27C9D}"/>
              </a:ext>
            </a:extLst>
          </p:cNvPr>
          <p:cNvSpPr>
            <a:spLocks noGrp="1"/>
          </p:cNvSpPr>
          <p:nvPr>
            <p:ph type="title" hasCustomPrompt="1"/>
          </p:nvPr>
        </p:nvSpPr>
        <p:spPr>
          <a:xfrm>
            <a:off x="457200" y="590563"/>
            <a:ext cx="8305801"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dirty="0"/>
              <a:t>Title goes here, can be aligned top middle or </a:t>
            </a:r>
            <a:r>
              <a:rPr lang="en-US" dirty="0" err="1"/>
              <a:t>botton</a:t>
            </a:r>
            <a:r>
              <a:rPr lang="en-US" dirty="0"/>
              <a:t> depending on if one or two lines or if you need more space*</a:t>
            </a:r>
          </a:p>
        </p:txBody>
      </p:sp>
    </p:spTree>
    <p:extLst>
      <p:ext uri="{BB962C8B-B14F-4D97-AF65-F5344CB8AC3E}">
        <p14:creationId xmlns:p14="http://schemas.microsoft.com/office/powerpoint/2010/main" val="3535276432"/>
      </p:ext>
    </p:extLst>
  </p:cSld>
  <p:clrMapOvr>
    <a:masterClrMapping/>
  </p:clrMapOvr>
</p:sldLayout>
</file>

<file path=ppt/slideLayouts/slideLayout475.xml><?xml version="1.0" encoding="utf-8"?>
<p:sldLayout xmlns:a="http://schemas.openxmlformats.org/drawingml/2006/main" xmlns:r="http://schemas.openxmlformats.org/officeDocument/2006/relationships" xmlns:p="http://schemas.openxmlformats.org/presentationml/2006/main" preserve="1">
  <p:cSld name="Title Slid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hasCustomPrompt="1"/>
          </p:nvPr>
        </p:nvSpPr>
        <p:spPr>
          <a:xfrm>
            <a:off x="457200" y="1282701"/>
            <a:ext cx="8062912" cy="2139950"/>
          </a:xfrm>
          <a:prstGeom prst="rect">
            <a:avLst/>
          </a:prstGeom>
        </p:spPr>
        <p:txBody>
          <a:bodyPr lIns="0" anchor="b">
            <a:normAutofit/>
          </a:bodyPr>
          <a:lstStyle>
            <a:lvl1pPr>
              <a:defRPr sz="3600" b="1">
                <a:solidFill>
                  <a:schemeClr val="accent1"/>
                </a:solidFill>
                <a:latin typeface="Lato" panose="020F0502020204030203" pitchFamily="34" charset="0"/>
              </a:defRPr>
            </a:lvl1pPr>
          </a:lstStyle>
          <a:p>
            <a:r>
              <a:rPr lang="en-US" dirty="0"/>
              <a:t>Title slide, title can be move up or down or shortened from the right (don’t change left alignment)</a:t>
            </a:r>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457200" y="3441700"/>
            <a:ext cx="1837944" cy="349250"/>
          </a:xfrm>
          <a:prstGeom prst="rect">
            <a:avLst/>
          </a:prstGeom>
        </p:spPr>
        <p:txBody>
          <a:bodyPr lIns="0"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457200" y="3714750"/>
            <a:ext cx="1837944"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7" name="Text Placeholder 2">
            <a:extLst>
              <a:ext uri="{FF2B5EF4-FFF2-40B4-BE49-F238E27FC236}">
                <a16:creationId xmlns:a16="http://schemas.microsoft.com/office/drawing/2014/main" id="{3583D1A5-22CF-F34D-AF0D-75799674EC8E}"/>
              </a:ext>
            </a:extLst>
          </p:cNvPr>
          <p:cNvSpPr>
            <a:spLocks noGrp="1"/>
          </p:cNvSpPr>
          <p:nvPr>
            <p:ph type="body" idx="11" hasCustomPrompt="1"/>
          </p:nvPr>
        </p:nvSpPr>
        <p:spPr>
          <a:xfrm>
            <a:off x="2559504" y="3441700"/>
            <a:ext cx="1837944" cy="349250"/>
          </a:xfrm>
          <a:prstGeom prst="rect">
            <a:avLst/>
          </a:prstGeom>
        </p:spPr>
        <p:txBody>
          <a:bodyPr lIns="0"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8" name="Text Placeholder 2">
            <a:extLst>
              <a:ext uri="{FF2B5EF4-FFF2-40B4-BE49-F238E27FC236}">
                <a16:creationId xmlns:a16="http://schemas.microsoft.com/office/drawing/2014/main" id="{9124A687-6C32-7540-A2D4-388F8BD968F2}"/>
              </a:ext>
            </a:extLst>
          </p:cNvPr>
          <p:cNvSpPr>
            <a:spLocks noGrp="1"/>
          </p:cNvSpPr>
          <p:nvPr>
            <p:ph type="body" idx="12" hasCustomPrompt="1"/>
          </p:nvPr>
        </p:nvSpPr>
        <p:spPr>
          <a:xfrm>
            <a:off x="2559504" y="3714750"/>
            <a:ext cx="1837944" cy="453190"/>
          </a:xfrm>
          <a:prstGeom prst="rect">
            <a:avLst/>
          </a:prstGeom>
        </p:spPr>
        <p:txBody>
          <a:bodyPr lIns="0">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Tree>
    <p:extLst>
      <p:ext uri="{BB962C8B-B14F-4D97-AF65-F5344CB8AC3E}">
        <p14:creationId xmlns:p14="http://schemas.microsoft.com/office/powerpoint/2010/main" val="3020690284"/>
      </p:ext>
    </p:extLst>
  </p:cSld>
  <p:clrMapOvr>
    <a:masterClrMapping/>
  </p:clrMapOvr>
</p:sldLayout>
</file>

<file path=ppt/slideLayouts/slideLayout476.xml><?xml version="1.0" encoding="utf-8"?>
<p:sldLayout xmlns:a="http://schemas.openxmlformats.org/drawingml/2006/main" xmlns:r="http://schemas.openxmlformats.org/officeDocument/2006/relationships" xmlns:p="http://schemas.openxmlformats.org/presentationml/2006/main" preserve="1">
  <p:cSld name="Title Slide (blu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AA8A8-3946-DE4F-97CB-CBC48B9F7A60}"/>
              </a:ext>
            </a:extLst>
          </p:cNvPr>
          <p:cNvSpPr/>
          <p:nvPr/>
        </p:nvSpPr>
        <p:spPr>
          <a:xfrm>
            <a:off x="1" y="0"/>
            <a:ext cx="9160329"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a:extLst>
              <a:ext uri="{FF2B5EF4-FFF2-40B4-BE49-F238E27FC236}">
                <a16:creationId xmlns:a16="http://schemas.microsoft.com/office/drawing/2014/main" id="{04FDE514-B9D5-4E6A-B99C-10D5D54F711D}"/>
              </a:ext>
            </a:extLst>
          </p:cNvPr>
          <p:cNvSpPr>
            <a:spLocks noGrp="1"/>
          </p:cNvSpPr>
          <p:nvPr>
            <p:ph type="title" hasCustomPrompt="1"/>
          </p:nvPr>
        </p:nvSpPr>
        <p:spPr>
          <a:xfrm>
            <a:off x="457200" y="3028950"/>
            <a:ext cx="8062912" cy="1231900"/>
          </a:xfrm>
          <a:prstGeom prst="rect">
            <a:avLst/>
          </a:prstGeom>
        </p:spPr>
        <p:txBody>
          <a:bodyPr lIns="0" anchor="b">
            <a:normAutofit/>
          </a:bodyPr>
          <a:lstStyle>
            <a:lvl1pPr>
              <a:defRPr sz="3600" b="1">
                <a:solidFill>
                  <a:schemeClr val="bg2"/>
                </a:solidFill>
                <a:latin typeface="Lato" panose="020F0502020204030203" pitchFamily="34" charset="0"/>
              </a:defRPr>
            </a:lvl1pPr>
          </a:lstStyle>
          <a:p>
            <a:r>
              <a:rPr lang="en-US" dirty="0"/>
              <a:t>Title slide, title can be move up or down or shortened from the right (don’t change left alignment)</a:t>
            </a:r>
          </a:p>
        </p:txBody>
      </p:sp>
      <p:sp>
        <p:nvSpPr>
          <p:cNvPr id="3" name="Text Placeholder 2">
            <a:extLst>
              <a:ext uri="{FF2B5EF4-FFF2-40B4-BE49-F238E27FC236}">
                <a16:creationId xmlns:a16="http://schemas.microsoft.com/office/drawing/2014/main" id="{D4E28C70-277B-4B74-B137-487CD1BFD7CB}"/>
              </a:ext>
            </a:extLst>
          </p:cNvPr>
          <p:cNvSpPr>
            <a:spLocks noGrp="1"/>
          </p:cNvSpPr>
          <p:nvPr>
            <p:ph type="body" idx="1" hasCustomPrompt="1"/>
          </p:nvPr>
        </p:nvSpPr>
        <p:spPr>
          <a:xfrm>
            <a:off x="457200" y="4267777"/>
            <a:ext cx="1837944" cy="349250"/>
          </a:xfrm>
          <a:prstGeom prst="rect">
            <a:avLst/>
          </a:prstGeom>
        </p:spPr>
        <p:txBody>
          <a:bodyPr lIns="0" anchor="b">
            <a:normAutofit/>
          </a:bodyPr>
          <a:lstStyle>
            <a:lvl1pPr marL="0" indent="0">
              <a:spcBef>
                <a:spcPts val="100"/>
              </a:spcBef>
              <a:buNone/>
              <a:defRPr sz="1800">
                <a:solidFill>
                  <a:schemeClr val="bg1"/>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4" name="Text Placeholder 2">
            <a:extLst>
              <a:ext uri="{FF2B5EF4-FFF2-40B4-BE49-F238E27FC236}">
                <a16:creationId xmlns:a16="http://schemas.microsoft.com/office/drawing/2014/main" id="{68E08046-4BE1-4FB9-890C-3BAA6099F53A}"/>
              </a:ext>
            </a:extLst>
          </p:cNvPr>
          <p:cNvSpPr>
            <a:spLocks noGrp="1"/>
          </p:cNvSpPr>
          <p:nvPr>
            <p:ph type="body" idx="10" hasCustomPrompt="1"/>
          </p:nvPr>
        </p:nvSpPr>
        <p:spPr>
          <a:xfrm>
            <a:off x="457200" y="4540827"/>
            <a:ext cx="1837944" cy="453190"/>
          </a:xfrm>
          <a:prstGeom prst="rect">
            <a:avLst/>
          </a:prstGeom>
        </p:spPr>
        <p:txBody>
          <a:bodyPr lIns="0">
            <a:normAutofit/>
          </a:bodyPr>
          <a:lstStyle>
            <a:lvl1pPr marL="0" indent="0">
              <a:spcBef>
                <a:spcPts val="100"/>
              </a:spcBef>
              <a:buNone/>
              <a:defRPr sz="1200" b="0" i="0">
                <a:solidFill>
                  <a:schemeClr val="bg1"/>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11" name="Text Placeholder 2">
            <a:extLst>
              <a:ext uri="{FF2B5EF4-FFF2-40B4-BE49-F238E27FC236}">
                <a16:creationId xmlns:a16="http://schemas.microsoft.com/office/drawing/2014/main" id="{C6B669F9-06F9-674C-A466-9F41F054404A}"/>
              </a:ext>
            </a:extLst>
          </p:cNvPr>
          <p:cNvSpPr>
            <a:spLocks noGrp="1"/>
          </p:cNvSpPr>
          <p:nvPr>
            <p:ph type="body" idx="11" hasCustomPrompt="1"/>
          </p:nvPr>
        </p:nvSpPr>
        <p:spPr>
          <a:xfrm>
            <a:off x="2559503" y="4267777"/>
            <a:ext cx="1837944" cy="349250"/>
          </a:xfrm>
          <a:prstGeom prst="rect">
            <a:avLst/>
          </a:prstGeom>
        </p:spPr>
        <p:txBody>
          <a:bodyPr lIns="0" anchor="b">
            <a:normAutofit/>
          </a:bodyPr>
          <a:lstStyle>
            <a:lvl1pPr marL="0" indent="0">
              <a:spcBef>
                <a:spcPts val="100"/>
              </a:spcBef>
              <a:buNone/>
              <a:defRPr sz="1800">
                <a:solidFill>
                  <a:schemeClr val="bg1"/>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12" name="Text Placeholder 2">
            <a:extLst>
              <a:ext uri="{FF2B5EF4-FFF2-40B4-BE49-F238E27FC236}">
                <a16:creationId xmlns:a16="http://schemas.microsoft.com/office/drawing/2014/main" id="{F336E6D4-E374-ED4B-914F-92F896FA83BD}"/>
              </a:ext>
            </a:extLst>
          </p:cNvPr>
          <p:cNvSpPr>
            <a:spLocks noGrp="1"/>
          </p:cNvSpPr>
          <p:nvPr>
            <p:ph type="body" idx="12" hasCustomPrompt="1"/>
          </p:nvPr>
        </p:nvSpPr>
        <p:spPr>
          <a:xfrm>
            <a:off x="2559503" y="4540827"/>
            <a:ext cx="1837944" cy="453190"/>
          </a:xfrm>
          <a:prstGeom prst="rect">
            <a:avLst/>
          </a:prstGeom>
        </p:spPr>
        <p:txBody>
          <a:bodyPr lIns="0">
            <a:normAutofit/>
          </a:bodyPr>
          <a:lstStyle>
            <a:lvl1pPr marL="0" indent="0">
              <a:spcBef>
                <a:spcPts val="100"/>
              </a:spcBef>
              <a:buNone/>
              <a:defRPr sz="1200" b="0" i="0">
                <a:solidFill>
                  <a:schemeClr val="bg1"/>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Tree>
    <p:extLst>
      <p:ext uri="{BB962C8B-B14F-4D97-AF65-F5344CB8AC3E}">
        <p14:creationId xmlns:p14="http://schemas.microsoft.com/office/powerpoint/2010/main" val="4212716543"/>
      </p:ext>
    </p:extLst>
  </p:cSld>
  <p:clrMapOvr>
    <a:masterClrMapping/>
  </p:clrMapOvr>
</p:sldLayout>
</file>

<file path=ppt/slideLayouts/slideLayout477.xml><?xml version="1.0" encoding="utf-8"?>
<p:sldLayout xmlns:a="http://schemas.openxmlformats.org/drawingml/2006/main" xmlns:r="http://schemas.openxmlformats.org/officeDocument/2006/relationships" xmlns:p="http://schemas.openxmlformats.org/presentationml/2006/main" preserve="1">
  <p:cSld name="Title Slide (with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DE514-B9D5-4E6A-B99C-10D5D54F711D}"/>
              </a:ext>
            </a:extLst>
          </p:cNvPr>
          <p:cNvSpPr>
            <a:spLocks noGrp="1"/>
          </p:cNvSpPr>
          <p:nvPr>
            <p:ph type="title" hasCustomPrompt="1"/>
          </p:nvPr>
        </p:nvSpPr>
        <p:spPr>
          <a:xfrm>
            <a:off x="395289" y="1282701"/>
            <a:ext cx="8062912" cy="2139950"/>
          </a:xfrm>
          <a:prstGeom prst="rect">
            <a:avLst/>
          </a:prstGeom>
        </p:spPr>
        <p:txBody>
          <a:bodyPr lIns="0" anchor="b">
            <a:normAutofit/>
          </a:bodyPr>
          <a:lstStyle>
            <a:lvl1pPr>
              <a:defRPr sz="3600" b="1">
                <a:solidFill>
                  <a:schemeClr val="accent1"/>
                </a:solidFill>
                <a:latin typeface="Lato" panose="020F0502020204030203" pitchFamily="34" charset="0"/>
              </a:defRPr>
            </a:lvl1pPr>
          </a:lstStyle>
          <a:p>
            <a:r>
              <a:rPr lang="en-US" dirty="0"/>
              <a:t>Title slide, title can be move up or down or shortened from the right (don’t change left alignment)</a:t>
            </a:r>
          </a:p>
        </p:txBody>
      </p:sp>
      <p:sp>
        <p:nvSpPr>
          <p:cNvPr id="8" name="Text Placeholder 2">
            <a:extLst>
              <a:ext uri="{FF2B5EF4-FFF2-40B4-BE49-F238E27FC236}">
                <a16:creationId xmlns:a16="http://schemas.microsoft.com/office/drawing/2014/main" id="{04FF62A3-F460-4741-8342-309E52138A71}"/>
              </a:ext>
            </a:extLst>
          </p:cNvPr>
          <p:cNvSpPr>
            <a:spLocks noGrp="1"/>
          </p:cNvSpPr>
          <p:nvPr>
            <p:ph type="body" idx="1" hasCustomPrompt="1"/>
          </p:nvPr>
        </p:nvSpPr>
        <p:spPr>
          <a:xfrm>
            <a:off x="1600201" y="3436567"/>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9" name="Text Placeholder 2">
            <a:extLst>
              <a:ext uri="{FF2B5EF4-FFF2-40B4-BE49-F238E27FC236}">
                <a16:creationId xmlns:a16="http://schemas.microsoft.com/office/drawing/2014/main" id="{AF8AF9C0-51D9-4A91-8E30-9CA60298FBC0}"/>
              </a:ext>
            </a:extLst>
          </p:cNvPr>
          <p:cNvSpPr>
            <a:spLocks noGrp="1"/>
          </p:cNvSpPr>
          <p:nvPr>
            <p:ph type="body" idx="13" hasCustomPrompt="1"/>
          </p:nvPr>
        </p:nvSpPr>
        <p:spPr>
          <a:xfrm>
            <a:off x="1600201" y="3709617"/>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10" name="Text Placeholder 2">
            <a:extLst>
              <a:ext uri="{FF2B5EF4-FFF2-40B4-BE49-F238E27FC236}">
                <a16:creationId xmlns:a16="http://schemas.microsoft.com/office/drawing/2014/main" id="{C4298647-61D0-4FBB-8F52-37C8A845D3E8}"/>
              </a:ext>
            </a:extLst>
          </p:cNvPr>
          <p:cNvSpPr>
            <a:spLocks noGrp="1"/>
          </p:cNvSpPr>
          <p:nvPr>
            <p:ph type="body" idx="14" hasCustomPrompt="1"/>
          </p:nvPr>
        </p:nvSpPr>
        <p:spPr>
          <a:xfrm>
            <a:off x="4727267" y="3436567"/>
            <a:ext cx="1836821" cy="349250"/>
          </a:xfrm>
          <a:prstGeom prst="rect">
            <a:avLst/>
          </a:prstGeom>
        </p:spPr>
        <p:txBody>
          <a:bodyPr anchor="b">
            <a:normAutofit/>
          </a:bodyPr>
          <a:lstStyle>
            <a:lvl1pPr marL="0" indent="0">
              <a:spcBef>
                <a:spcPts val="100"/>
              </a:spcBef>
              <a:buNone/>
              <a:defRPr sz="1800">
                <a:solidFill>
                  <a:srgbClr val="393A39"/>
                </a:solidFill>
                <a:latin typeface="Lato" panose="020F0502020204030203"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Name</a:t>
            </a:r>
          </a:p>
        </p:txBody>
      </p:sp>
      <p:sp>
        <p:nvSpPr>
          <p:cNvPr id="11" name="Text Placeholder 2">
            <a:extLst>
              <a:ext uri="{FF2B5EF4-FFF2-40B4-BE49-F238E27FC236}">
                <a16:creationId xmlns:a16="http://schemas.microsoft.com/office/drawing/2014/main" id="{F578A0BF-E876-40F4-A20B-1A438C7EEFAC}"/>
              </a:ext>
            </a:extLst>
          </p:cNvPr>
          <p:cNvSpPr>
            <a:spLocks noGrp="1"/>
          </p:cNvSpPr>
          <p:nvPr>
            <p:ph type="body" idx="15" hasCustomPrompt="1"/>
          </p:nvPr>
        </p:nvSpPr>
        <p:spPr>
          <a:xfrm>
            <a:off x="4727267" y="3709617"/>
            <a:ext cx="1836821" cy="453190"/>
          </a:xfrm>
          <a:prstGeom prst="rect">
            <a:avLst/>
          </a:prstGeom>
        </p:spPr>
        <p:txBody>
          <a:bodyPr>
            <a:normAutofit/>
          </a:bodyPr>
          <a:lstStyle>
            <a:lvl1pPr marL="0" indent="0">
              <a:spcBef>
                <a:spcPts val="100"/>
              </a:spcBef>
              <a:buNone/>
              <a:defRPr sz="1200" b="0" i="0">
                <a:solidFill>
                  <a:srgbClr val="393A39"/>
                </a:solidFill>
                <a:latin typeface="Lato Light" panose="020F0302020204030203" pitchFamily="34" charset="77"/>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dirty="0"/>
              <a:t>Title, company</a:t>
            </a:r>
          </a:p>
        </p:txBody>
      </p:sp>
      <p:sp>
        <p:nvSpPr>
          <p:cNvPr id="4" name="Content Placeholder 3">
            <a:extLst>
              <a:ext uri="{FF2B5EF4-FFF2-40B4-BE49-F238E27FC236}">
                <a16:creationId xmlns:a16="http://schemas.microsoft.com/office/drawing/2014/main" id="{F649E506-AD96-463A-84F2-AAE1BB90340A}"/>
              </a:ext>
            </a:extLst>
          </p:cNvPr>
          <p:cNvSpPr>
            <a:spLocks noGrp="1"/>
          </p:cNvSpPr>
          <p:nvPr>
            <p:ph sz="quarter" idx="16"/>
          </p:nvPr>
        </p:nvSpPr>
        <p:spPr>
          <a:xfrm>
            <a:off x="395288" y="3432556"/>
            <a:ext cx="1115568" cy="1115568"/>
          </a:xfrm>
        </p:spPr>
        <p:txBody>
          <a:bodyPr/>
          <a:lstStyle/>
          <a:p>
            <a:pPr lvl="0"/>
            <a:r>
              <a:rPr lang="en-US"/>
              <a:t>Click to edit Master text styles</a:t>
            </a:r>
          </a:p>
        </p:txBody>
      </p:sp>
      <p:sp>
        <p:nvSpPr>
          <p:cNvPr id="12" name="Content Placeholder 3">
            <a:extLst>
              <a:ext uri="{FF2B5EF4-FFF2-40B4-BE49-F238E27FC236}">
                <a16:creationId xmlns:a16="http://schemas.microsoft.com/office/drawing/2014/main" id="{D8A7706D-1D21-49ED-888E-699D6B6BE78C}"/>
              </a:ext>
            </a:extLst>
          </p:cNvPr>
          <p:cNvSpPr>
            <a:spLocks noGrp="1"/>
          </p:cNvSpPr>
          <p:nvPr>
            <p:ph sz="quarter" idx="17"/>
          </p:nvPr>
        </p:nvSpPr>
        <p:spPr>
          <a:xfrm>
            <a:off x="3524359" y="3429000"/>
            <a:ext cx="1115568" cy="1115568"/>
          </a:xfrm>
        </p:spPr>
        <p:txBody>
          <a:bodyPr/>
          <a:lstStyle/>
          <a:p>
            <a:pPr lvl="0"/>
            <a:r>
              <a:rPr lang="en-US"/>
              <a:t>Click to edit Master text styles</a:t>
            </a:r>
          </a:p>
        </p:txBody>
      </p:sp>
    </p:spTree>
    <p:extLst>
      <p:ext uri="{BB962C8B-B14F-4D97-AF65-F5344CB8AC3E}">
        <p14:creationId xmlns:p14="http://schemas.microsoft.com/office/powerpoint/2010/main" val="1637517584"/>
      </p:ext>
    </p:extLst>
  </p:cSld>
  <p:clrMapOvr>
    <a:masterClrMapping/>
  </p:clrMapOvr>
</p:sldLayout>
</file>

<file path=ppt/slideLayouts/slideLayout478.xml><?xml version="1.0" encoding="utf-8"?>
<p:sldLayout xmlns:a="http://schemas.openxmlformats.org/drawingml/2006/main" xmlns:r="http://schemas.openxmlformats.org/officeDocument/2006/relationships" xmlns:p="http://schemas.openxmlformats.org/presentationml/2006/main" type="title" preserve="1">
  <p:cSld name="Section Header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0E37-2066-457D-A866-CD6115300D34}"/>
              </a:ext>
            </a:extLst>
          </p:cNvPr>
          <p:cNvSpPr>
            <a:spLocks noGrp="1"/>
          </p:cNvSpPr>
          <p:nvPr>
            <p:ph type="ctrTitle" hasCustomPrompt="1"/>
          </p:nvPr>
        </p:nvSpPr>
        <p:spPr>
          <a:xfrm>
            <a:off x="1143000" y="841375"/>
            <a:ext cx="7010400" cy="1790700"/>
          </a:xfrm>
          <a:prstGeom prst="rect">
            <a:avLst/>
          </a:prstGeom>
        </p:spPr>
        <p:txBody>
          <a:bodyPr anchor="b">
            <a:normAutofit/>
          </a:bodyPr>
          <a:lstStyle>
            <a:lvl1pPr algn="ctr">
              <a:defRPr sz="3600" b="1">
                <a:solidFill>
                  <a:schemeClr val="accent1"/>
                </a:solidFill>
                <a:latin typeface="Lato" panose="020F0502020204030203" pitchFamily="34" charset="0"/>
              </a:defRPr>
            </a:lvl1pPr>
          </a:lstStyle>
          <a:p>
            <a:r>
              <a:rPr lang="en-US" dirty="0"/>
              <a:t>Section Header title</a:t>
            </a:r>
          </a:p>
        </p:txBody>
      </p:sp>
      <p:sp>
        <p:nvSpPr>
          <p:cNvPr id="3" name="Subtitle 2">
            <a:extLst>
              <a:ext uri="{FF2B5EF4-FFF2-40B4-BE49-F238E27FC236}">
                <a16:creationId xmlns:a16="http://schemas.microsoft.com/office/drawing/2014/main" id="{FBBC01D0-B230-4859-8CF6-4664E1E5F385}"/>
              </a:ext>
            </a:extLst>
          </p:cNvPr>
          <p:cNvSpPr>
            <a:spLocks noGrp="1"/>
          </p:cNvSpPr>
          <p:nvPr>
            <p:ph type="subTitle" idx="1" hasCustomPrompt="1"/>
          </p:nvPr>
        </p:nvSpPr>
        <p:spPr>
          <a:xfrm>
            <a:off x="1143000" y="2701926"/>
            <a:ext cx="7010400" cy="1241425"/>
          </a:xfrm>
          <a:prstGeom prst="rect">
            <a:avLst/>
          </a:prstGeom>
        </p:spPr>
        <p:txBody>
          <a:bodyPr>
            <a:normAutofit/>
          </a:bodyPr>
          <a:lstStyle>
            <a:lvl1pPr marL="0" indent="0" algn="ctr">
              <a:buNone/>
              <a:defRPr sz="1800">
                <a:solidFill>
                  <a:srgbClr val="393A39"/>
                </a:solidFill>
                <a:latin typeface="Lato" panose="020F0502020204030203" pitchFamily="34" charset="0"/>
              </a:defRPr>
            </a:lvl1pPr>
            <a:lvl2pPr marL="457189" indent="0" algn="ctr">
              <a:buNone/>
              <a:defRPr sz="2000"/>
            </a:lvl2pPr>
            <a:lvl3pPr marL="914378" indent="0" algn="ctr">
              <a:buNone/>
              <a:defRPr sz="1800"/>
            </a:lvl3pPr>
            <a:lvl4pPr marL="1371566" indent="0" algn="ctr">
              <a:buNone/>
              <a:defRPr sz="1600"/>
            </a:lvl4pPr>
            <a:lvl5pPr marL="1828754" indent="0" algn="ctr">
              <a:buNone/>
              <a:defRPr sz="1600"/>
            </a:lvl5pPr>
            <a:lvl6pPr marL="2285943" indent="0" algn="ctr">
              <a:buNone/>
              <a:defRPr sz="1600"/>
            </a:lvl6pPr>
            <a:lvl7pPr marL="2743132" indent="0" algn="ctr">
              <a:buNone/>
              <a:defRPr sz="1600"/>
            </a:lvl7pPr>
            <a:lvl8pPr marL="3200320" indent="0" algn="ctr">
              <a:buNone/>
              <a:defRPr sz="1600"/>
            </a:lvl8pPr>
            <a:lvl9pPr marL="3657509" indent="0" algn="ctr">
              <a:buNone/>
              <a:defRPr sz="1600"/>
            </a:lvl9pPr>
          </a:lstStyle>
          <a:p>
            <a:r>
              <a:rPr lang="en-US" dirty="0"/>
              <a:t>Section subtitle</a:t>
            </a:r>
          </a:p>
        </p:txBody>
      </p:sp>
    </p:spTree>
    <p:extLst>
      <p:ext uri="{BB962C8B-B14F-4D97-AF65-F5344CB8AC3E}">
        <p14:creationId xmlns:p14="http://schemas.microsoft.com/office/powerpoint/2010/main" val="3328043137"/>
      </p:ext>
    </p:extLst>
  </p:cSld>
  <p:clrMapOvr>
    <a:masterClrMapping/>
  </p:clrMapOvr>
</p:sldLayout>
</file>

<file path=ppt/slideLayouts/slideLayout479.xml><?xml version="1.0" encoding="utf-8"?>
<p:sldLayout xmlns:a="http://schemas.openxmlformats.org/drawingml/2006/main" xmlns:r="http://schemas.openxmlformats.org/officeDocument/2006/relationships" xmlns:p="http://schemas.openxmlformats.org/presentationml/2006/main" preserve="1">
  <p:cSld name="Section Header (1 imag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5C75013-BE00-9D42-B3E2-0277BC8801EC}"/>
              </a:ext>
            </a:extLst>
          </p:cNvPr>
          <p:cNvSpPr/>
          <p:nvPr/>
        </p:nvSpPr>
        <p:spPr>
          <a:xfrm>
            <a:off x="685800" y="1055688"/>
            <a:ext cx="8085668" cy="40878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685800" y="1055689"/>
            <a:ext cx="8077200" cy="4087812"/>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457200" y="3058220"/>
            <a:ext cx="2650067" cy="899764"/>
          </a:xfrm>
          <a:solidFill>
            <a:schemeClr val="tx2"/>
          </a:solidFill>
        </p:spPr>
        <p:txBody>
          <a:bodyPr lIns="137160" tIns="45720" rIns="137160" bIns="45720" anchor="b" anchorCtr="0">
            <a:noAutofit/>
          </a:bodyPr>
          <a:lstStyle>
            <a:lvl1pPr marL="0" indent="0">
              <a:buNone/>
              <a:defRPr sz="2700" b="1">
                <a:solidFill>
                  <a:schemeClr val="accent3"/>
                </a:solidFill>
              </a:defRPr>
            </a:lvl1pPr>
            <a:lvl2pPr>
              <a:defRPr>
                <a:solidFill>
                  <a:schemeClr val="bg2"/>
                </a:solidFill>
              </a:defRPr>
            </a:lvl2pPr>
            <a:lvl3pPr>
              <a:defRPr>
                <a:solidFill>
                  <a:schemeClr val="bg2"/>
                </a:solidFill>
              </a:defRPr>
            </a:lvl3pPr>
          </a:lstStyle>
          <a:p>
            <a:pPr lvl="0"/>
            <a:r>
              <a:rPr lang="en-US" dirty="0"/>
              <a:t>Section Header Title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457200" y="3957986"/>
            <a:ext cx="2650067" cy="899764"/>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SHORT Body text here</a:t>
            </a:r>
          </a:p>
        </p:txBody>
      </p:sp>
      <p:sp>
        <p:nvSpPr>
          <p:cNvPr id="12" name="Text Placeholder 2">
            <a:extLst>
              <a:ext uri="{FF2B5EF4-FFF2-40B4-BE49-F238E27FC236}">
                <a16:creationId xmlns:a16="http://schemas.microsoft.com/office/drawing/2014/main" id="{BC42EB25-D658-9942-9DB4-E2923B92DF11}"/>
              </a:ext>
            </a:extLst>
          </p:cNvPr>
          <p:cNvSpPr>
            <a:spLocks noGrp="1"/>
          </p:cNvSpPr>
          <p:nvPr>
            <p:ph type="body" sz="quarter" idx="12" hasCustomPrompt="1"/>
          </p:nvPr>
        </p:nvSpPr>
        <p:spPr>
          <a:xfrm>
            <a:off x="6553200" y="4781550"/>
            <a:ext cx="2133600" cy="304800"/>
          </a:xfrm>
        </p:spPr>
        <p:txBody>
          <a:bodyPr>
            <a:normAutofit/>
          </a:bodyPr>
          <a:lstStyle>
            <a:lvl1pPr marL="0" indent="0" algn="r">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Caption in this style only if necessary</a:t>
            </a:r>
          </a:p>
        </p:txBody>
      </p:sp>
      <p:sp>
        <p:nvSpPr>
          <p:cNvPr id="14" name="Content Placeholder 3">
            <a:extLst>
              <a:ext uri="{FF2B5EF4-FFF2-40B4-BE49-F238E27FC236}">
                <a16:creationId xmlns:a16="http://schemas.microsoft.com/office/drawing/2014/main" id="{E80C21CB-A127-4642-94A3-3D6DB9505036}"/>
              </a:ext>
            </a:extLst>
          </p:cNvPr>
          <p:cNvSpPr>
            <a:spLocks noGrp="1"/>
          </p:cNvSpPr>
          <p:nvPr>
            <p:ph sz="quarter" idx="30" hasCustomPrompt="1"/>
          </p:nvPr>
        </p:nvSpPr>
        <p:spPr>
          <a:xfrm>
            <a:off x="457200" y="2674679"/>
            <a:ext cx="2650067" cy="383540"/>
          </a:xfrm>
          <a:solidFill>
            <a:schemeClr val="tx2"/>
          </a:solidFill>
        </p:spPr>
        <p:txBody>
          <a:bodyPr lIns="137160" tIns="45720" rIns="137160" bIns="0" anchor="b" anchorCtr="0">
            <a:normAutofit/>
          </a:bodyPr>
          <a:lstStyle>
            <a:lvl1pPr marL="0" indent="0">
              <a:buNone/>
              <a:defRPr sz="1200" b="1" i="0">
                <a:solidFill>
                  <a:srgbClr val="84C2EA"/>
                </a:solidFill>
                <a:latin typeface="Lato Black" panose="020F0502020204030203" pitchFamily="34" charset="77"/>
              </a:defRPr>
            </a:lvl1pPr>
            <a:lvl2pPr>
              <a:defRPr>
                <a:solidFill>
                  <a:schemeClr val="bg2"/>
                </a:solidFill>
              </a:defRPr>
            </a:lvl2pPr>
            <a:lvl3pPr>
              <a:defRPr>
                <a:solidFill>
                  <a:schemeClr val="bg2"/>
                </a:solidFill>
              </a:defRPr>
            </a:lvl3pPr>
          </a:lstStyle>
          <a:p>
            <a:pPr lvl="0"/>
            <a:r>
              <a:rPr lang="en-US" dirty="0"/>
              <a:t>SHORT HEADER ALL CAPS!</a:t>
            </a:r>
          </a:p>
        </p:txBody>
      </p:sp>
    </p:spTree>
    <p:extLst>
      <p:ext uri="{BB962C8B-B14F-4D97-AF65-F5344CB8AC3E}">
        <p14:creationId xmlns:p14="http://schemas.microsoft.com/office/powerpoint/2010/main" val="957469347"/>
      </p:ext>
    </p:extLst>
  </p:cSld>
  <p:clrMapOvr>
    <a:masterClrMapping/>
  </p:clrMapOvr>
</p:sldLayout>
</file>

<file path=ppt/slideLayouts/slideLayout480.xml><?xml version="1.0" encoding="utf-8"?>
<p:sldLayout xmlns:a="http://schemas.openxmlformats.org/drawingml/2006/main" xmlns:r="http://schemas.openxmlformats.org/officeDocument/2006/relationships" xmlns:p="http://schemas.openxmlformats.org/presentationml/2006/main" type="obj" preserve="1">
  <p:cSld name="Basic: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F8A22-6A5B-4550-87C4-98CDB8846F3D}"/>
              </a:ext>
            </a:extLst>
          </p:cNvPr>
          <p:cNvSpPr>
            <a:spLocks noGrp="1"/>
          </p:cNvSpPr>
          <p:nvPr>
            <p:ph type="title" hasCustomPrompt="1"/>
          </p:nvPr>
        </p:nvSpPr>
        <p:spPr>
          <a:xfrm>
            <a:off x="457200" y="590550"/>
            <a:ext cx="8305800"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dirty="0"/>
              <a:t>Title goes here, can be aligned top middle or </a:t>
            </a:r>
            <a:r>
              <a:rPr lang="en-US" dirty="0" err="1"/>
              <a:t>botton</a:t>
            </a:r>
            <a:r>
              <a:rPr lang="en-US" dirty="0"/>
              <a:t> depending on if one or two lines or if you need more space*</a:t>
            </a:r>
          </a:p>
        </p:txBody>
      </p:sp>
      <p:sp>
        <p:nvSpPr>
          <p:cNvPr id="3" name="Content Placeholder 2">
            <a:extLst>
              <a:ext uri="{FF2B5EF4-FFF2-40B4-BE49-F238E27FC236}">
                <a16:creationId xmlns:a16="http://schemas.microsoft.com/office/drawing/2014/main" id="{B67B1DA0-7E63-4CDE-961E-607D001A9B67}"/>
              </a:ext>
            </a:extLst>
          </p:cNvPr>
          <p:cNvSpPr>
            <a:spLocks noGrp="1"/>
          </p:cNvSpPr>
          <p:nvPr>
            <p:ph idx="1"/>
          </p:nvPr>
        </p:nvSpPr>
        <p:spPr>
          <a:xfrm>
            <a:off x="457200" y="1333500"/>
            <a:ext cx="8305800" cy="3752850"/>
          </a:xfrm>
          <a:prstGeom prst="rect">
            <a:avLst/>
          </a:prstGeom>
        </p:spPr>
        <p:txBody>
          <a:bodyPr lIns="0">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914700682"/>
      </p:ext>
    </p:extLst>
  </p:cSld>
  <p:clrMapOvr>
    <a:masterClrMapping/>
  </p:clrMapOvr>
</p:sldLayout>
</file>

<file path=ppt/slideLayouts/slideLayout481.xml><?xml version="1.0" encoding="utf-8"?>
<p:sldLayout xmlns:a="http://schemas.openxmlformats.org/drawingml/2006/main" xmlns:r="http://schemas.openxmlformats.org/officeDocument/2006/relationships" xmlns:p="http://schemas.openxmlformats.org/presentationml/2006/main" preserve="1">
  <p:cSld name="Basic: 2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183CD7-383B-48A0-8B71-F06BC83DEDB6}"/>
              </a:ext>
            </a:extLst>
          </p:cNvPr>
          <p:cNvSpPr>
            <a:spLocks noGrp="1"/>
          </p:cNvSpPr>
          <p:nvPr>
            <p:ph sz="half" idx="1"/>
          </p:nvPr>
        </p:nvSpPr>
        <p:spPr>
          <a:xfrm>
            <a:off x="457201" y="1333514"/>
            <a:ext cx="4112486" cy="3752837"/>
          </a:xfrm>
          <a:prstGeom prst="rect">
            <a:avLst/>
          </a:prstGeom>
        </p:spPr>
        <p:txBody>
          <a:bodyPr lIns="0">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03355965-8388-42DC-8FE0-FECC99CDC81E}"/>
              </a:ext>
            </a:extLst>
          </p:cNvPr>
          <p:cNvSpPr>
            <a:spLocks noGrp="1"/>
          </p:cNvSpPr>
          <p:nvPr>
            <p:ph sz="half" idx="2"/>
          </p:nvPr>
        </p:nvSpPr>
        <p:spPr>
          <a:xfrm>
            <a:off x="4726714" y="1333514"/>
            <a:ext cx="4036286" cy="3752837"/>
          </a:xfrm>
          <a:prstGeom prst="rect">
            <a:avLst/>
          </a:prstGeom>
        </p:spPr>
        <p:txBody>
          <a:bodyPr lIns="0">
            <a:normAutofit/>
          </a:bodyPr>
          <a:lstStyle>
            <a:lvl1pPr>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itle 1">
            <a:extLst>
              <a:ext uri="{FF2B5EF4-FFF2-40B4-BE49-F238E27FC236}">
                <a16:creationId xmlns:a16="http://schemas.microsoft.com/office/drawing/2014/main" id="{F0C35649-F5E1-436D-BCBC-468BEAF27C9D}"/>
              </a:ext>
            </a:extLst>
          </p:cNvPr>
          <p:cNvSpPr>
            <a:spLocks noGrp="1"/>
          </p:cNvSpPr>
          <p:nvPr>
            <p:ph type="title" hasCustomPrompt="1"/>
          </p:nvPr>
        </p:nvSpPr>
        <p:spPr>
          <a:xfrm>
            <a:off x="457200" y="590563"/>
            <a:ext cx="8305801"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dirty="0"/>
              <a:t>Title goes here, can be aligned top middle or </a:t>
            </a:r>
            <a:r>
              <a:rPr lang="en-US" dirty="0" err="1"/>
              <a:t>botton</a:t>
            </a:r>
            <a:r>
              <a:rPr lang="en-US" dirty="0"/>
              <a:t> depending on if one or two lines or if you need more space*</a:t>
            </a:r>
          </a:p>
        </p:txBody>
      </p:sp>
    </p:spTree>
    <p:extLst>
      <p:ext uri="{BB962C8B-B14F-4D97-AF65-F5344CB8AC3E}">
        <p14:creationId xmlns:p14="http://schemas.microsoft.com/office/powerpoint/2010/main" val="1425676166"/>
      </p:ext>
    </p:extLst>
  </p:cSld>
  <p:clrMapOvr>
    <a:masterClrMapping/>
  </p:clrMapOvr>
</p:sldLayout>
</file>

<file path=ppt/slideLayouts/slideLayout482.xml><?xml version="1.0" encoding="utf-8"?>
<p:sldLayout xmlns:a="http://schemas.openxmlformats.org/drawingml/2006/main" xmlns:r="http://schemas.openxmlformats.org/officeDocument/2006/relationships" xmlns:p="http://schemas.openxmlformats.org/presentationml/2006/main" preserve="1">
  <p:cSld name="Basic: 2 column subtitle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8855CD0-D773-472C-923C-F2A3641F6698}"/>
              </a:ext>
            </a:extLst>
          </p:cNvPr>
          <p:cNvSpPr>
            <a:spLocks noGrp="1"/>
          </p:cNvSpPr>
          <p:nvPr>
            <p:ph type="body" idx="1" hasCustomPrompt="1"/>
          </p:nvPr>
        </p:nvSpPr>
        <p:spPr>
          <a:xfrm>
            <a:off x="458789" y="1333515"/>
            <a:ext cx="4041574" cy="628631"/>
          </a:xfrm>
          <a:prstGeom prst="rect">
            <a:avLst/>
          </a:prstGeom>
        </p:spPr>
        <p:txBody>
          <a:bodyPr lIns="0" anchor="b">
            <a:normAutofit/>
          </a:bodyPr>
          <a:lstStyle>
            <a:lvl1pPr marL="0" indent="0">
              <a:buNone/>
              <a:defRPr sz="1800" b="1">
                <a:solidFill>
                  <a:srgbClr val="393A39"/>
                </a:solidFill>
                <a:latin typeface="Lato" panose="020F0502020204030203" pitchFamily="34" charset="0"/>
              </a:defRPr>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dirty="0"/>
              <a:t>Use this slide mostly to compare things</a:t>
            </a:r>
          </a:p>
        </p:txBody>
      </p:sp>
      <p:sp>
        <p:nvSpPr>
          <p:cNvPr id="4" name="Content Placeholder 3">
            <a:extLst>
              <a:ext uri="{FF2B5EF4-FFF2-40B4-BE49-F238E27FC236}">
                <a16:creationId xmlns:a16="http://schemas.microsoft.com/office/drawing/2014/main" id="{A0970D2E-452D-4D8D-8871-F92BDDC48512}"/>
              </a:ext>
            </a:extLst>
          </p:cNvPr>
          <p:cNvSpPr>
            <a:spLocks noGrp="1"/>
          </p:cNvSpPr>
          <p:nvPr>
            <p:ph sz="half" idx="2"/>
          </p:nvPr>
        </p:nvSpPr>
        <p:spPr>
          <a:xfrm>
            <a:off x="458789" y="1962146"/>
            <a:ext cx="4041574" cy="3124205"/>
          </a:xfrm>
          <a:prstGeom prst="rect">
            <a:avLst/>
          </a:prstGeom>
        </p:spPr>
        <p:txBody>
          <a:bodyPr lIns="0">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21265C34-988A-4381-BE35-3CF7874797A1}"/>
              </a:ext>
            </a:extLst>
          </p:cNvPr>
          <p:cNvSpPr>
            <a:spLocks noGrp="1"/>
          </p:cNvSpPr>
          <p:nvPr>
            <p:ph type="body" sz="quarter" idx="3"/>
          </p:nvPr>
        </p:nvSpPr>
        <p:spPr>
          <a:xfrm>
            <a:off x="4719808" y="1333515"/>
            <a:ext cx="4043192" cy="628650"/>
          </a:xfrm>
          <a:prstGeom prst="rect">
            <a:avLst/>
          </a:prstGeom>
        </p:spPr>
        <p:txBody>
          <a:bodyPr lIns="0" anchor="b">
            <a:normAutofit/>
          </a:bodyPr>
          <a:lstStyle>
            <a:lvl1pPr marL="0" indent="0">
              <a:buNone/>
              <a:defRPr sz="1800" b="1">
                <a:solidFill>
                  <a:srgbClr val="393A39"/>
                </a:solidFill>
                <a:latin typeface="Lato" panose="020F0502020204030203" pitchFamily="34" charset="0"/>
              </a:defRPr>
            </a:lvl1pPr>
            <a:lvl2pPr marL="457189" indent="0">
              <a:buNone/>
              <a:defRPr sz="2000" b="1"/>
            </a:lvl2pPr>
            <a:lvl3pPr marL="914378" indent="0">
              <a:buNone/>
              <a:defRPr sz="1800" b="1"/>
            </a:lvl3pPr>
            <a:lvl4pPr marL="1371566" indent="0">
              <a:buNone/>
              <a:defRPr sz="1600" b="1"/>
            </a:lvl4pPr>
            <a:lvl5pPr marL="1828754" indent="0">
              <a:buNone/>
              <a:defRPr sz="1600" b="1"/>
            </a:lvl5pPr>
            <a:lvl6pPr marL="2285943" indent="0">
              <a:buNone/>
              <a:defRPr sz="1600" b="1"/>
            </a:lvl6pPr>
            <a:lvl7pPr marL="2743132"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BAD278-0467-4156-945B-8A0C6FB1AAEA}"/>
              </a:ext>
            </a:extLst>
          </p:cNvPr>
          <p:cNvSpPr>
            <a:spLocks noGrp="1"/>
          </p:cNvSpPr>
          <p:nvPr>
            <p:ph sz="quarter" idx="4"/>
          </p:nvPr>
        </p:nvSpPr>
        <p:spPr>
          <a:xfrm>
            <a:off x="4719808" y="1962163"/>
            <a:ext cx="4043192" cy="3124187"/>
          </a:xfrm>
          <a:prstGeom prst="rect">
            <a:avLst/>
          </a:prstGeom>
        </p:spPr>
        <p:txBody>
          <a:bodyPr lIns="0">
            <a:normAutofit/>
          </a:bodyPr>
          <a:lstStyle>
            <a:lvl1pPr>
              <a:lnSpc>
                <a:spcPct val="100000"/>
              </a:lnSpc>
              <a:defRPr sz="1600">
                <a:solidFill>
                  <a:srgbClr val="393A39"/>
                </a:solidFill>
                <a:latin typeface="Lato" panose="020F0502020204030203" pitchFamily="34" charset="0"/>
              </a:defRPr>
            </a:lvl1pPr>
            <a:lvl2pPr>
              <a:lnSpc>
                <a:spcPct val="100000"/>
              </a:lnSpc>
              <a:defRPr sz="1400">
                <a:solidFill>
                  <a:srgbClr val="393A39"/>
                </a:solidFill>
                <a:latin typeface="Lato" panose="020F0502020204030203" pitchFamily="34" charset="0"/>
              </a:defRPr>
            </a:lvl2pPr>
            <a:lvl3pPr>
              <a:lnSpc>
                <a:spcPct val="100000"/>
              </a:lnSpc>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7" name="Title 1">
            <a:extLst>
              <a:ext uri="{FF2B5EF4-FFF2-40B4-BE49-F238E27FC236}">
                <a16:creationId xmlns:a16="http://schemas.microsoft.com/office/drawing/2014/main" id="{9B9489FC-5B9D-4C9C-A962-ECD59DECD47F}"/>
              </a:ext>
            </a:extLst>
          </p:cNvPr>
          <p:cNvSpPr>
            <a:spLocks noGrp="1"/>
          </p:cNvSpPr>
          <p:nvPr>
            <p:ph type="title" hasCustomPrompt="1"/>
          </p:nvPr>
        </p:nvSpPr>
        <p:spPr>
          <a:xfrm>
            <a:off x="457200" y="590564"/>
            <a:ext cx="8305800"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dirty="0"/>
              <a:t>Title goes here, can be aligned top middle or </a:t>
            </a:r>
            <a:r>
              <a:rPr lang="en-US" dirty="0" err="1"/>
              <a:t>botton</a:t>
            </a:r>
            <a:r>
              <a:rPr lang="en-US" dirty="0"/>
              <a:t> depending on if one or two lines or if you need more space*</a:t>
            </a:r>
          </a:p>
        </p:txBody>
      </p:sp>
    </p:spTree>
    <p:extLst>
      <p:ext uri="{BB962C8B-B14F-4D97-AF65-F5344CB8AC3E}">
        <p14:creationId xmlns:p14="http://schemas.microsoft.com/office/powerpoint/2010/main" val="3545530006"/>
      </p:ext>
    </p:extLst>
  </p:cSld>
  <p:clrMapOvr>
    <a:masterClrMapping/>
  </p:clrMapOvr>
</p:sldLayout>
</file>

<file path=ppt/slideLayouts/slideLayout48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61369"/>
      </p:ext>
    </p:extLst>
  </p:cSld>
  <p:clrMapOvr>
    <a:masterClrMapping/>
  </p:clrMapOvr>
</p:sldLayout>
</file>

<file path=ppt/slideLayouts/slideLayout484.xml><?xml version="1.0" encoding="utf-8"?>
<p:sldLayout xmlns:a="http://schemas.openxmlformats.org/drawingml/2006/main" xmlns:r="http://schemas.openxmlformats.org/officeDocument/2006/relationships" xmlns:p="http://schemas.openxmlformats.org/presentationml/2006/main" preserve="1">
  <p:cSld name="Basic + 1 Small Image (transparent) ">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6172200" y="0"/>
            <a:ext cx="29718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1">
            <a:extLst>
              <a:ext uri="{FF2B5EF4-FFF2-40B4-BE49-F238E27FC236}">
                <a16:creationId xmlns:a16="http://schemas.microsoft.com/office/drawing/2014/main" id="{439FB627-FD00-4FAF-95D2-71E0F07CFB84}"/>
              </a:ext>
            </a:extLst>
          </p:cNvPr>
          <p:cNvSpPr>
            <a:spLocks noGrp="1"/>
          </p:cNvSpPr>
          <p:nvPr>
            <p:ph type="title" hasCustomPrompt="1"/>
          </p:nvPr>
        </p:nvSpPr>
        <p:spPr>
          <a:xfrm>
            <a:off x="457201" y="819150"/>
            <a:ext cx="53133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dirty="0"/>
              <a:t>Title, aligned bottom, don’t hit enter</a:t>
            </a:r>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6172200" y="0"/>
            <a:ext cx="2971800" cy="5143500"/>
          </a:xfrm>
          <a:noFill/>
        </p:spPr>
        <p:txBody>
          <a:bodyPr/>
          <a:lstStyle>
            <a:lvl1pPr marL="0" indent="0">
              <a:buNone/>
              <a:defRPr/>
            </a:lvl1pPr>
            <a:lvl2pPr marL="292093" indent="0">
              <a:buFont typeface="Arial" panose="020B0604020202020204" pitchFamily="34" charset="0"/>
              <a:buNone/>
              <a:defRPr/>
            </a:lvl2pPr>
            <a:lvl3pPr marL="576248" indent="0">
              <a:buNone/>
              <a:defRPr/>
            </a:lvl3pPr>
          </a:lstStyle>
          <a:p>
            <a:pPr lvl="0"/>
            <a:r>
              <a:rPr lang="en-US" dirty="0"/>
              <a:t>Transparent background model image or diagram ONLY (no images that already have backgrounds at all, no screenshots either). Take image to the edges and use cropping, don’t just float within it.</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457201" y="1619250"/>
            <a:ext cx="5313362" cy="3162300"/>
          </a:xfrm>
          <a:prstGeom prst="rect">
            <a:avLst/>
          </a:prstGeom>
        </p:spPr>
        <p:txBody>
          <a:bodyPr lIns="0" numCol="1">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26066BEB-7D2D-5A43-9F67-5650CF5696CF}"/>
              </a:ext>
            </a:extLst>
          </p:cNvPr>
          <p:cNvSpPr>
            <a:spLocks noGrp="1"/>
          </p:cNvSpPr>
          <p:nvPr>
            <p:ph type="body" sz="quarter" idx="12" hasCustomPrompt="1"/>
          </p:nvPr>
        </p:nvSpPr>
        <p:spPr>
          <a:xfrm>
            <a:off x="6392008" y="4629150"/>
            <a:ext cx="2523392" cy="304800"/>
          </a:xfrm>
        </p:spPr>
        <p:txBody>
          <a:bodyPr>
            <a:normAutofit/>
          </a:bodyPr>
          <a:lstStyle>
            <a:lvl1pPr marL="0" indent="0">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Caption in this style only if necessary (move to be near image)</a:t>
            </a:r>
          </a:p>
        </p:txBody>
      </p:sp>
    </p:spTree>
    <p:extLst>
      <p:ext uri="{BB962C8B-B14F-4D97-AF65-F5344CB8AC3E}">
        <p14:creationId xmlns:p14="http://schemas.microsoft.com/office/powerpoint/2010/main" val="1308672770"/>
      </p:ext>
    </p:extLst>
  </p:cSld>
  <p:clrMapOvr>
    <a:masterClrMapping/>
  </p:clrMapOvr>
</p:sldLayout>
</file>

<file path=ppt/slideLayouts/slideLayout485.xml><?xml version="1.0" encoding="utf-8"?>
<p:sldLayout xmlns:a="http://schemas.openxmlformats.org/drawingml/2006/main" xmlns:r="http://schemas.openxmlformats.org/officeDocument/2006/relationships" xmlns:p="http://schemas.openxmlformats.org/presentationml/2006/main" preserve="1">
  <p:cSld name="Basic + 1 Image (transpar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3887788" y="0"/>
            <a:ext cx="5256212"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819150"/>
            <a:ext cx="2949575"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4114800" y="209550"/>
            <a:ext cx="4800600" cy="4724400"/>
          </a:xfrm>
          <a:noFill/>
        </p:spPr>
        <p:txBody>
          <a:bodyPr/>
          <a:lstStyle>
            <a:lvl1pPr marL="0" indent="0">
              <a:buNone/>
              <a:defRPr/>
            </a:lvl1pPr>
            <a:lvl3pPr>
              <a:defRPr/>
            </a:lvl3pPr>
          </a:lstStyle>
          <a:p>
            <a:pPr lvl="0"/>
            <a:r>
              <a:rPr lang="en-US" dirty="0"/>
              <a:t>Transparent background model image or diagram ONLY (no images that already have backgrounds at all, no screenshots either). Take image to the edges and use cropping, don’t just float within it.</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p:nvPr>
        </p:nvSpPr>
        <p:spPr>
          <a:xfrm>
            <a:off x="457201" y="1619250"/>
            <a:ext cx="2949575" cy="31623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
        <p:nvSpPr>
          <p:cNvPr id="6" name="Text Placeholder 2">
            <a:extLst>
              <a:ext uri="{FF2B5EF4-FFF2-40B4-BE49-F238E27FC236}">
                <a16:creationId xmlns:a16="http://schemas.microsoft.com/office/drawing/2014/main" id="{EAFD1F65-F171-7645-9310-3848480AA1B7}"/>
              </a:ext>
            </a:extLst>
          </p:cNvPr>
          <p:cNvSpPr>
            <a:spLocks noGrp="1"/>
          </p:cNvSpPr>
          <p:nvPr>
            <p:ph type="body" sz="quarter" idx="12" hasCustomPrompt="1"/>
          </p:nvPr>
        </p:nvSpPr>
        <p:spPr>
          <a:xfrm>
            <a:off x="4114800" y="4629150"/>
            <a:ext cx="3103378" cy="304800"/>
          </a:xfrm>
        </p:spPr>
        <p:txBody>
          <a:bodyPr>
            <a:normAutofit/>
          </a:bodyPr>
          <a:lstStyle>
            <a:lvl1pPr marL="0" indent="0">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Caption in this style only if necessary (move to be near image)</a:t>
            </a:r>
          </a:p>
        </p:txBody>
      </p:sp>
    </p:spTree>
    <p:extLst>
      <p:ext uri="{BB962C8B-B14F-4D97-AF65-F5344CB8AC3E}">
        <p14:creationId xmlns:p14="http://schemas.microsoft.com/office/powerpoint/2010/main" val="2301583151"/>
      </p:ext>
    </p:extLst>
  </p:cSld>
  <p:clrMapOvr>
    <a:masterClrMapping/>
  </p:clrMapOvr>
</p:sldLayout>
</file>

<file path=ppt/slideLayouts/slideLayout486.xml><?xml version="1.0" encoding="utf-8"?>
<p:sldLayout xmlns:a="http://schemas.openxmlformats.org/drawingml/2006/main" xmlns:r="http://schemas.openxmlformats.org/officeDocument/2006/relationships" xmlns:p="http://schemas.openxmlformats.org/presentationml/2006/main" preserve="1">
  <p:cSld name="Basic + 1 Imag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819150"/>
            <a:ext cx="2949575"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1DC379B0-B7F6-4942-A1A3-CADED67F6B32}"/>
              </a:ext>
            </a:extLst>
          </p:cNvPr>
          <p:cNvSpPr>
            <a:spLocks noGrp="1"/>
          </p:cNvSpPr>
          <p:nvPr>
            <p:ph sz="quarter" idx="11" hasCustomPrompt="1"/>
          </p:nvPr>
        </p:nvSpPr>
        <p:spPr>
          <a:xfrm>
            <a:off x="4114800" y="209550"/>
            <a:ext cx="4800600" cy="4724400"/>
          </a:xfrm>
          <a:noFill/>
        </p:spPr>
        <p:txBody>
          <a:bodyPr/>
          <a:lstStyle>
            <a:lvl1pPr marL="0" indent="0">
              <a:buNone/>
              <a:defRPr/>
            </a:lvl1pPr>
            <a:lvl3pPr>
              <a:defRPr/>
            </a:lvl3pPr>
          </a:lstStyle>
          <a:p>
            <a:pPr lvl="0"/>
            <a:r>
              <a:rPr lang="en-US" dirty="0"/>
              <a:t>This space is for images or diagrams</a:t>
            </a:r>
          </a:p>
        </p:txBody>
      </p:sp>
      <p:sp>
        <p:nvSpPr>
          <p:cNvPr id="5" name="Content Placeholder 3">
            <a:extLst>
              <a:ext uri="{FF2B5EF4-FFF2-40B4-BE49-F238E27FC236}">
                <a16:creationId xmlns:a16="http://schemas.microsoft.com/office/drawing/2014/main" id="{B59D9A38-D1D3-4C7D-A204-0D4D6C3813FF}"/>
              </a:ext>
            </a:extLst>
          </p:cNvPr>
          <p:cNvSpPr>
            <a:spLocks noGrp="1"/>
          </p:cNvSpPr>
          <p:nvPr>
            <p:ph sz="half" idx="10" hasCustomPrompt="1"/>
          </p:nvPr>
        </p:nvSpPr>
        <p:spPr>
          <a:xfrm>
            <a:off x="457201" y="1619250"/>
            <a:ext cx="2949575" cy="31623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This text box can be extended to the right if needed (do NOT change the left alignment)</a:t>
            </a:r>
          </a:p>
          <a:p>
            <a:pPr lvl="1"/>
            <a:r>
              <a:rPr lang="en-US" dirty="0"/>
              <a:t>Second level</a:t>
            </a:r>
          </a:p>
          <a:p>
            <a:pPr lvl="2"/>
            <a:r>
              <a:rPr lang="en-US" dirty="0"/>
              <a:t>Third level</a:t>
            </a:r>
          </a:p>
        </p:txBody>
      </p:sp>
      <p:sp>
        <p:nvSpPr>
          <p:cNvPr id="6" name="Text Placeholder 2">
            <a:extLst>
              <a:ext uri="{FF2B5EF4-FFF2-40B4-BE49-F238E27FC236}">
                <a16:creationId xmlns:a16="http://schemas.microsoft.com/office/drawing/2014/main" id="{0530032C-BEDF-DA40-8660-8F9EF489DC38}"/>
              </a:ext>
            </a:extLst>
          </p:cNvPr>
          <p:cNvSpPr>
            <a:spLocks noGrp="1"/>
          </p:cNvSpPr>
          <p:nvPr>
            <p:ph type="body" sz="quarter" idx="12" hasCustomPrompt="1"/>
          </p:nvPr>
        </p:nvSpPr>
        <p:spPr>
          <a:xfrm>
            <a:off x="4114800" y="4629150"/>
            <a:ext cx="3103378" cy="304800"/>
          </a:xfrm>
        </p:spPr>
        <p:txBody>
          <a:bodyPr>
            <a:normAutofit/>
          </a:bodyPr>
          <a:lstStyle>
            <a:lvl1pPr marL="0" indent="0">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Caption in this style only if necessary (move to be near image)</a:t>
            </a:r>
          </a:p>
        </p:txBody>
      </p:sp>
    </p:spTree>
    <p:extLst>
      <p:ext uri="{BB962C8B-B14F-4D97-AF65-F5344CB8AC3E}">
        <p14:creationId xmlns:p14="http://schemas.microsoft.com/office/powerpoint/2010/main" val="1471721606"/>
      </p:ext>
    </p:extLst>
  </p:cSld>
  <p:clrMapOvr>
    <a:masterClrMapping/>
  </p:clrMapOvr>
</p:sldLayout>
</file>

<file path=ppt/slideLayouts/slideLayout487.xml><?xml version="1.0" encoding="utf-8"?>
<p:sldLayout xmlns:a="http://schemas.openxmlformats.org/drawingml/2006/main" xmlns:r="http://schemas.openxmlformats.org/officeDocument/2006/relationships" xmlns:p="http://schemas.openxmlformats.org/presentationml/2006/main" preserve="1">
  <p:cSld name="Full UI (uncropp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3D31936-C3F8-4543-8C3C-56E4DA99C47C}"/>
              </a:ext>
            </a:extLst>
          </p:cNvPr>
          <p:cNvSpPr/>
          <p:nvPr/>
        </p:nvSpPr>
        <p:spPr>
          <a:xfrm>
            <a:off x="0" y="-19050"/>
            <a:ext cx="9144000" cy="3619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1143001" y="971551"/>
            <a:ext cx="7699124" cy="4330757"/>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Full GUI image ONLY, cropped off at the bottom a little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hasCustomPrompt="1"/>
          </p:nvPr>
        </p:nvSpPr>
        <p:spPr>
          <a:xfrm>
            <a:off x="1066800" y="115217"/>
            <a:ext cx="5410200" cy="326781"/>
          </a:xfrm>
          <a:prstGeom prst="rect">
            <a:avLst/>
          </a:prstGeom>
        </p:spPr>
        <p:txBody>
          <a:bodyPr lIns="91440" anchor="t">
            <a:normAutofit/>
          </a:bodyPr>
          <a:lstStyle>
            <a:lvl1pPr>
              <a:defRPr sz="1000" b="1" i="0">
                <a:solidFill>
                  <a:schemeClr val="accent2"/>
                </a:solidFill>
                <a:latin typeface="Lato Black" panose="020F0502020204030203" pitchFamily="34" charset="77"/>
              </a:defRPr>
            </a:lvl1pPr>
          </a:lstStyle>
          <a:p>
            <a:r>
              <a:rPr lang="en-US" dirty="0"/>
              <a:t>ALL CAPS SMALL TITLE***</a:t>
            </a:r>
          </a:p>
        </p:txBody>
      </p:sp>
      <p:pic>
        <p:nvPicPr>
          <p:cNvPr id="8" name="Picture 7">
            <a:extLst>
              <a:ext uri="{FF2B5EF4-FFF2-40B4-BE49-F238E27FC236}">
                <a16:creationId xmlns:a16="http://schemas.microsoft.com/office/drawing/2014/main" id="{19E75701-0E22-4B4A-8AA4-6D0F867616DF}"/>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11" name="Picture 10">
            <a:extLst>
              <a:ext uri="{FF2B5EF4-FFF2-40B4-BE49-F238E27FC236}">
                <a16:creationId xmlns:a16="http://schemas.microsoft.com/office/drawing/2014/main" id="{DD5DBF44-D76D-FF41-BCD4-B3E4748860A2}"/>
              </a:ext>
            </a:extLst>
          </p:cNvPr>
          <p:cNvPicPr>
            <a:picLocks noChangeAspect="1"/>
          </p:cNvPicPr>
          <p:nvPr/>
        </p:nvPicPr>
        <p:blipFill>
          <a:blip r:embed="rId3"/>
          <a:stretch>
            <a:fillRect/>
          </a:stretch>
        </p:blipFill>
        <p:spPr>
          <a:xfrm>
            <a:off x="115779" y="223914"/>
            <a:ext cx="752320" cy="69658"/>
          </a:xfrm>
          <a:prstGeom prst="rect">
            <a:avLst/>
          </a:prstGeom>
        </p:spPr>
      </p:pic>
    </p:spTree>
    <p:extLst>
      <p:ext uri="{BB962C8B-B14F-4D97-AF65-F5344CB8AC3E}">
        <p14:creationId xmlns:p14="http://schemas.microsoft.com/office/powerpoint/2010/main" val="1312291002"/>
      </p:ext>
    </p:extLst>
  </p:cSld>
  <p:clrMapOvr>
    <a:masterClrMapping/>
  </p:clrMapOvr>
</p:sldLayout>
</file>

<file path=ppt/slideLayouts/slideLayout488.xml><?xml version="1.0" encoding="utf-8"?>
<p:sldLayout xmlns:a="http://schemas.openxmlformats.org/drawingml/2006/main" xmlns:r="http://schemas.openxmlformats.org/officeDocument/2006/relationships" xmlns:p="http://schemas.openxmlformats.org/presentationml/2006/main" preserve="1">
  <p:cSld name="Full UI + Bullets">
    <p:spTree>
      <p:nvGrpSpPr>
        <p:cNvPr id="1" name=""/>
        <p:cNvGrpSpPr/>
        <p:nvPr/>
      </p:nvGrpSpPr>
      <p:grpSpPr>
        <a:xfrm>
          <a:off x="0" y="0"/>
          <a:ext cx="0" cy="0"/>
          <a:chOff x="0" y="0"/>
          <a:chExt cx="0" cy="0"/>
        </a:xfrm>
      </p:grpSpPr>
      <p:sp>
        <p:nvSpPr>
          <p:cNvPr id="6" name="Content Placeholder 3">
            <a:extLst>
              <a:ext uri="{FF2B5EF4-FFF2-40B4-BE49-F238E27FC236}">
                <a16:creationId xmlns:a16="http://schemas.microsoft.com/office/drawing/2014/main" id="{605A7786-1341-C946-B039-5154A953C255}"/>
              </a:ext>
            </a:extLst>
          </p:cNvPr>
          <p:cNvSpPr>
            <a:spLocks noGrp="1"/>
          </p:cNvSpPr>
          <p:nvPr>
            <p:ph sz="half" idx="18" hasCustomPrompt="1"/>
          </p:nvPr>
        </p:nvSpPr>
        <p:spPr>
          <a:xfrm>
            <a:off x="457201" y="3034641"/>
            <a:ext cx="2417762" cy="167071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This space is meant for body text not bullets</a:t>
            </a:r>
          </a:p>
          <a:p>
            <a:pPr lvl="1"/>
            <a:r>
              <a:rPr lang="en-US" dirty="0"/>
              <a:t>Second level</a:t>
            </a:r>
          </a:p>
          <a:p>
            <a:pPr lvl="2"/>
            <a:r>
              <a:rPr lang="en-US" dirty="0"/>
              <a:t>Third level</a:t>
            </a:r>
          </a:p>
        </p:txBody>
      </p:sp>
      <p:sp>
        <p:nvSpPr>
          <p:cNvPr id="2" name="Rectangle 1">
            <a:extLst>
              <a:ext uri="{FF2B5EF4-FFF2-40B4-BE49-F238E27FC236}">
                <a16:creationId xmlns:a16="http://schemas.microsoft.com/office/drawing/2014/main" id="{24948BB7-C5F7-154F-ABB6-A26EB95A5488}"/>
              </a:ext>
            </a:extLst>
          </p:cNvPr>
          <p:cNvSpPr/>
          <p:nvPr/>
        </p:nvSpPr>
        <p:spPr>
          <a:xfrm>
            <a:off x="0" y="1047750"/>
            <a:ext cx="37338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3271058" y="436767"/>
            <a:ext cx="5872941" cy="4706734"/>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Full GUI image ONLY, cropped off the bottom and off the right side!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1200150"/>
            <a:ext cx="2417762" cy="15240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420680095"/>
      </p:ext>
    </p:extLst>
  </p:cSld>
  <p:clrMapOvr>
    <a:masterClrMapping/>
  </p:clrMapOvr>
</p:sldLayout>
</file>

<file path=ppt/slideLayouts/slideLayout489.xml><?xml version="1.0" encoding="utf-8"?>
<p:sldLayout xmlns:a="http://schemas.openxmlformats.org/drawingml/2006/main" xmlns:r="http://schemas.openxmlformats.org/officeDocument/2006/relationships" xmlns:p="http://schemas.openxmlformats.org/presentationml/2006/main" preserve="1">
  <p:cSld name="Full UI + 2 Subsections">
    <p:spTree>
      <p:nvGrpSpPr>
        <p:cNvPr id="1" name=""/>
        <p:cNvGrpSpPr/>
        <p:nvPr/>
      </p:nvGrpSpPr>
      <p:grpSpPr>
        <a:xfrm>
          <a:off x="0" y="0"/>
          <a:ext cx="0" cy="0"/>
          <a:chOff x="0" y="0"/>
          <a:chExt cx="0" cy="0"/>
        </a:xfrm>
      </p:grpSpPr>
      <p:sp>
        <p:nvSpPr>
          <p:cNvPr id="8" name="Content Placeholder 3">
            <a:extLst>
              <a:ext uri="{FF2B5EF4-FFF2-40B4-BE49-F238E27FC236}">
                <a16:creationId xmlns:a16="http://schemas.microsoft.com/office/drawing/2014/main" id="{C10A5AEE-B817-934D-8242-D5F59127342B}"/>
              </a:ext>
            </a:extLst>
          </p:cNvPr>
          <p:cNvSpPr>
            <a:spLocks noGrp="1"/>
          </p:cNvSpPr>
          <p:nvPr>
            <p:ph sz="quarter" idx="15" hasCustomPrompt="1"/>
          </p:nvPr>
        </p:nvSpPr>
        <p:spPr>
          <a:xfrm>
            <a:off x="-2" y="2724151"/>
            <a:ext cx="1634721" cy="685801"/>
          </a:xfrm>
          <a:solidFill>
            <a:schemeClr val="tx2"/>
          </a:solidFill>
        </p:spPr>
        <p:txBody>
          <a:bodyPr lIns="274320" tIns="137160" rIns="137160" bIns="45720" anchor="b" anchorCtr="0">
            <a:noAutofit/>
          </a:bodyPr>
          <a:lstStyle>
            <a:lvl1pPr marL="0" indent="0">
              <a:buNone/>
              <a:defRPr sz="12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1" name="Content Placeholder 3">
            <a:extLst>
              <a:ext uri="{FF2B5EF4-FFF2-40B4-BE49-F238E27FC236}">
                <a16:creationId xmlns:a16="http://schemas.microsoft.com/office/drawing/2014/main" id="{3AB85344-0F9C-6349-9259-7612E08CF13D}"/>
              </a:ext>
            </a:extLst>
          </p:cNvPr>
          <p:cNvSpPr>
            <a:spLocks noGrp="1"/>
          </p:cNvSpPr>
          <p:nvPr>
            <p:ph sz="quarter" idx="16" hasCustomPrompt="1"/>
          </p:nvPr>
        </p:nvSpPr>
        <p:spPr>
          <a:xfrm>
            <a:off x="-2" y="3409951"/>
            <a:ext cx="1634721" cy="1447800"/>
          </a:xfrm>
          <a:solidFill>
            <a:schemeClr val="tx2"/>
          </a:solidFill>
        </p:spPr>
        <p:txBody>
          <a:bodyPr lIns="274320" tIns="45720" rIns="137160" bIns="137160">
            <a:normAutofit/>
          </a:bodyPr>
          <a:lstStyle>
            <a:lvl1pPr>
              <a:defRPr>
                <a:solidFill>
                  <a:schemeClr val="bg2"/>
                </a:solidFill>
              </a:defRPr>
            </a:lvl1pPr>
            <a:lvl2pPr marL="6350" indent="0">
              <a:buFont typeface="Arial" panose="020B0604020202020204" pitchFamily="34" charset="0"/>
              <a:buNone/>
              <a:tabLst/>
              <a:defRPr sz="1100">
                <a:solidFill>
                  <a:schemeClr val="bg2"/>
                </a:solidFill>
              </a:defRPr>
            </a:lvl2pPr>
            <a:lvl3pPr>
              <a:defRPr>
                <a:solidFill>
                  <a:schemeClr val="bg2"/>
                </a:solidFill>
              </a:defRPr>
            </a:lvl3pPr>
          </a:lstStyle>
          <a:p>
            <a:pPr lvl="1"/>
            <a:r>
              <a:rPr lang="en-US" dirty="0"/>
              <a:t>Short body text</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14287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2" name="Content Placeholder 3">
            <a:extLst>
              <a:ext uri="{FF2B5EF4-FFF2-40B4-BE49-F238E27FC236}">
                <a16:creationId xmlns:a16="http://schemas.microsoft.com/office/drawing/2014/main" id="{CF2C3E51-2315-174E-85AB-DC5362D83E82}"/>
              </a:ext>
            </a:extLst>
          </p:cNvPr>
          <p:cNvSpPr>
            <a:spLocks noGrp="1"/>
          </p:cNvSpPr>
          <p:nvPr>
            <p:ph sz="quarter" idx="18" hasCustomPrompt="1"/>
          </p:nvPr>
        </p:nvSpPr>
        <p:spPr>
          <a:xfrm>
            <a:off x="1634717" y="2724151"/>
            <a:ext cx="1634721" cy="685801"/>
          </a:xfrm>
          <a:solidFill>
            <a:schemeClr val="tx2"/>
          </a:solidFill>
        </p:spPr>
        <p:txBody>
          <a:bodyPr lIns="137160" tIns="137160" rIns="274320" bIns="45720" anchor="b" anchorCtr="0">
            <a:noAutofit/>
          </a:bodyPr>
          <a:lstStyle>
            <a:lvl1pPr marL="0" indent="0">
              <a:buNone/>
              <a:defRPr sz="12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3" name="Content Placeholder 3">
            <a:extLst>
              <a:ext uri="{FF2B5EF4-FFF2-40B4-BE49-F238E27FC236}">
                <a16:creationId xmlns:a16="http://schemas.microsoft.com/office/drawing/2014/main" id="{D082C563-7E09-194A-B0C7-0427D9FEA226}"/>
              </a:ext>
            </a:extLst>
          </p:cNvPr>
          <p:cNvSpPr>
            <a:spLocks noGrp="1"/>
          </p:cNvSpPr>
          <p:nvPr>
            <p:ph sz="quarter" idx="19" hasCustomPrompt="1"/>
          </p:nvPr>
        </p:nvSpPr>
        <p:spPr>
          <a:xfrm>
            <a:off x="1634717" y="3409951"/>
            <a:ext cx="1634721" cy="1447800"/>
          </a:xfrm>
          <a:solidFill>
            <a:schemeClr val="tx2"/>
          </a:solidFill>
        </p:spPr>
        <p:txBody>
          <a:bodyPr lIns="137160" tIns="45720" rIns="274320" bIns="137160">
            <a:normAutofit/>
          </a:bodyPr>
          <a:lstStyle>
            <a:lvl1pPr>
              <a:defRPr>
                <a:solidFill>
                  <a:schemeClr val="bg2"/>
                </a:solidFill>
              </a:defRPr>
            </a:lvl1pPr>
            <a:lvl2pPr marL="6350" indent="0">
              <a:buFont typeface="Arial" panose="020B0604020202020204" pitchFamily="34" charset="0"/>
              <a:buNone/>
              <a:tabLst/>
              <a:defRPr sz="1100">
                <a:solidFill>
                  <a:schemeClr val="bg2"/>
                </a:solidFill>
              </a:defRPr>
            </a:lvl2pPr>
            <a:lvl3pPr>
              <a:defRPr>
                <a:solidFill>
                  <a:schemeClr val="bg2"/>
                </a:solidFill>
              </a:defRPr>
            </a:lvl3pPr>
          </a:lstStyle>
          <a:p>
            <a:pPr lvl="1"/>
            <a:r>
              <a:rPr lang="en-US" dirty="0"/>
              <a:t>Short body text</a:t>
            </a:r>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3271058" y="436767"/>
            <a:ext cx="5872941" cy="4706734"/>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Full GUI image ONLY, cropped off the bottom and off the right side!</a:t>
            </a:r>
          </a:p>
        </p:txBody>
      </p:sp>
    </p:spTree>
    <p:extLst>
      <p:ext uri="{BB962C8B-B14F-4D97-AF65-F5344CB8AC3E}">
        <p14:creationId xmlns:p14="http://schemas.microsoft.com/office/powerpoint/2010/main" val="1263248882"/>
      </p:ext>
    </p:extLst>
  </p:cSld>
  <p:clrMapOvr>
    <a:masterClrMapping/>
  </p:clrMapOvr>
</p:sldLayout>
</file>

<file path=ppt/slideLayouts/slideLayout490.xml><?xml version="1.0" encoding="utf-8"?>
<p:sldLayout xmlns:a="http://schemas.openxmlformats.org/drawingml/2006/main" xmlns:r="http://schemas.openxmlformats.org/officeDocument/2006/relationships" xmlns:p="http://schemas.openxmlformats.org/presentationml/2006/main" preserve="1">
  <p:cSld name="Cropped UI + Bulle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914401" y="742950"/>
            <a:ext cx="2971801" cy="44005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234180" y="1009650"/>
            <a:ext cx="422402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234180" y="2190750"/>
            <a:ext cx="422402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525103015"/>
      </p:ext>
    </p:extLst>
  </p:cSld>
  <p:clrMapOvr>
    <a:masterClrMapping/>
  </p:clrMapOvr>
</p:sldLayout>
</file>

<file path=ppt/slideLayouts/slideLayout491.xml><?xml version="1.0" encoding="utf-8"?>
<p:sldLayout xmlns:a="http://schemas.openxmlformats.org/drawingml/2006/main" xmlns:r="http://schemas.openxmlformats.org/officeDocument/2006/relationships" xmlns:p="http://schemas.openxmlformats.org/presentationml/2006/main" preserve="1">
  <p:cSld name="Cropped UI + 2 Subsectio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0" y="2603501"/>
            <a:ext cx="9144000" cy="25399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762000" y="742950"/>
            <a:ext cx="3124200" cy="44005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234180" y="1009650"/>
            <a:ext cx="4355321" cy="91440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25" name="Content Placeholder 3">
            <a:extLst>
              <a:ext uri="{FF2B5EF4-FFF2-40B4-BE49-F238E27FC236}">
                <a16:creationId xmlns:a16="http://schemas.microsoft.com/office/drawing/2014/main" id="{CDB8CB3B-090E-084B-9773-1D5AA8B26B3D}"/>
              </a:ext>
            </a:extLst>
          </p:cNvPr>
          <p:cNvSpPr>
            <a:spLocks noGrp="1"/>
          </p:cNvSpPr>
          <p:nvPr>
            <p:ph sz="quarter" idx="19" hasCustomPrompt="1"/>
          </p:nvPr>
        </p:nvSpPr>
        <p:spPr>
          <a:xfrm>
            <a:off x="4233401" y="2603500"/>
            <a:ext cx="210312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94DC190C-3A71-1240-860F-43C561E0C456}"/>
              </a:ext>
            </a:extLst>
          </p:cNvPr>
          <p:cNvSpPr>
            <a:spLocks noGrp="1"/>
          </p:cNvSpPr>
          <p:nvPr>
            <p:ph sz="quarter" idx="21" hasCustomPrompt="1"/>
          </p:nvPr>
        </p:nvSpPr>
        <p:spPr>
          <a:xfrm>
            <a:off x="6497207" y="2603500"/>
            <a:ext cx="2103119"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1" name="Content Placeholder 3">
            <a:extLst>
              <a:ext uri="{FF2B5EF4-FFF2-40B4-BE49-F238E27FC236}">
                <a16:creationId xmlns:a16="http://schemas.microsoft.com/office/drawing/2014/main" id="{5DF5F889-043E-614B-93E1-565AC48AF894}"/>
              </a:ext>
            </a:extLst>
          </p:cNvPr>
          <p:cNvSpPr>
            <a:spLocks noGrp="1"/>
          </p:cNvSpPr>
          <p:nvPr>
            <p:ph sz="half" idx="22" hasCustomPrompt="1"/>
          </p:nvPr>
        </p:nvSpPr>
        <p:spPr>
          <a:xfrm>
            <a:off x="4233402" y="2960014"/>
            <a:ext cx="2103121" cy="1743114"/>
          </a:xfrm>
          <a:prstGeom prst="rect">
            <a:avLst/>
          </a:prstGeom>
          <a:solidFill>
            <a:schemeClr val="bg1">
              <a:lumMod val="95000"/>
            </a:schemeClr>
          </a:solidFill>
          <a:ln w="6350">
            <a:solidFill>
              <a:schemeClr val="bg1">
                <a:lumMod val="95000"/>
              </a:schemeClr>
            </a:solidFill>
          </a:ln>
        </p:spPr>
        <p:txBody>
          <a:bodyPr lIns="137160" rIns="137160" bIns="91440">
            <a:normAutofit/>
          </a:bodyPr>
          <a:lstStyle>
            <a:lvl1pPr>
              <a:lnSpc>
                <a:spcPct val="100000"/>
              </a:lnSpc>
              <a:defRPr sz="12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Bullets all on the same level or body text (no sub bullets)</a:t>
            </a:r>
          </a:p>
          <a:p>
            <a:pPr lvl="1"/>
            <a:r>
              <a:rPr lang="en-US" dirty="0"/>
              <a:t>Second level</a:t>
            </a:r>
          </a:p>
          <a:p>
            <a:pPr lvl="1"/>
            <a:r>
              <a:rPr lang="en-US" dirty="0"/>
              <a:t>NEVER IMAGES</a:t>
            </a:r>
          </a:p>
        </p:txBody>
      </p:sp>
      <p:sp>
        <p:nvSpPr>
          <p:cNvPr id="12" name="Content Placeholder 3">
            <a:extLst>
              <a:ext uri="{FF2B5EF4-FFF2-40B4-BE49-F238E27FC236}">
                <a16:creationId xmlns:a16="http://schemas.microsoft.com/office/drawing/2014/main" id="{A44797D5-5F10-264E-8C89-F35D0593B862}"/>
              </a:ext>
            </a:extLst>
          </p:cNvPr>
          <p:cNvSpPr>
            <a:spLocks noGrp="1"/>
          </p:cNvSpPr>
          <p:nvPr>
            <p:ph sz="half" idx="23" hasCustomPrompt="1"/>
          </p:nvPr>
        </p:nvSpPr>
        <p:spPr>
          <a:xfrm>
            <a:off x="6497208" y="2960014"/>
            <a:ext cx="2103121" cy="1743114"/>
          </a:xfrm>
          <a:prstGeom prst="rect">
            <a:avLst/>
          </a:prstGeom>
          <a:solidFill>
            <a:schemeClr val="bg1">
              <a:lumMod val="95000"/>
            </a:schemeClr>
          </a:solidFill>
          <a:ln w="6350">
            <a:solidFill>
              <a:schemeClr val="bg1">
                <a:lumMod val="95000"/>
              </a:schemeClr>
            </a:solidFill>
          </a:ln>
        </p:spPr>
        <p:txBody>
          <a:bodyPr lIns="137160" rIns="137160" bIns="91440">
            <a:normAutofit/>
          </a:bodyPr>
          <a:lstStyle>
            <a:lvl1pPr>
              <a:lnSpc>
                <a:spcPct val="100000"/>
              </a:lnSpc>
              <a:defRPr sz="12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Bullets all on the same level or body text (no sub bullets)</a:t>
            </a:r>
          </a:p>
          <a:p>
            <a:pPr lvl="1"/>
            <a:r>
              <a:rPr lang="en-US" dirty="0"/>
              <a:t>Second level</a:t>
            </a:r>
          </a:p>
          <a:p>
            <a:pPr lvl="1"/>
            <a:r>
              <a:rPr lang="en-US" dirty="0"/>
              <a:t>NEVER IMAGES</a:t>
            </a:r>
          </a:p>
        </p:txBody>
      </p:sp>
    </p:spTree>
    <p:extLst>
      <p:ext uri="{BB962C8B-B14F-4D97-AF65-F5344CB8AC3E}">
        <p14:creationId xmlns:p14="http://schemas.microsoft.com/office/powerpoint/2010/main" val="636317934"/>
      </p:ext>
    </p:extLst>
  </p:cSld>
  <p:clrMapOvr>
    <a:masterClrMapping/>
  </p:clrMapOvr>
</p:sldLayout>
</file>

<file path=ppt/slideLayouts/slideLayout492.xml><?xml version="1.0" encoding="utf-8"?>
<p:sldLayout xmlns:a="http://schemas.openxmlformats.org/drawingml/2006/main" xmlns:r="http://schemas.openxmlformats.org/officeDocument/2006/relationships" xmlns:p="http://schemas.openxmlformats.org/presentationml/2006/main" preserve="1">
  <p:cSld name="Cropped UI + Body Tex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34A35F9-142E-5446-8160-BFE436274684}"/>
              </a:ext>
            </a:extLst>
          </p:cNvPr>
          <p:cNvSpPr/>
          <p:nvPr/>
        </p:nvSpPr>
        <p:spPr>
          <a:xfrm>
            <a:off x="0" y="869462"/>
            <a:ext cx="9144000" cy="23880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914401" y="590550"/>
            <a:ext cx="2590800" cy="45529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234180" y="742950"/>
            <a:ext cx="4224020" cy="914400"/>
          </a:xfrm>
          <a:prstGeom prst="rect">
            <a:avLst/>
          </a:prstGeom>
        </p:spPr>
        <p:txBody>
          <a:bodyPr lIns="0" anchor="b">
            <a:normAutofit/>
          </a:bodyPr>
          <a:lstStyle>
            <a:lvl1pPr>
              <a:defRPr sz="2400" b="1">
                <a:solidFill>
                  <a:srgbClr val="FFD999"/>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hasCustomPrompt="1"/>
          </p:nvPr>
        </p:nvSpPr>
        <p:spPr>
          <a:xfrm>
            <a:off x="4234180" y="1771650"/>
            <a:ext cx="4224020" cy="1257300"/>
          </a:xfrm>
          <a:prstGeom prst="rect">
            <a:avLst/>
          </a:prstGeom>
        </p:spPr>
        <p:txBody>
          <a:bodyPr lIns="0" tIns="0">
            <a:normAutofit/>
          </a:bodyPr>
          <a:lstStyle>
            <a:lvl1pPr marL="0" indent="0">
              <a:lnSpc>
                <a:spcPct val="100000"/>
              </a:lnSpc>
              <a:buNone/>
              <a:defRPr sz="1400">
                <a:solidFill>
                  <a:schemeClr val="bg2"/>
                </a:solidFill>
                <a:latin typeface="Lato" panose="020F0502020204030203" pitchFamily="34" charset="0"/>
              </a:defRPr>
            </a:lvl1pPr>
            <a:lvl2pPr marL="514337" indent="-222245">
              <a:lnSpc>
                <a:spcPct val="100000"/>
              </a:lnSpc>
              <a:buFont typeface="Arial" panose="020B0604020202020204" pitchFamily="34" charset="0"/>
              <a:buChar char="•"/>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a:t>
            </a:r>
          </a:p>
          <a:p>
            <a:pPr lvl="0"/>
            <a:r>
              <a:rPr lang="en-US" dirty="0"/>
              <a:t>This makes a good section header</a:t>
            </a:r>
          </a:p>
        </p:txBody>
      </p:sp>
    </p:spTree>
    <p:extLst>
      <p:ext uri="{BB962C8B-B14F-4D97-AF65-F5344CB8AC3E}">
        <p14:creationId xmlns:p14="http://schemas.microsoft.com/office/powerpoint/2010/main" val="1362274664"/>
      </p:ext>
    </p:extLst>
  </p:cSld>
  <p:clrMapOvr>
    <a:masterClrMapping/>
  </p:clrMapOvr>
</p:sldLayout>
</file>

<file path=ppt/slideLayouts/slideLayout493.xml><?xml version="1.0" encoding="utf-8"?>
<p:sldLayout xmlns:a="http://schemas.openxmlformats.org/drawingml/2006/main" xmlns:r="http://schemas.openxmlformats.org/officeDocument/2006/relationships" xmlns:p="http://schemas.openxmlformats.org/presentationml/2006/main" preserve="1">
  <p:cSld name="Cropped UI, Image, + Body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0F7F6CE-7B09-A540-BDAD-6FB40343D55D}"/>
              </a:ext>
            </a:extLst>
          </p:cNvPr>
          <p:cNvSpPr/>
          <p:nvPr/>
        </p:nvSpPr>
        <p:spPr>
          <a:xfrm>
            <a:off x="0" y="2799101"/>
            <a:ext cx="9144000" cy="23443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Rectangle 10">
            <a:extLst>
              <a:ext uri="{FF2B5EF4-FFF2-40B4-BE49-F238E27FC236}">
                <a16:creationId xmlns:a16="http://schemas.microsoft.com/office/drawing/2014/main" id="{CD8A0CAE-EB69-8B4A-8FD3-105C3132143E}"/>
              </a:ext>
            </a:extLst>
          </p:cNvPr>
          <p:cNvSpPr/>
          <p:nvPr/>
        </p:nvSpPr>
        <p:spPr>
          <a:xfrm>
            <a:off x="0" y="869462"/>
            <a:ext cx="9144000" cy="23880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914401" y="590550"/>
            <a:ext cx="2590800" cy="45529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234180" y="742950"/>
            <a:ext cx="4224020" cy="914400"/>
          </a:xfrm>
          <a:prstGeom prst="rect">
            <a:avLst/>
          </a:prstGeom>
        </p:spPr>
        <p:txBody>
          <a:bodyPr lIns="0" anchor="b">
            <a:normAutofit/>
          </a:bodyPr>
          <a:lstStyle>
            <a:lvl1pPr>
              <a:defRPr sz="2400" b="1">
                <a:solidFill>
                  <a:srgbClr val="FFD999"/>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hasCustomPrompt="1"/>
          </p:nvPr>
        </p:nvSpPr>
        <p:spPr>
          <a:xfrm>
            <a:off x="4234180" y="1771650"/>
            <a:ext cx="4224020" cy="1257300"/>
          </a:xfrm>
          <a:prstGeom prst="rect">
            <a:avLst/>
          </a:prstGeom>
        </p:spPr>
        <p:txBody>
          <a:bodyPr lIns="0" tIns="0">
            <a:normAutofit/>
          </a:bodyPr>
          <a:lstStyle>
            <a:lvl1pPr marL="0" indent="0">
              <a:lnSpc>
                <a:spcPct val="100000"/>
              </a:lnSpc>
              <a:buNone/>
              <a:defRPr sz="1400">
                <a:solidFill>
                  <a:schemeClr val="bg2"/>
                </a:solidFill>
                <a:latin typeface="Lato" panose="020F0502020204030203" pitchFamily="34" charset="0"/>
              </a:defRPr>
            </a:lvl1pPr>
            <a:lvl2pPr marL="514337" indent="-222245">
              <a:lnSpc>
                <a:spcPct val="100000"/>
              </a:lnSpc>
              <a:buFont typeface="Arial" panose="020B0604020202020204" pitchFamily="34" charset="0"/>
              <a:buChar char="•"/>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a:t>
            </a:r>
          </a:p>
          <a:p>
            <a:pPr lvl="0"/>
            <a:r>
              <a:rPr lang="en-US" dirty="0"/>
              <a:t>This makes a good section header</a:t>
            </a:r>
          </a:p>
        </p:txBody>
      </p:sp>
      <p:sp>
        <p:nvSpPr>
          <p:cNvPr id="8" name="Content Placeholder 3">
            <a:extLst>
              <a:ext uri="{FF2B5EF4-FFF2-40B4-BE49-F238E27FC236}">
                <a16:creationId xmlns:a16="http://schemas.microsoft.com/office/drawing/2014/main" id="{08B3BB30-8502-5A4E-842E-5E3B54FFB994}"/>
              </a:ext>
            </a:extLst>
          </p:cNvPr>
          <p:cNvSpPr>
            <a:spLocks noGrp="1"/>
          </p:cNvSpPr>
          <p:nvPr>
            <p:ph sz="quarter" idx="18" hasCustomPrompt="1"/>
          </p:nvPr>
        </p:nvSpPr>
        <p:spPr>
          <a:xfrm>
            <a:off x="3505201" y="3257551"/>
            <a:ext cx="5617563" cy="1885949"/>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SEND TO BACK, crop to dark blue box edge</a:t>
            </a:r>
          </a:p>
          <a:p>
            <a:pPr lvl="0"/>
            <a:r>
              <a:rPr lang="en-US" dirty="0"/>
              <a:t>THIS LAYOUT MUST USE AN IMAGE HERE OR SWITCH TO THE PREVIOUS LAYOUT!!!!!!!</a:t>
            </a:r>
          </a:p>
        </p:txBody>
      </p:sp>
    </p:spTree>
    <p:extLst>
      <p:ext uri="{BB962C8B-B14F-4D97-AF65-F5344CB8AC3E}">
        <p14:creationId xmlns:p14="http://schemas.microsoft.com/office/powerpoint/2010/main" val="3077726473"/>
      </p:ext>
    </p:extLst>
  </p:cSld>
  <p:clrMapOvr>
    <a:masterClrMapping/>
  </p:clrMapOvr>
</p:sldLayout>
</file>

<file path=ppt/slideLayouts/slideLayout494.xml><?xml version="1.0" encoding="utf-8"?>
<p:sldLayout xmlns:a="http://schemas.openxmlformats.org/drawingml/2006/main" xmlns:r="http://schemas.openxmlformats.org/officeDocument/2006/relationships" xmlns:p="http://schemas.openxmlformats.org/presentationml/2006/main" preserve="1">
  <p:cSld name="Cropped UI Model Tre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9CE639-D2BB-D64F-B40A-36C5C81E3015}"/>
              </a:ext>
            </a:extLst>
          </p:cNvPr>
          <p:cNvSpPr/>
          <p:nvPr/>
        </p:nvSpPr>
        <p:spPr>
          <a:xfrm>
            <a:off x="5715000" y="0"/>
            <a:ext cx="3429000" cy="51435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4648200" y="590550"/>
            <a:ext cx="2590800" cy="4552950"/>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must cross over the dark blue)</a:t>
            </a:r>
          </a:p>
          <a:p>
            <a:pPr lvl="1"/>
            <a:r>
              <a:rPr lang="en-US" dirty="0"/>
              <a:t>Intended for use with model tree screenshots, you can label the screenshot in this layout as well.</a:t>
            </a:r>
          </a:p>
        </p:txBody>
      </p:sp>
      <p:sp>
        <p:nvSpPr>
          <p:cNvPr id="8" name="Title 1">
            <a:extLst>
              <a:ext uri="{FF2B5EF4-FFF2-40B4-BE49-F238E27FC236}">
                <a16:creationId xmlns:a16="http://schemas.microsoft.com/office/drawing/2014/main" id="{D8CA5CE1-E6AC-6745-95B3-14D122367006}"/>
              </a:ext>
            </a:extLst>
          </p:cNvPr>
          <p:cNvSpPr>
            <a:spLocks noGrp="1"/>
          </p:cNvSpPr>
          <p:nvPr>
            <p:ph type="title"/>
          </p:nvPr>
        </p:nvSpPr>
        <p:spPr>
          <a:xfrm>
            <a:off x="457200" y="1276350"/>
            <a:ext cx="3200399"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2" name="Content Placeholder 3">
            <a:extLst>
              <a:ext uri="{FF2B5EF4-FFF2-40B4-BE49-F238E27FC236}">
                <a16:creationId xmlns:a16="http://schemas.microsoft.com/office/drawing/2014/main" id="{5278F0E1-55A7-DA47-80E1-84BC99CCCF41}"/>
              </a:ext>
            </a:extLst>
          </p:cNvPr>
          <p:cNvSpPr>
            <a:spLocks noGrp="1"/>
          </p:cNvSpPr>
          <p:nvPr>
            <p:ph sz="half" idx="10" hasCustomPrompt="1"/>
          </p:nvPr>
        </p:nvSpPr>
        <p:spPr>
          <a:xfrm>
            <a:off x="457201" y="2076450"/>
            <a:ext cx="3200399" cy="27051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Tree>
    <p:extLst>
      <p:ext uri="{BB962C8B-B14F-4D97-AF65-F5344CB8AC3E}">
        <p14:creationId xmlns:p14="http://schemas.microsoft.com/office/powerpoint/2010/main" val="853656095"/>
      </p:ext>
    </p:extLst>
  </p:cSld>
  <p:clrMapOvr>
    <a:masterClrMapping/>
  </p:clrMapOvr>
</p:sldLayout>
</file>

<file path=ppt/slideLayouts/slideLayout495.xml><?xml version="1.0" encoding="utf-8"?>
<p:sldLayout xmlns:a="http://schemas.openxmlformats.org/drawingml/2006/main" xmlns:r="http://schemas.openxmlformats.org/officeDocument/2006/relationships" xmlns:p="http://schemas.openxmlformats.org/presentationml/2006/main" preserve="1">
  <p:cSld name="2 Cropped UI with subsectio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0" y="3561776"/>
            <a:ext cx="9144000" cy="158172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Content Placeholder 3">
            <a:extLst>
              <a:ext uri="{FF2B5EF4-FFF2-40B4-BE49-F238E27FC236}">
                <a16:creationId xmlns:a16="http://schemas.microsoft.com/office/drawing/2014/main" id="{A8B20A94-4C27-FB46-82B5-26C098551B44}"/>
              </a:ext>
            </a:extLst>
          </p:cNvPr>
          <p:cNvSpPr>
            <a:spLocks noGrp="1"/>
          </p:cNvSpPr>
          <p:nvPr>
            <p:ph sz="quarter" idx="17" hasCustomPrompt="1"/>
          </p:nvPr>
        </p:nvSpPr>
        <p:spPr>
          <a:xfrm>
            <a:off x="3271811" y="309905"/>
            <a:ext cx="2742991" cy="3251872"/>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25" name="Content Placeholder 3">
            <a:extLst>
              <a:ext uri="{FF2B5EF4-FFF2-40B4-BE49-F238E27FC236}">
                <a16:creationId xmlns:a16="http://schemas.microsoft.com/office/drawing/2014/main" id="{CDB8CB3B-090E-084B-9773-1D5AA8B26B3D}"/>
              </a:ext>
            </a:extLst>
          </p:cNvPr>
          <p:cNvSpPr>
            <a:spLocks noGrp="1"/>
          </p:cNvSpPr>
          <p:nvPr>
            <p:ph sz="quarter" idx="19" hasCustomPrompt="1"/>
          </p:nvPr>
        </p:nvSpPr>
        <p:spPr>
          <a:xfrm>
            <a:off x="3271811" y="3561777"/>
            <a:ext cx="2742991"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1" name="Content Placeholder 3">
            <a:extLst>
              <a:ext uri="{FF2B5EF4-FFF2-40B4-BE49-F238E27FC236}">
                <a16:creationId xmlns:a16="http://schemas.microsoft.com/office/drawing/2014/main" id="{5DF5F889-043E-614B-93E1-565AC48AF894}"/>
              </a:ext>
            </a:extLst>
          </p:cNvPr>
          <p:cNvSpPr>
            <a:spLocks noGrp="1"/>
          </p:cNvSpPr>
          <p:nvPr>
            <p:ph sz="half" idx="22" hasCustomPrompt="1"/>
          </p:nvPr>
        </p:nvSpPr>
        <p:spPr>
          <a:xfrm>
            <a:off x="3271812" y="3918292"/>
            <a:ext cx="2742992" cy="915305"/>
          </a:xfrm>
          <a:prstGeom prst="rect">
            <a:avLst/>
          </a:prstGeom>
          <a:solidFill>
            <a:schemeClr val="bg1">
              <a:lumMod val="95000"/>
            </a:schemeClr>
          </a:solidFill>
          <a:ln w="6350">
            <a:solidFill>
              <a:schemeClr val="bg1">
                <a:lumMod val="95000"/>
              </a:schemeClr>
            </a:solidFill>
          </a:ln>
        </p:spPr>
        <p:txBody>
          <a:bodyPr lIns="137160" rIns="137160" bIns="91440">
            <a:normAutofit/>
          </a:bodyPr>
          <a:lstStyle>
            <a:lvl1pPr marL="0" indent="0">
              <a:lnSpc>
                <a:spcPct val="100000"/>
              </a:lnSpc>
              <a:buNone/>
              <a:defRPr sz="1200">
                <a:solidFill>
                  <a:srgbClr val="393A39"/>
                </a:solidFill>
                <a:latin typeface="Lato" panose="020F0502020204030203" pitchFamily="34" charset="0"/>
              </a:defRPr>
            </a:lvl1pPr>
            <a:lvl2pPr marL="292093" indent="0">
              <a:lnSpc>
                <a:spcPct val="100000"/>
              </a:lnSpc>
              <a:buFont typeface="Arial" panose="020B0604020202020204" pitchFamily="34" charset="0"/>
              <a:buNone/>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 &amp; SHORT!!!</a:t>
            </a:r>
          </a:p>
        </p:txBody>
      </p:sp>
      <p:sp>
        <p:nvSpPr>
          <p:cNvPr id="15" name="Content Placeholder 3">
            <a:extLst>
              <a:ext uri="{FF2B5EF4-FFF2-40B4-BE49-F238E27FC236}">
                <a16:creationId xmlns:a16="http://schemas.microsoft.com/office/drawing/2014/main" id="{6C8EFA91-AE2A-1C41-B6BE-2DBD7249E9CD}"/>
              </a:ext>
            </a:extLst>
          </p:cNvPr>
          <p:cNvSpPr>
            <a:spLocks noGrp="1"/>
          </p:cNvSpPr>
          <p:nvPr>
            <p:ph sz="quarter" idx="23" hasCustomPrompt="1"/>
          </p:nvPr>
        </p:nvSpPr>
        <p:spPr>
          <a:xfrm>
            <a:off x="6172408" y="309905"/>
            <a:ext cx="2742991" cy="3251872"/>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only, run off the bottom! (and bring above the top of the blue bar as shown here)</a:t>
            </a:r>
          </a:p>
        </p:txBody>
      </p:sp>
      <p:sp>
        <p:nvSpPr>
          <p:cNvPr id="16" name="Content Placeholder 3">
            <a:extLst>
              <a:ext uri="{FF2B5EF4-FFF2-40B4-BE49-F238E27FC236}">
                <a16:creationId xmlns:a16="http://schemas.microsoft.com/office/drawing/2014/main" id="{597BA6C8-98C5-F141-AF2A-D08A2BE5E090}"/>
              </a:ext>
            </a:extLst>
          </p:cNvPr>
          <p:cNvSpPr>
            <a:spLocks noGrp="1"/>
          </p:cNvSpPr>
          <p:nvPr>
            <p:ph sz="quarter" idx="24" hasCustomPrompt="1"/>
          </p:nvPr>
        </p:nvSpPr>
        <p:spPr>
          <a:xfrm>
            <a:off x="6172408" y="3561777"/>
            <a:ext cx="2742991"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97106E21-E3D5-7347-8002-ADA87DE2541B}"/>
              </a:ext>
            </a:extLst>
          </p:cNvPr>
          <p:cNvSpPr>
            <a:spLocks noGrp="1"/>
          </p:cNvSpPr>
          <p:nvPr>
            <p:ph sz="half" idx="25" hasCustomPrompt="1"/>
          </p:nvPr>
        </p:nvSpPr>
        <p:spPr>
          <a:xfrm>
            <a:off x="6172408" y="3918292"/>
            <a:ext cx="2742992" cy="915305"/>
          </a:xfrm>
          <a:prstGeom prst="rect">
            <a:avLst/>
          </a:prstGeom>
          <a:solidFill>
            <a:schemeClr val="bg1">
              <a:lumMod val="95000"/>
            </a:schemeClr>
          </a:solidFill>
          <a:ln w="6350">
            <a:solidFill>
              <a:schemeClr val="bg1">
                <a:lumMod val="95000"/>
              </a:schemeClr>
            </a:solidFill>
          </a:ln>
        </p:spPr>
        <p:txBody>
          <a:bodyPr lIns="137160" rIns="137160" bIns="91440">
            <a:normAutofit/>
          </a:bodyPr>
          <a:lstStyle>
            <a:lvl1pPr marL="0" indent="0">
              <a:lnSpc>
                <a:spcPct val="100000"/>
              </a:lnSpc>
              <a:buNone/>
              <a:defRPr sz="1200">
                <a:solidFill>
                  <a:srgbClr val="393A39"/>
                </a:solidFill>
                <a:latin typeface="Lato" panose="020F0502020204030203" pitchFamily="34" charset="0"/>
              </a:defRPr>
            </a:lvl1pPr>
            <a:lvl2pPr marL="292093" indent="0">
              <a:lnSpc>
                <a:spcPct val="100000"/>
              </a:lnSpc>
              <a:buFont typeface="Arial" panose="020B0604020202020204" pitchFamily="34" charset="0"/>
              <a:buNone/>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 &amp; SHORT!!!</a:t>
            </a:r>
          </a:p>
        </p:txBody>
      </p:sp>
      <p:sp>
        <p:nvSpPr>
          <p:cNvPr id="18" name="Title 1">
            <a:extLst>
              <a:ext uri="{FF2B5EF4-FFF2-40B4-BE49-F238E27FC236}">
                <a16:creationId xmlns:a16="http://schemas.microsoft.com/office/drawing/2014/main" id="{B3A8D490-41BA-5142-8877-3A797812A270}"/>
              </a:ext>
            </a:extLst>
          </p:cNvPr>
          <p:cNvSpPr>
            <a:spLocks noGrp="1"/>
          </p:cNvSpPr>
          <p:nvPr>
            <p:ph type="title" hasCustomPrompt="1"/>
          </p:nvPr>
        </p:nvSpPr>
        <p:spPr>
          <a:xfrm>
            <a:off x="457201" y="12763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dirty="0"/>
              <a:t>Content slide for product </a:t>
            </a:r>
          </a:p>
        </p:txBody>
      </p:sp>
      <p:sp>
        <p:nvSpPr>
          <p:cNvPr id="19" name="Content Placeholder 3">
            <a:extLst>
              <a:ext uri="{FF2B5EF4-FFF2-40B4-BE49-F238E27FC236}">
                <a16:creationId xmlns:a16="http://schemas.microsoft.com/office/drawing/2014/main" id="{2BF24910-E5CD-024B-A38B-D054FDAB2270}"/>
              </a:ext>
            </a:extLst>
          </p:cNvPr>
          <p:cNvSpPr>
            <a:spLocks noGrp="1"/>
          </p:cNvSpPr>
          <p:nvPr>
            <p:ph sz="half" idx="10" hasCustomPrompt="1"/>
          </p:nvPr>
        </p:nvSpPr>
        <p:spPr>
          <a:xfrm>
            <a:off x="457201" y="2076450"/>
            <a:ext cx="2417762" cy="1104900"/>
          </a:xfrm>
          <a:prstGeom prst="rect">
            <a:avLst/>
          </a:prstGeom>
        </p:spPr>
        <p:txBody>
          <a:bodyPr lIns="0">
            <a:normAutofit/>
          </a:bodyPr>
          <a:lstStyle>
            <a:lvl1pPr marL="0" indent="0">
              <a:lnSpc>
                <a:spcPct val="100000"/>
              </a:lnSpc>
              <a:buNone/>
              <a:defRPr sz="1400">
                <a:solidFill>
                  <a:srgbClr val="393A39"/>
                </a:solidFill>
                <a:latin typeface="Lato" panose="020F0502020204030203" pitchFamily="34" charset="0"/>
              </a:defRPr>
            </a:lvl1pPr>
            <a:lvl2pPr marL="292093" indent="0">
              <a:lnSpc>
                <a:spcPct val="100000"/>
              </a:lnSpc>
              <a:buFont typeface="Arial" panose="020B0604020202020204" pitchFamily="34" charset="0"/>
              <a:buNone/>
              <a:defRPr sz="1200">
                <a:solidFill>
                  <a:srgbClr val="393A39"/>
                </a:solidFill>
                <a:latin typeface="Lato" panose="020F0502020204030203" pitchFamily="34" charset="0"/>
              </a:defRPr>
            </a:lvl2pPr>
            <a:lvl3pPr marL="576248" indent="0">
              <a:lnSpc>
                <a:spcPct val="100000"/>
              </a:lnSpc>
              <a:buNone/>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Title ONLY preferred, if there is body copy it should be very short! (NO BULLETS)</a:t>
            </a:r>
          </a:p>
        </p:txBody>
      </p:sp>
    </p:spTree>
    <p:extLst>
      <p:ext uri="{BB962C8B-B14F-4D97-AF65-F5344CB8AC3E}">
        <p14:creationId xmlns:p14="http://schemas.microsoft.com/office/powerpoint/2010/main" val="3639067331"/>
      </p:ext>
    </p:extLst>
  </p:cSld>
  <p:clrMapOvr>
    <a:masterClrMapping/>
  </p:clrMapOvr>
</p:sldLayout>
</file>

<file path=ppt/slideLayouts/slideLayout496.xml><?xml version="1.0" encoding="utf-8"?>
<p:sldLayout xmlns:a="http://schemas.openxmlformats.org/drawingml/2006/main" xmlns:r="http://schemas.openxmlformats.org/officeDocument/2006/relationships" xmlns:p="http://schemas.openxmlformats.org/presentationml/2006/main" preserve="1">
  <p:cSld name="Small Cropped UI, Image, + Bullets">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0" y="0"/>
            <a:ext cx="9144000" cy="25536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9" name="Picture 18">
            <a:extLst>
              <a:ext uri="{FF2B5EF4-FFF2-40B4-BE49-F238E27FC236}">
                <a16:creationId xmlns:a16="http://schemas.microsoft.com/office/drawing/2014/main" id="{12314A6A-139E-B045-A7B0-62EE8C195F54}"/>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20" name="Picture 19">
            <a:extLst>
              <a:ext uri="{FF2B5EF4-FFF2-40B4-BE49-F238E27FC236}">
                <a16:creationId xmlns:a16="http://schemas.microsoft.com/office/drawing/2014/main" id="{C764D7F7-BB88-854E-82C8-FA0A21E4A86E}"/>
              </a:ext>
            </a:extLst>
          </p:cNvPr>
          <p:cNvPicPr>
            <a:picLocks noChangeAspect="1"/>
          </p:cNvPicPr>
          <p:nvPr/>
        </p:nvPicPr>
        <p:blipFill>
          <a:blip r:embed="rId3"/>
          <a:stretch>
            <a:fillRect/>
          </a:stretch>
        </p:blipFill>
        <p:spPr>
          <a:xfrm>
            <a:off x="115779" y="223914"/>
            <a:ext cx="752320" cy="69658"/>
          </a:xfrm>
          <a:prstGeom prst="rect">
            <a:avLst/>
          </a:prstGeom>
        </p:spPr>
      </p:pic>
      <p:sp>
        <p:nvSpPr>
          <p:cNvPr id="32" name="Content Placeholder 3">
            <a:extLst>
              <a:ext uri="{FF2B5EF4-FFF2-40B4-BE49-F238E27FC236}">
                <a16:creationId xmlns:a16="http://schemas.microsoft.com/office/drawing/2014/main" id="{08F8115A-52B0-214C-9121-EF7CCB7F0CB0}"/>
              </a:ext>
            </a:extLst>
          </p:cNvPr>
          <p:cNvSpPr>
            <a:spLocks noGrp="1"/>
          </p:cNvSpPr>
          <p:nvPr>
            <p:ph sz="quarter" idx="17" hasCustomPrompt="1"/>
          </p:nvPr>
        </p:nvSpPr>
        <p:spPr>
          <a:xfrm>
            <a:off x="0" y="-1270"/>
            <a:ext cx="9144000" cy="2553616"/>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 </a:t>
            </a:r>
          </a:p>
          <a:p>
            <a:pPr lvl="0"/>
            <a:r>
              <a:rPr lang="en-US" dirty="0"/>
              <a:t>Can be broken into multiple images but there should be space in between each</a:t>
            </a:r>
          </a:p>
        </p:txBody>
      </p:sp>
      <p:sp>
        <p:nvSpPr>
          <p:cNvPr id="18" name="Title 1">
            <a:extLst>
              <a:ext uri="{FF2B5EF4-FFF2-40B4-BE49-F238E27FC236}">
                <a16:creationId xmlns:a16="http://schemas.microsoft.com/office/drawing/2014/main" id="{FC98038E-301F-8A4C-BE5E-97E84379DBA2}"/>
              </a:ext>
            </a:extLst>
          </p:cNvPr>
          <p:cNvSpPr>
            <a:spLocks noGrp="1"/>
          </p:cNvSpPr>
          <p:nvPr>
            <p:ph type="title"/>
          </p:nvPr>
        </p:nvSpPr>
        <p:spPr>
          <a:xfrm>
            <a:off x="0" y="2072542"/>
            <a:ext cx="8382000" cy="879516"/>
          </a:xfrm>
          <a:prstGeom prst="rect">
            <a:avLst/>
          </a:prstGeom>
          <a:solidFill>
            <a:schemeClr val="tx2"/>
          </a:solidFill>
        </p:spPr>
        <p:txBody>
          <a:bodyPr lIns="2834640" rIns="137160" bIns="13716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21" name="Content Placeholder 3">
            <a:extLst>
              <a:ext uri="{FF2B5EF4-FFF2-40B4-BE49-F238E27FC236}">
                <a16:creationId xmlns:a16="http://schemas.microsoft.com/office/drawing/2014/main" id="{5030816A-EC52-EF4E-9057-6C419FC49F4D}"/>
              </a:ext>
            </a:extLst>
          </p:cNvPr>
          <p:cNvSpPr>
            <a:spLocks noGrp="1"/>
          </p:cNvSpPr>
          <p:nvPr>
            <p:ph sz="quarter" idx="18" hasCustomPrompt="1"/>
          </p:nvPr>
        </p:nvSpPr>
        <p:spPr>
          <a:xfrm>
            <a:off x="368349" y="2266951"/>
            <a:ext cx="2180990" cy="2742283"/>
          </a:xfrm>
          <a:solidFill>
            <a:schemeClr val="bg1"/>
          </a:solidFill>
        </p:spPr>
        <p:txBody>
          <a:bodyPr lIns="137160" tIns="45720" rIns="137160" bIns="91440">
            <a:normAutofit/>
          </a:bodyPr>
          <a:lstStyle>
            <a:lvl1pPr>
              <a:defRPr>
                <a:solidFill>
                  <a:schemeClr val="bg2"/>
                </a:solidFill>
              </a:defRPr>
            </a:lvl1pPr>
            <a:lvl2pPr marL="6350" indent="0">
              <a:buFont typeface="Arial" panose="020B0604020202020204" pitchFamily="34" charset="0"/>
              <a:buNone/>
              <a:tabLst/>
              <a:defRPr sz="1200">
                <a:solidFill>
                  <a:schemeClr val="tx1"/>
                </a:solidFill>
              </a:defRPr>
            </a:lvl2pPr>
            <a:lvl3pPr>
              <a:defRPr>
                <a:solidFill>
                  <a:schemeClr val="bg2"/>
                </a:solidFill>
              </a:defRPr>
            </a:lvl3pPr>
          </a:lstStyle>
          <a:p>
            <a:pPr lvl="1"/>
            <a:r>
              <a:rPr lang="en-US" dirty="0"/>
              <a:t>Cropped piece of GUI image (must cross over the dark blue but not above it or off the page)</a:t>
            </a:r>
          </a:p>
          <a:p>
            <a:pPr lvl="1"/>
            <a:r>
              <a:rPr lang="en-US" dirty="0"/>
              <a:t>Best used with small GUI screenshots (width can change but not height, adjust left margin to title text so it is left aligned but legible)</a:t>
            </a:r>
          </a:p>
        </p:txBody>
      </p:sp>
      <p:sp>
        <p:nvSpPr>
          <p:cNvPr id="23" name="Content Placeholder 3">
            <a:extLst>
              <a:ext uri="{FF2B5EF4-FFF2-40B4-BE49-F238E27FC236}">
                <a16:creationId xmlns:a16="http://schemas.microsoft.com/office/drawing/2014/main" id="{FC958CDA-7917-0F43-A775-6AEE32A675F6}"/>
              </a:ext>
            </a:extLst>
          </p:cNvPr>
          <p:cNvSpPr>
            <a:spLocks noGrp="1"/>
          </p:cNvSpPr>
          <p:nvPr>
            <p:ph sz="half" idx="10" hasCustomPrompt="1"/>
          </p:nvPr>
        </p:nvSpPr>
        <p:spPr>
          <a:xfrm>
            <a:off x="2819401" y="3182268"/>
            <a:ext cx="5373585" cy="1827882"/>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 keep it short!</a:t>
            </a:r>
          </a:p>
          <a:p>
            <a:pPr lvl="1"/>
            <a:r>
              <a:rPr lang="en-US" dirty="0"/>
              <a:t>Keep left aligned to the title (if you adjust the title adjust this box as well)</a:t>
            </a:r>
          </a:p>
          <a:p>
            <a:pPr lvl="2"/>
            <a:r>
              <a:rPr lang="en-US" dirty="0"/>
              <a:t>Third level</a:t>
            </a:r>
          </a:p>
        </p:txBody>
      </p:sp>
    </p:spTree>
    <p:extLst>
      <p:ext uri="{BB962C8B-B14F-4D97-AF65-F5344CB8AC3E}">
        <p14:creationId xmlns:p14="http://schemas.microsoft.com/office/powerpoint/2010/main" val="2294437976"/>
      </p:ext>
    </p:extLst>
  </p:cSld>
  <p:clrMapOvr>
    <a:masterClrMapping/>
  </p:clrMapOvr>
</p:sldLayout>
</file>

<file path=ppt/slideLayouts/slideLayout497.xml><?xml version="1.0" encoding="utf-8"?>
<p:sldLayout xmlns:a="http://schemas.openxmlformats.org/drawingml/2006/main" xmlns:r="http://schemas.openxmlformats.org/officeDocument/2006/relationships" xmlns:p="http://schemas.openxmlformats.org/presentationml/2006/main" preserve="1">
  <p:cSld name="1 Img: Body &amp; 2 Subsections (horizont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3276600" y="438150"/>
            <a:ext cx="5867400" cy="4267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9" name="Content Placeholder 3">
            <a:extLst>
              <a:ext uri="{FF2B5EF4-FFF2-40B4-BE49-F238E27FC236}">
                <a16:creationId xmlns:a16="http://schemas.microsoft.com/office/drawing/2014/main" id="{47CEDFB9-61FB-664C-B8CB-B9845B0708A7}"/>
              </a:ext>
            </a:extLst>
          </p:cNvPr>
          <p:cNvSpPr>
            <a:spLocks noGrp="1"/>
          </p:cNvSpPr>
          <p:nvPr>
            <p:ph sz="quarter" idx="21" hasCustomPrompt="1"/>
          </p:nvPr>
        </p:nvSpPr>
        <p:spPr>
          <a:xfrm>
            <a:off x="3275214" y="433532"/>
            <a:ext cx="5944986" cy="4267201"/>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12763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9" name="Content Placeholder 3">
            <a:extLst>
              <a:ext uri="{FF2B5EF4-FFF2-40B4-BE49-F238E27FC236}">
                <a16:creationId xmlns:a16="http://schemas.microsoft.com/office/drawing/2014/main" id="{3E06FF7B-3429-C644-8CBA-4E520851CCC1}"/>
              </a:ext>
            </a:extLst>
          </p:cNvPr>
          <p:cNvSpPr>
            <a:spLocks noGrp="1"/>
          </p:cNvSpPr>
          <p:nvPr>
            <p:ph sz="quarter" idx="17" hasCustomPrompt="1"/>
          </p:nvPr>
        </p:nvSpPr>
        <p:spPr>
          <a:xfrm>
            <a:off x="6766560" y="2878463"/>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1" name="Content Placeholder 3">
            <a:extLst>
              <a:ext uri="{FF2B5EF4-FFF2-40B4-BE49-F238E27FC236}">
                <a16:creationId xmlns:a16="http://schemas.microsoft.com/office/drawing/2014/main" id="{529BFA4C-0FA9-8A4B-A56D-5092DC42B69F}"/>
              </a:ext>
            </a:extLst>
          </p:cNvPr>
          <p:cNvSpPr>
            <a:spLocks noGrp="1"/>
          </p:cNvSpPr>
          <p:nvPr>
            <p:ph sz="quarter" idx="18" hasCustomPrompt="1"/>
          </p:nvPr>
        </p:nvSpPr>
        <p:spPr>
          <a:xfrm>
            <a:off x="6766560"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never images)</a:t>
            </a:r>
          </a:p>
        </p:txBody>
      </p:sp>
      <p:sp>
        <p:nvSpPr>
          <p:cNvPr id="17" name="Content Placeholder 3">
            <a:extLst>
              <a:ext uri="{FF2B5EF4-FFF2-40B4-BE49-F238E27FC236}">
                <a16:creationId xmlns:a16="http://schemas.microsoft.com/office/drawing/2014/main" id="{6F0A16B3-E5A2-F142-A60B-3ABD6B4C506E}"/>
              </a:ext>
            </a:extLst>
          </p:cNvPr>
          <p:cNvSpPr>
            <a:spLocks noGrp="1"/>
          </p:cNvSpPr>
          <p:nvPr>
            <p:ph sz="quarter" idx="19" hasCustomPrompt="1"/>
          </p:nvPr>
        </p:nvSpPr>
        <p:spPr>
          <a:xfrm>
            <a:off x="4746172" y="2878463"/>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8" name="Content Placeholder 3">
            <a:extLst>
              <a:ext uri="{FF2B5EF4-FFF2-40B4-BE49-F238E27FC236}">
                <a16:creationId xmlns:a16="http://schemas.microsoft.com/office/drawing/2014/main" id="{261E8B46-9EEF-7442-99EE-163C31DA533A}"/>
              </a:ext>
            </a:extLst>
          </p:cNvPr>
          <p:cNvSpPr>
            <a:spLocks noGrp="1"/>
          </p:cNvSpPr>
          <p:nvPr>
            <p:ph sz="quarter" idx="20" hasCustomPrompt="1"/>
          </p:nvPr>
        </p:nvSpPr>
        <p:spPr>
          <a:xfrm>
            <a:off x="4746172"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never images)</a:t>
            </a:r>
          </a:p>
        </p:txBody>
      </p:sp>
      <p:sp>
        <p:nvSpPr>
          <p:cNvPr id="13" name="Content Placeholder 3">
            <a:extLst>
              <a:ext uri="{FF2B5EF4-FFF2-40B4-BE49-F238E27FC236}">
                <a16:creationId xmlns:a16="http://schemas.microsoft.com/office/drawing/2014/main" id="{EBEB5B93-0024-7142-918B-08276C405FC0}"/>
              </a:ext>
            </a:extLst>
          </p:cNvPr>
          <p:cNvSpPr>
            <a:spLocks noGrp="1"/>
          </p:cNvSpPr>
          <p:nvPr>
            <p:ph sz="half" idx="10" hasCustomPrompt="1"/>
          </p:nvPr>
        </p:nvSpPr>
        <p:spPr>
          <a:xfrm>
            <a:off x="457201" y="2076450"/>
            <a:ext cx="2417762" cy="27051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Tree>
    <p:extLst>
      <p:ext uri="{BB962C8B-B14F-4D97-AF65-F5344CB8AC3E}">
        <p14:creationId xmlns:p14="http://schemas.microsoft.com/office/powerpoint/2010/main" val="2008593673"/>
      </p:ext>
    </p:extLst>
  </p:cSld>
  <p:clrMapOvr>
    <a:masterClrMapping/>
  </p:clrMapOvr>
</p:sldLayout>
</file>

<file path=ppt/slideLayouts/slideLayout498.xml><?xml version="1.0" encoding="utf-8"?>
<p:sldLayout xmlns:a="http://schemas.openxmlformats.org/drawingml/2006/main" xmlns:r="http://schemas.openxmlformats.org/officeDocument/2006/relationships" xmlns:p="http://schemas.openxmlformats.org/presentationml/2006/main" preserve="1">
  <p:cSld name="1 Img: Body &amp; 2 Subsections (vertic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3276600" y="438150"/>
            <a:ext cx="5867400" cy="42672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Content Placeholder 3">
            <a:extLst>
              <a:ext uri="{FF2B5EF4-FFF2-40B4-BE49-F238E27FC236}">
                <a16:creationId xmlns:a16="http://schemas.microsoft.com/office/drawing/2014/main" id="{3E121484-A153-5748-BC2B-E272C94905DD}"/>
              </a:ext>
            </a:extLst>
          </p:cNvPr>
          <p:cNvSpPr>
            <a:spLocks noGrp="1"/>
          </p:cNvSpPr>
          <p:nvPr>
            <p:ph sz="quarter" idx="17" hasCustomPrompt="1"/>
          </p:nvPr>
        </p:nvSpPr>
        <p:spPr>
          <a:xfrm>
            <a:off x="3275214" y="433532"/>
            <a:ext cx="5944986" cy="4267201"/>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vertical image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hasCustomPrompt="1"/>
          </p:nvPr>
        </p:nvSpPr>
        <p:spPr>
          <a:xfrm>
            <a:off x="457201" y="12763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dirty="0"/>
              <a:t>Content slide for product </a:t>
            </a:r>
          </a:p>
        </p:txBody>
      </p:sp>
      <p:sp>
        <p:nvSpPr>
          <p:cNvPr id="19" name="Content Placeholder 3">
            <a:extLst>
              <a:ext uri="{FF2B5EF4-FFF2-40B4-BE49-F238E27FC236}">
                <a16:creationId xmlns:a16="http://schemas.microsoft.com/office/drawing/2014/main" id="{0039C83E-2396-3041-88D2-08BED1B90FB3}"/>
              </a:ext>
            </a:extLst>
          </p:cNvPr>
          <p:cNvSpPr>
            <a:spLocks noGrp="1"/>
          </p:cNvSpPr>
          <p:nvPr>
            <p:ph sz="half" idx="10" hasCustomPrompt="1"/>
          </p:nvPr>
        </p:nvSpPr>
        <p:spPr>
          <a:xfrm>
            <a:off x="457201" y="2076450"/>
            <a:ext cx="2417762" cy="27051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8C71EA4F-0AEB-704F-B2AF-EC325862EE69}"/>
              </a:ext>
            </a:extLst>
          </p:cNvPr>
          <p:cNvSpPr>
            <a:spLocks noGrp="1"/>
          </p:cNvSpPr>
          <p:nvPr>
            <p:ph sz="quarter" idx="12" hasCustomPrompt="1"/>
          </p:nvPr>
        </p:nvSpPr>
        <p:spPr>
          <a:xfrm>
            <a:off x="6766560" y="285750"/>
            <a:ext cx="1920240" cy="1295400"/>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Content Placeholder 3">
            <a:extLst>
              <a:ext uri="{FF2B5EF4-FFF2-40B4-BE49-F238E27FC236}">
                <a16:creationId xmlns:a16="http://schemas.microsoft.com/office/drawing/2014/main" id="{C06C8869-223C-D542-9653-176927B288AF}"/>
              </a:ext>
            </a:extLst>
          </p:cNvPr>
          <p:cNvSpPr>
            <a:spLocks noGrp="1"/>
          </p:cNvSpPr>
          <p:nvPr>
            <p:ph sz="quarter" idx="13" hasCustomPrompt="1"/>
          </p:nvPr>
        </p:nvSpPr>
        <p:spPr>
          <a:xfrm>
            <a:off x="6766560" y="2647951"/>
            <a:ext cx="1920240" cy="9144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3" name="Content Placeholder 3">
            <a:extLst>
              <a:ext uri="{FF2B5EF4-FFF2-40B4-BE49-F238E27FC236}">
                <a16:creationId xmlns:a16="http://schemas.microsoft.com/office/drawing/2014/main" id="{AE788E41-A610-5040-A8C2-BD70D9EF3D9B}"/>
              </a:ext>
            </a:extLst>
          </p:cNvPr>
          <p:cNvSpPr>
            <a:spLocks noGrp="1"/>
          </p:cNvSpPr>
          <p:nvPr>
            <p:ph sz="quarter" idx="15" hasCustomPrompt="1"/>
          </p:nvPr>
        </p:nvSpPr>
        <p:spPr>
          <a:xfrm>
            <a:off x="6766560" y="1583328"/>
            <a:ext cx="1920240" cy="1064623"/>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(never images)</a:t>
            </a:r>
          </a:p>
        </p:txBody>
      </p:sp>
      <p:sp>
        <p:nvSpPr>
          <p:cNvPr id="24" name="Content Placeholder 3">
            <a:extLst>
              <a:ext uri="{FF2B5EF4-FFF2-40B4-BE49-F238E27FC236}">
                <a16:creationId xmlns:a16="http://schemas.microsoft.com/office/drawing/2014/main" id="{29BFBEF6-E451-974A-8990-AD98550A94D1}"/>
              </a:ext>
            </a:extLst>
          </p:cNvPr>
          <p:cNvSpPr>
            <a:spLocks noGrp="1"/>
          </p:cNvSpPr>
          <p:nvPr>
            <p:ph sz="quarter" idx="16" hasCustomPrompt="1"/>
          </p:nvPr>
        </p:nvSpPr>
        <p:spPr>
          <a:xfrm>
            <a:off x="6766560" y="3562352"/>
            <a:ext cx="1920240" cy="129539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(never images)</a:t>
            </a:r>
          </a:p>
        </p:txBody>
      </p:sp>
    </p:spTree>
    <p:extLst>
      <p:ext uri="{BB962C8B-B14F-4D97-AF65-F5344CB8AC3E}">
        <p14:creationId xmlns:p14="http://schemas.microsoft.com/office/powerpoint/2010/main" val="1064369667"/>
      </p:ext>
    </p:extLst>
  </p:cSld>
  <p:clrMapOvr>
    <a:masterClrMapping/>
  </p:clrMapOvr>
</p:sldLayout>
</file>

<file path=ppt/slideLayouts/slideLayout499.xml><?xml version="1.0" encoding="utf-8"?>
<p:sldLayout xmlns:a="http://schemas.openxmlformats.org/drawingml/2006/main" xmlns:r="http://schemas.openxmlformats.org/officeDocument/2006/relationships" xmlns:p="http://schemas.openxmlformats.org/presentationml/2006/main" preserve="1">
  <p:cSld name="1 Img: 2 Subsections (horizontal)">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1A19ABD-8F20-9948-B84A-E38FAEDBE435}"/>
              </a:ext>
            </a:extLst>
          </p:cNvPr>
          <p:cNvSpPr/>
          <p:nvPr/>
        </p:nvSpPr>
        <p:spPr>
          <a:xfrm>
            <a:off x="685800" y="1574620"/>
            <a:ext cx="8077200" cy="35688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685800" y="1574620"/>
            <a:ext cx="8077200" cy="356888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457200" y="288308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457200"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4" name="Content Placeholder 3">
            <a:extLst>
              <a:ext uri="{FF2B5EF4-FFF2-40B4-BE49-F238E27FC236}">
                <a16:creationId xmlns:a16="http://schemas.microsoft.com/office/drawing/2014/main" id="{4EFE6318-65F6-574E-A6AF-2B00B6294C16}"/>
              </a:ext>
            </a:extLst>
          </p:cNvPr>
          <p:cNvSpPr>
            <a:spLocks noGrp="1"/>
          </p:cNvSpPr>
          <p:nvPr>
            <p:ph sz="quarter" idx="31" hasCustomPrompt="1"/>
          </p:nvPr>
        </p:nvSpPr>
        <p:spPr>
          <a:xfrm>
            <a:off x="2570363" y="288308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5" name="Content Placeholder 3">
            <a:extLst>
              <a:ext uri="{FF2B5EF4-FFF2-40B4-BE49-F238E27FC236}">
                <a16:creationId xmlns:a16="http://schemas.microsoft.com/office/drawing/2014/main" id="{01D9D084-191F-4748-95AA-C449BC462044}"/>
              </a:ext>
            </a:extLst>
          </p:cNvPr>
          <p:cNvSpPr>
            <a:spLocks noGrp="1"/>
          </p:cNvSpPr>
          <p:nvPr>
            <p:ph sz="quarter" idx="32" hasCustomPrompt="1"/>
          </p:nvPr>
        </p:nvSpPr>
        <p:spPr>
          <a:xfrm>
            <a:off x="2570363"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1" name="Title 1">
            <a:extLst>
              <a:ext uri="{FF2B5EF4-FFF2-40B4-BE49-F238E27FC236}">
                <a16:creationId xmlns:a16="http://schemas.microsoft.com/office/drawing/2014/main" id="{320F225D-F840-704E-90D0-82590E475F02}"/>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2" name="Text Placeholder 2">
            <a:extLst>
              <a:ext uri="{FF2B5EF4-FFF2-40B4-BE49-F238E27FC236}">
                <a16:creationId xmlns:a16="http://schemas.microsoft.com/office/drawing/2014/main" id="{BC42EB25-D658-9942-9DB4-E2923B92DF11}"/>
              </a:ext>
            </a:extLst>
          </p:cNvPr>
          <p:cNvSpPr>
            <a:spLocks noGrp="1"/>
          </p:cNvSpPr>
          <p:nvPr>
            <p:ph type="body" sz="quarter" idx="12" hasCustomPrompt="1"/>
          </p:nvPr>
        </p:nvSpPr>
        <p:spPr>
          <a:xfrm>
            <a:off x="6553200" y="4705350"/>
            <a:ext cx="2133600" cy="304800"/>
          </a:xfrm>
        </p:spPr>
        <p:txBody>
          <a:bodyPr>
            <a:normAutofit/>
          </a:bodyPr>
          <a:lstStyle>
            <a:lvl1pPr marL="0" indent="0" algn="r">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Caption in this style only if necessary (move to be near image but stay on the right side)</a:t>
            </a:r>
          </a:p>
        </p:txBody>
      </p:sp>
    </p:spTree>
    <p:extLst>
      <p:ext uri="{BB962C8B-B14F-4D97-AF65-F5344CB8AC3E}">
        <p14:creationId xmlns:p14="http://schemas.microsoft.com/office/powerpoint/2010/main" val="2868573042"/>
      </p:ext>
    </p:extLst>
  </p:cSld>
  <p:clrMapOvr>
    <a:masterClrMapping/>
  </p:clrMapOvr>
</p:sldLayout>
</file>

<file path=ppt/slideLayouts/slideLayout500.xml><?xml version="1.0" encoding="utf-8"?>
<p:sldLayout xmlns:a="http://schemas.openxmlformats.org/drawingml/2006/main" xmlns:r="http://schemas.openxmlformats.org/officeDocument/2006/relationships" xmlns:p="http://schemas.openxmlformats.org/presentationml/2006/main" preserve="1">
  <p:cSld name="1 Img: 2 Subsections (vertic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0" y="1828800"/>
            <a:ext cx="9144000" cy="33147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4" name="Content Placeholder 3">
            <a:extLst>
              <a:ext uri="{FF2B5EF4-FFF2-40B4-BE49-F238E27FC236}">
                <a16:creationId xmlns:a16="http://schemas.microsoft.com/office/drawing/2014/main" id="{C1410587-1BDD-7048-AF53-8DFCD2C586EC}"/>
              </a:ext>
            </a:extLst>
          </p:cNvPr>
          <p:cNvSpPr>
            <a:spLocks noGrp="1"/>
          </p:cNvSpPr>
          <p:nvPr>
            <p:ph sz="quarter" idx="17" hasCustomPrompt="1"/>
          </p:nvPr>
        </p:nvSpPr>
        <p:spPr>
          <a:xfrm>
            <a:off x="0" y="1828800"/>
            <a:ext cx="9144000" cy="331470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imagery </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0" y="781050"/>
            <a:ext cx="4572000"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9" name="Content Placeholder 3">
            <a:extLst>
              <a:ext uri="{FF2B5EF4-FFF2-40B4-BE49-F238E27FC236}">
                <a16:creationId xmlns:a16="http://schemas.microsoft.com/office/drawing/2014/main" id="{9D9E0323-2132-924E-B4B6-B65DEFACA051}"/>
              </a:ext>
            </a:extLst>
          </p:cNvPr>
          <p:cNvSpPr>
            <a:spLocks noGrp="1"/>
          </p:cNvSpPr>
          <p:nvPr>
            <p:ph sz="quarter" idx="12" hasCustomPrompt="1"/>
          </p:nvPr>
        </p:nvSpPr>
        <p:spPr>
          <a:xfrm>
            <a:off x="6400800" y="516526"/>
            <a:ext cx="2196352" cy="1064624"/>
          </a:xfrm>
          <a:solidFill>
            <a:schemeClr val="tx2"/>
          </a:solidFill>
        </p:spPr>
        <p:txBody>
          <a:bodyPr lIns="137160" tIns="137160" rIns="9144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0" name="Content Placeholder 3">
            <a:extLst>
              <a:ext uri="{FF2B5EF4-FFF2-40B4-BE49-F238E27FC236}">
                <a16:creationId xmlns:a16="http://schemas.microsoft.com/office/drawing/2014/main" id="{73CF75C6-D2B9-2B40-86C2-61E17A7E58DA}"/>
              </a:ext>
            </a:extLst>
          </p:cNvPr>
          <p:cNvSpPr>
            <a:spLocks noGrp="1"/>
          </p:cNvSpPr>
          <p:nvPr>
            <p:ph sz="quarter" idx="13" hasCustomPrompt="1"/>
          </p:nvPr>
        </p:nvSpPr>
        <p:spPr>
          <a:xfrm>
            <a:off x="6400800" y="2647951"/>
            <a:ext cx="2196352" cy="914401"/>
          </a:xfrm>
          <a:solidFill>
            <a:schemeClr val="tx2"/>
          </a:solidFill>
        </p:spPr>
        <p:txBody>
          <a:bodyPr lIns="137160" tIns="13716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1" name="Content Placeholder 3">
            <a:extLst>
              <a:ext uri="{FF2B5EF4-FFF2-40B4-BE49-F238E27FC236}">
                <a16:creationId xmlns:a16="http://schemas.microsoft.com/office/drawing/2014/main" id="{EAF63C98-5ADC-4744-8C2C-754CFCA2A7C7}"/>
              </a:ext>
            </a:extLst>
          </p:cNvPr>
          <p:cNvSpPr>
            <a:spLocks noGrp="1"/>
          </p:cNvSpPr>
          <p:nvPr>
            <p:ph sz="quarter" idx="15" hasCustomPrompt="1"/>
          </p:nvPr>
        </p:nvSpPr>
        <p:spPr>
          <a:xfrm>
            <a:off x="6400800" y="1583328"/>
            <a:ext cx="2196352" cy="1064623"/>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(never images)</a:t>
            </a:r>
          </a:p>
        </p:txBody>
      </p:sp>
      <p:sp>
        <p:nvSpPr>
          <p:cNvPr id="22" name="Content Placeholder 3">
            <a:extLst>
              <a:ext uri="{FF2B5EF4-FFF2-40B4-BE49-F238E27FC236}">
                <a16:creationId xmlns:a16="http://schemas.microsoft.com/office/drawing/2014/main" id="{60F589EC-28F7-6547-A1E0-FD934D9C4717}"/>
              </a:ext>
            </a:extLst>
          </p:cNvPr>
          <p:cNvSpPr>
            <a:spLocks noGrp="1"/>
          </p:cNvSpPr>
          <p:nvPr>
            <p:ph sz="quarter" idx="16" hasCustomPrompt="1"/>
          </p:nvPr>
        </p:nvSpPr>
        <p:spPr>
          <a:xfrm>
            <a:off x="6400800" y="3562350"/>
            <a:ext cx="2196352" cy="1574620"/>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(never images)</a:t>
            </a:r>
          </a:p>
        </p:txBody>
      </p:sp>
    </p:spTree>
    <p:extLst>
      <p:ext uri="{BB962C8B-B14F-4D97-AF65-F5344CB8AC3E}">
        <p14:creationId xmlns:p14="http://schemas.microsoft.com/office/powerpoint/2010/main" val="3277081649"/>
      </p:ext>
    </p:extLst>
  </p:cSld>
  <p:clrMapOvr>
    <a:masterClrMapping/>
  </p:clrMapOvr>
</p:sldLayout>
</file>

<file path=ppt/slideLayouts/slideLayout501.xml><?xml version="1.0" encoding="utf-8"?>
<p:sldLayout xmlns:a="http://schemas.openxmlformats.org/drawingml/2006/main" xmlns:r="http://schemas.openxmlformats.org/officeDocument/2006/relationships" xmlns:p="http://schemas.openxmlformats.org/presentationml/2006/main" preserve="1">
  <p:cSld name="1 Img: Body (horizont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0" y="1828801"/>
            <a:ext cx="9144000" cy="333015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Content Placeholder 3">
            <a:extLst>
              <a:ext uri="{FF2B5EF4-FFF2-40B4-BE49-F238E27FC236}">
                <a16:creationId xmlns:a16="http://schemas.microsoft.com/office/drawing/2014/main" id="{EB54720A-1134-1149-8C4F-29DF61A6D4F5}"/>
              </a:ext>
            </a:extLst>
          </p:cNvPr>
          <p:cNvSpPr>
            <a:spLocks noGrp="1"/>
          </p:cNvSpPr>
          <p:nvPr>
            <p:ph sz="quarter" idx="17" hasCustomPrompt="1"/>
          </p:nvPr>
        </p:nvSpPr>
        <p:spPr>
          <a:xfrm>
            <a:off x="0" y="1828800"/>
            <a:ext cx="9144000" cy="331470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imagery </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57201" y="800101"/>
            <a:ext cx="3429001"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8" name="Content Placeholder 3">
            <a:extLst>
              <a:ext uri="{FF2B5EF4-FFF2-40B4-BE49-F238E27FC236}">
                <a16:creationId xmlns:a16="http://schemas.microsoft.com/office/drawing/2014/main" id="{A4AE68C5-CD5D-4844-949B-A40D77CF7FF9}"/>
              </a:ext>
            </a:extLst>
          </p:cNvPr>
          <p:cNvSpPr>
            <a:spLocks noGrp="1"/>
          </p:cNvSpPr>
          <p:nvPr>
            <p:ph sz="half" idx="10" hasCustomPrompt="1"/>
          </p:nvPr>
        </p:nvSpPr>
        <p:spPr>
          <a:xfrm>
            <a:off x="4336774" y="666751"/>
            <a:ext cx="4343400" cy="933451"/>
          </a:xfrm>
          <a:prstGeom prst="rect">
            <a:avLst/>
          </a:prstGeom>
        </p:spPr>
        <p:txBody>
          <a:bodyPr anchor="b">
            <a:normAutofit/>
          </a:bodyPr>
          <a:lstStyle>
            <a:lvl1pPr marL="0" indent="0">
              <a:lnSpc>
                <a:spcPct val="100000"/>
              </a:lnSpc>
              <a:buNone/>
              <a:defRPr sz="1400">
                <a:solidFill>
                  <a:srgbClr val="393A39"/>
                </a:solidFill>
                <a:latin typeface="Lato" panose="020F0502020204030203" pitchFamily="34" charset="0"/>
              </a:defRPr>
            </a:lvl1pPr>
            <a:lvl2pPr marL="292093" indent="0">
              <a:lnSpc>
                <a:spcPct val="100000"/>
              </a:lnSpc>
              <a:buFont typeface="Arial" panose="020B0604020202020204" pitchFamily="34" charset="0"/>
              <a:buNone/>
              <a:defRPr sz="1200">
                <a:solidFill>
                  <a:srgbClr val="393A39"/>
                </a:solidFill>
                <a:latin typeface="Lato" panose="020F0502020204030203" pitchFamily="34" charset="0"/>
              </a:defRPr>
            </a:lvl2pPr>
            <a:lvl3pPr marL="576248" indent="0">
              <a:lnSpc>
                <a:spcPct val="100000"/>
              </a:lnSpc>
              <a:buNone/>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 2-3 lines max</a:t>
            </a:r>
          </a:p>
        </p:txBody>
      </p:sp>
      <p:sp>
        <p:nvSpPr>
          <p:cNvPr id="6" name="Text Placeholder 2">
            <a:extLst>
              <a:ext uri="{FF2B5EF4-FFF2-40B4-BE49-F238E27FC236}">
                <a16:creationId xmlns:a16="http://schemas.microsoft.com/office/drawing/2014/main" id="{9C9FBA76-EC57-5B44-B1FE-EAEF7BA59C51}"/>
              </a:ext>
            </a:extLst>
          </p:cNvPr>
          <p:cNvSpPr>
            <a:spLocks noGrp="1"/>
          </p:cNvSpPr>
          <p:nvPr>
            <p:ph type="body" sz="quarter" idx="18" hasCustomPrompt="1"/>
          </p:nvPr>
        </p:nvSpPr>
        <p:spPr>
          <a:xfrm>
            <a:off x="97023" y="4854151"/>
            <a:ext cx="3103378" cy="304800"/>
          </a:xfrm>
        </p:spPr>
        <p:txBody>
          <a:bodyPr>
            <a:normAutofit/>
          </a:bodyPr>
          <a:lstStyle>
            <a:lvl1pPr marL="0" indent="0">
              <a:buNone/>
              <a:defRPr sz="900" b="0" i="1">
                <a:solidFill>
                  <a:schemeClr val="accent5"/>
                </a:solidFill>
                <a:latin typeface="Lato" panose="020F0502020204030203" pitchFamily="34" charset="77"/>
              </a:defRPr>
            </a:lvl1pPr>
            <a:lvl2pPr marL="457189" indent="0">
              <a:buNone/>
              <a:defRPr/>
            </a:lvl2pPr>
            <a:lvl3pPr marL="914378" indent="0">
              <a:buNone/>
              <a:defRPr/>
            </a:lvl3pPr>
          </a:lstStyle>
          <a:p>
            <a:pPr lvl="0"/>
            <a:r>
              <a:rPr lang="en-US" dirty="0"/>
              <a:t>Short  caption in this style only if necessary</a:t>
            </a:r>
          </a:p>
        </p:txBody>
      </p:sp>
    </p:spTree>
    <p:extLst>
      <p:ext uri="{BB962C8B-B14F-4D97-AF65-F5344CB8AC3E}">
        <p14:creationId xmlns:p14="http://schemas.microsoft.com/office/powerpoint/2010/main" val="2037751374"/>
      </p:ext>
    </p:extLst>
  </p:cSld>
  <p:clrMapOvr>
    <a:masterClrMapping/>
  </p:clrMapOvr>
</p:sldLayout>
</file>

<file path=ppt/slideLayouts/slideLayout502.xml><?xml version="1.0" encoding="utf-8"?>
<p:sldLayout xmlns:a="http://schemas.openxmlformats.org/drawingml/2006/main" xmlns:r="http://schemas.openxmlformats.org/officeDocument/2006/relationships" xmlns:p="http://schemas.openxmlformats.org/presentationml/2006/main" preserve="1">
  <p:cSld name="1 Img: 4 Subsections (horizont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0" y="0"/>
            <a:ext cx="9144000" cy="29146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Content Placeholder 3">
            <a:extLst>
              <a:ext uri="{FF2B5EF4-FFF2-40B4-BE49-F238E27FC236}">
                <a16:creationId xmlns:a16="http://schemas.microsoft.com/office/drawing/2014/main" id="{C55A5EC6-0073-7947-BBE4-21D6DE8230A6}"/>
              </a:ext>
            </a:extLst>
          </p:cNvPr>
          <p:cNvSpPr>
            <a:spLocks noGrp="1"/>
          </p:cNvSpPr>
          <p:nvPr>
            <p:ph sz="quarter" idx="19" hasCustomPrompt="1"/>
          </p:nvPr>
        </p:nvSpPr>
        <p:spPr>
          <a:xfrm>
            <a:off x="4572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5" name="Content Placeholder 3">
            <a:extLst>
              <a:ext uri="{FF2B5EF4-FFF2-40B4-BE49-F238E27FC236}">
                <a16:creationId xmlns:a16="http://schemas.microsoft.com/office/drawing/2014/main" id="{3ECEF5C8-D625-7D48-953E-B6AF1C1C6455}"/>
              </a:ext>
            </a:extLst>
          </p:cNvPr>
          <p:cNvSpPr>
            <a:spLocks noGrp="1"/>
          </p:cNvSpPr>
          <p:nvPr>
            <p:ph sz="quarter" idx="20" hasCustomPrompt="1"/>
          </p:nvPr>
        </p:nvSpPr>
        <p:spPr>
          <a:xfrm>
            <a:off x="4572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16" name="Content Placeholder 3">
            <a:extLst>
              <a:ext uri="{FF2B5EF4-FFF2-40B4-BE49-F238E27FC236}">
                <a16:creationId xmlns:a16="http://schemas.microsoft.com/office/drawing/2014/main" id="{2EB91B49-F488-C145-AFFE-02764827CF01}"/>
              </a:ext>
            </a:extLst>
          </p:cNvPr>
          <p:cNvSpPr>
            <a:spLocks noGrp="1"/>
          </p:cNvSpPr>
          <p:nvPr>
            <p:ph sz="quarter" idx="21" hasCustomPrompt="1"/>
          </p:nvPr>
        </p:nvSpPr>
        <p:spPr>
          <a:xfrm>
            <a:off x="25908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AF43D2FE-FD2D-9A46-AA7F-01AA07355C0E}"/>
              </a:ext>
            </a:extLst>
          </p:cNvPr>
          <p:cNvSpPr>
            <a:spLocks noGrp="1"/>
          </p:cNvSpPr>
          <p:nvPr>
            <p:ph sz="quarter" idx="22" hasCustomPrompt="1"/>
          </p:nvPr>
        </p:nvSpPr>
        <p:spPr>
          <a:xfrm>
            <a:off x="25908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26" name="Content Placeholder 3">
            <a:extLst>
              <a:ext uri="{FF2B5EF4-FFF2-40B4-BE49-F238E27FC236}">
                <a16:creationId xmlns:a16="http://schemas.microsoft.com/office/drawing/2014/main" id="{812EEC76-2279-374F-8B62-D1B9694094F0}"/>
              </a:ext>
            </a:extLst>
          </p:cNvPr>
          <p:cNvSpPr>
            <a:spLocks noGrp="1"/>
          </p:cNvSpPr>
          <p:nvPr>
            <p:ph sz="quarter" idx="23" hasCustomPrompt="1"/>
          </p:nvPr>
        </p:nvSpPr>
        <p:spPr>
          <a:xfrm>
            <a:off x="4724400" y="347155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87BCBA6B-67C3-6043-925B-200179A70E1E}"/>
              </a:ext>
            </a:extLst>
          </p:cNvPr>
          <p:cNvSpPr>
            <a:spLocks noGrp="1"/>
          </p:cNvSpPr>
          <p:nvPr>
            <p:ph sz="quarter" idx="24" hasCustomPrompt="1"/>
          </p:nvPr>
        </p:nvSpPr>
        <p:spPr>
          <a:xfrm>
            <a:off x="4724400" y="383459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28" name="Content Placeholder 3">
            <a:extLst>
              <a:ext uri="{FF2B5EF4-FFF2-40B4-BE49-F238E27FC236}">
                <a16:creationId xmlns:a16="http://schemas.microsoft.com/office/drawing/2014/main" id="{2FAE9328-9470-0848-AC2C-8C50A5877CD5}"/>
              </a:ext>
            </a:extLst>
          </p:cNvPr>
          <p:cNvSpPr>
            <a:spLocks noGrp="1"/>
          </p:cNvSpPr>
          <p:nvPr>
            <p:ph sz="quarter" idx="25" hasCustomPrompt="1"/>
          </p:nvPr>
        </p:nvSpPr>
        <p:spPr>
          <a:xfrm>
            <a:off x="68580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9" name="Content Placeholder 3">
            <a:extLst>
              <a:ext uri="{FF2B5EF4-FFF2-40B4-BE49-F238E27FC236}">
                <a16:creationId xmlns:a16="http://schemas.microsoft.com/office/drawing/2014/main" id="{0B1D0407-5C33-864A-BF68-513C16B32567}"/>
              </a:ext>
            </a:extLst>
          </p:cNvPr>
          <p:cNvSpPr>
            <a:spLocks noGrp="1"/>
          </p:cNvSpPr>
          <p:nvPr>
            <p:ph sz="quarter" idx="26" hasCustomPrompt="1"/>
          </p:nvPr>
        </p:nvSpPr>
        <p:spPr>
          <a:xfrm>
            <a:off x="68580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pic>
        <p:nvPicPr>
          <p:cNvPr id="19" name="Picture 18">
            <a:extLst>
              <a:ext uri="{FF2B5EF4-FFF2-40B4-BE49-F238E27FC236}">
                <a16:creationId xmlns:a16="http://schemas.microsoft.com/office/drawing/2014/main" id="{12314A6A-139E-B045-A7B0-62EE8C195F54}"/>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20" name="Picture 19">
            <a:extLst>
              <a:ext uri="{FF2B5EF4-FFF2-40B4-BE49-F238E27FC236}">
                <a16:creationId xmlns:a16="http://schemas.microsoft.com/office/drawing/2014/main" id="{C764D7F7-BB88-854E-82C8-FA0A21E4A86E}"/>
              </a:ext>
            </a:extLst>
          </p:cNvPr>
          <p:cNvPicPr>
            <a:picLocks noChangeAspect="1"/>
          </p:cNvPicPr>
          <p:nvPr/>
        </p:nvPicPr>
        <p:blipFill>
          <a:blip r:embed="rId3"/>
          <a:stretch>
            <a:fillRect/>
          </a:stretch>
        </p:blipFill>
        <p:spPr>
          <a:xfrm>
            <a:off x="115779" y="223914"/>
            <a:ext cx="752320" cy="69658"/>
          </a:xfrm>
          <a:prstGeom prst="rect">
            <a:avLst/>
          </a:prstGeom>
        </p:spPr>
      </p:pic>
      <p:sp>
        <p:nvSpPr>
          <p:cNvPr id="32" name="Content Placeholder 3">
            <a:extLst>
              <a:ext uri="{FF2B5EF4-FFF2-40B4-BE49-F238E27FC236}">
                <a16:creationId xmlns:a16="http://schemas.microsoft.com/office/drawing/2014/main" id="{08F8115A-52B0-214C-9121-EF7CCB7F0CB0}"/>
              </a:ext>
            </a:extLst>
          </p:cNvPr>
          <p:cNvSpPr>
            <a:spLocks noGrp="1"/>
          </p:cNvSpPr>
          <p:nvPr>
            <p:ph sz="quarter" idx="17" hasCustomPrompt="1"/>
          </p:nvPr>
        </p:nvSpPr>
        <p:spPr>
          <a:xfrm>
            <a:off x="0" y="-1270"/>
            <a:ext cx="9144000" cy="291592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horizontal image</a:t>
            </a:r>
          </a:p>
        </p:txBody>
      </p:sp>
      <p:sp>
        <p:nvSpPr>
          <p:cNvPr id="18" name="Title 1">
            <a:extLst>
              <a:ext uri="{FF2B5EF4-FFF2-40B4-BE49-F238E27FC236}">
                <a16:creationId xmlns:a16="http://schemas.microsoft.com/office/drawing/2014/main" id="{FC98038E-301F-8A4C-BE5E-97E84379DBA2}"/>
              </a:ext>
            </a:extLst>
          </p:cNvPr>
          <p:cNvSpPr>
            <a:spLocks noGrp="1"/>
          </p:cNvSpPr>
          <p:nvPr>
            <p:ph type="title"/>
          </p:nvPr>
        </p:nvSpPr>
        <p:spPr>
          <a:xfrm>
            <a:off x="0" y="2373810"/>
            <a:ext cx="7467600" cy="879516"/>
          </a:xfrm>
          <a:prstGeom prst="rect">
            <a:avLst/>
          </a:prstGeom>
          <a:solidFill>
            <a:schemeClr val="tx2"/>
          </a:solidFill>
        </p:spPr>
        <p:txBody>
          <a:bodyPr lIns="548640" rIns="137160" bIns="13716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472085013"/>
      </p:ext>
    </p:extLst>
  </p:cSld>
  <p:clrMapOvr>
    <a:masterClrMapping/>
  </p:clrMapOvr>
</p:sldLayout>
</file>

<file path=ppt/slideLayouts/slideLayout503.xml><?xml version="1.0" encoding="utf-8"?>
<p:sldLayout xmlns:a="http://schemas.openxmlformats.org/drawingml/2006/main" xmlns:r="http://schemas.openxmlformats.org/officeDocument/2006/relationships" xmlns:p="http://schemas.openxmlformats.org/presentationml/2006/main" preserve="1">
  <p:cSld name="1 Img: 4 Subsections (large titl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0" y="0"/>
            <a:ext cx="9144000" cy="29146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4" name="Content Placeholder 3">
            <a:extLst>
              <a:ext uri="{FF2B5EF4-FFF2-40B4-BE49-F238E27FC236}">
                <a16:creationId xmlns:a16="http://schemas.microsoft.com/office/drawing/2014/main" id="{C55A5EC6-0073-7947-BBE4-21D6DE8230A6}"/>
              </a:ext>
            </a:extLst>
          </p:cNvPr>
          <p:cNvSpPr>
            <a:spLocks noGrp="1"/>
          </p:cNvSpPr>
          <p:nvPr>
            <p:ph sz="quarter" idx="19" hasCustomPrompt="1"/>
          </p:nvPr>
        </p:nvSpPr>
        <p:spPr>
          <a:xfrm>
            <a:off x="4572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5" name="Content Placeholder 3">
            <a:extLst>
              <a:ext uri="{FF2B5EF4-FFF2-40B4-BE49-F238E27FC236}">
                <a16:creationId xmlns:a16="http://schemas.microsoft.com/office/drawing/2014/main" id="{3ECEF5C8-D625-7D48-953E-B6AF1C1C6455}"/>
              </a:ext>
            </a:extLst>
          </p:cNvPr>
          <p:cNvSpPr>
            <a:spLocks noGrp="1"/>
          </p:cNvSpPr>
          <p:nvPr>
            <p:ph sz="quarter" idx="20" hasCustomPrompt="1"/>
          </p:nvPr>
        </p:nvSpPr>
        <p:spPr>
          <a:xfrm>
            <a:off x="4572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16" name="Content Placeholder 3">
            <a:extLst>
              <a:ext uri="{FF2B5EF4-FFF2-40B4-BE49-F238E27FC236}">
                <a16:creationId xmlns:a16="http://schemas.microsoft.com/office/drawing/2014/main" id="{2EB91B49-F488-C145-AFFE-02764827CF01}"/>
              </a:ext>
            </a:extLst>
          </p:cNvPr>
          <p:cNvSpPr>
            <a:spLocks noGrp="1"/>
          </p:cNvSpPr>
          <p:nvPr>
            <p:ph sz="quarter" idx="21" hasCustomPrompt="1"/>
          </p:nvPr>
        </p:nvSpPr>
        <p:spPr>
          <a:xfrm>
            <a:off x="25908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AF43D2FE-FD2D-9A46-AA7F-01AA07355C0E}"/>
              </a:ext>
            </a:extLst>
          </p:cNvPr>
          <p:cNvSpPr>
            <a:spLocks noGrp="1"/>
          </p:cNvSpPr>
          <p:nvPr>
            <p:ph sz="quarter" idx="22" hasCustomPrompt="1"/>
          </p:nvPr>
        </p:nvSpPr>
        <p:spPr>
          <a:xfrm>
            <a:off x="25908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26" name="Content Placeholder 3">
            <a:extLst>
              <a:ext uri="{FF2B5EF4-FFF2-40B4-BE49-F238E27FC236}">
                <a16:creationId xmlns:a16="http://schemas.microsoft.com/office/drawing/2014/main" id="{812EEC76-2279-374F-8B62-D1B9694094F0}"/>
              </a:ext>
            </a:extLst>
          </p:cNvPr>
          <p:cNvSpPr>
            <a:spLocks noGrp="1"/>
          </p:cNvSpPr>
          <p:nvPr>
            <p:ph sz="quarter" idx="23" hasCustomPrompt="1"/>
          </p:nvPr>
        </p:nvSpPr>
        <p:spPr>
          <a:xfrm>
            <a:off x="4724400" y="347155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87BCBA6B-67C3-6043-925B-200179A70E1E}"/>
              </a:ext>
            </a:extLst>
          </p:cNvPr>
          <p:cNvSpPr>
            <a:spLocks noGrp="1"/>
          </p:cNvSpPr>
          <p:nvPr>
            <p:ph sz="quarter" idx="24" hasCustomPrompt="1"/>
          </p:nvPr>
        </p:nvSpPr>
        <p:spPr>
          <a:xfrm>
            <a:off x="4724400" y="383459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28" name="Content Placeholder 3">
            <a:extLst>
              <a:ext uri="{FF2B5EF4-FFF2-40B4-BE49-F238E27FC236}">
                <a16:creationId xmlns:a16="http://schemas.microsoft.com/office/drawing/2014/main" id="{2FAE9328-9470-0848-AC2C-8C50A5877CD5}"/>
              </a:ext>
            </a:extLst>
          </p:cNvPr>
          <p:cNvSpPr>
            <a:spLocks noGrp="1"/>
          </p:cNvSpPr>
          <p:nvPr>
            <p:ph sz="quarter" idx="25" hasCustomPrompt="1"/>
          </p:nvPr>
        </p:nvSpPr>
        <p:spPr>
          <a:xfrm>
            <a:off x="6858000" y="3465022"/>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9" name="Content Placeholder 3">
            <a:extLst>
              <a:ext uri="{FF2B5EF4-FFF2-40B4-BE49-F238E27FC236}">
                <a16:creationId xmlns:a16="http://schemas.microsoft.com/office/drawing/2014/main" id="{0B1D0407-5C33-864A-BF68-513C16B32567}"/>
              </a:ext>
            </a:extLst>
          </p:cNvPr>
          <p:cNvSpPr>
            <a:spLocks noGrp="1"/>
          </p:cNvSpPr>
          <p:nvPr>
            <p:ph sz="quarter" idx="26" hasCustomPrompt="1"/>
          </p:nvPr>
        </p:nvSpPr>
        <p:spPr>
          <a:xfrm>
            <a:off x="6858000" y="3828066"/>
            <a:ext cx="1920240" cy="1069692"/>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 (no bullets)</a:t>
            </a:r>
          </a:p>
        </p:txBody>
      </p:sp>
      <p:sp>
        <p:nvSpPr>
          <p:cNvPr id="2" name="Rectangle 1">
            <a:extLst>
              <a:ext uri="{FF2B5EF4-FFF2-40B4-BE49-F238E27FC236}">
                <a16:creationId xmlns:a16="http://schemas.microsoft.com/office/drawing/2014/main" id="{F6AE7833-1F13-1049-9DAF-FBC22A380B2E}"/>
              </a:ext>
            </a:extLst>
          </p:cNvPr>
          <p:cNvSpPr/>
          <p:nvPr/>
        </p:nvSpPr>
        <p:spPr>
          <a:xfrm>
            <a:off x="0" y="293572"/>
            <a:ext cx="4038600" cy="296397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9" name="Picture 18">
            <a:extLst>
              <a:ext uri="{FF2B5EF4-FFF2-40B4-BE49-F238E27FC236}">
                <a16:creationId xmlns:a16="http://schemas.microsoft.com/office/drawing/2014/main" id="{12314A6A-139E-B045-A7B0-62EE8C195F54}"/>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20" name="Picture 19">
            <a:extLst>
              <a:ext uri="{FF2B5EF4-FFF2-40B4-BE49-F238E27FC236}">
                <a16:creationId xmlns:a16="http://schemas.microsoft.com/office/drawing/2014/main" id="{C764D7F7-BB88-854E-82C8-FA0A21E4A86E}"/>
              </a:ext>
            </a:extLst>
          </p:cNvPr>
          <p:cNvPicPr>
            <a:picLocks noChangeAspect="1"/>
          </p:cNvPicPr>
          <p:nvPr/>
        </p:nvPicPr>
        <p:blipFill>
          <a:blip r:embed="rId3"/>
          <a:stretch>
            <a:fillRect/>
          </a:stretch>
        </p:blipFill>
        <p:spPr>
          <a:xfrm>
            <a:off x="115779" y="223914"/>
            <a:ext cx="752320" cy="69658"/>
          </a:xfrm>
          <a:prstGeom prst="rect">
            <a:avLst/>
          </a:prstGeom>
        </p:spPr>
      </p:pic>
      <p:sp>
        <p:nvSpPr>
          <p:cNvPr id="32" name="Content Placeholder 3">
            <a:extLst>
              <a:ext uri="{FF2B5EF4-FFF2-40B4-BE49-F238E27FC236}">
                <a16:creationId xmlns:a16="http://schemas.microsoft.com/office/drawing/2014/main" id="{08F8115A-52B0-214C-9121-EF7CCB7F0CB0}"/>
              </a:ext>
            </a:extLst>
          </p:cNvPr>
          <p:cNvSpPr>
            <a:spLocks noGrp="1"/>
          </p:cNvSpPr>
          <p:nvPr>
            <p:ph sz="quarter" idx="17" hasCustomPrompt="1"/>
          </p:nvPr>
        </p:nvSpPr>
        <p:spPr>
          <a:xfrm>
            <a:off x="4038600" y="-1270"/>
            <a:ext cx="5105400" cy="2915920"/>
          </a:xfrm>
          <a:noFill/>
        </p:spPr>
        <p:txBody>
          <a:bodyPr lIns="137160" tIns="457200" rIns="91440" bIns="91440" anchor="t"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more square / vertical image</a:t>
            </a:r>
          </a:p>
        </p:txBody>
      </p:sp>
      <p:sp>
        <p:nvSpPr>
          <p:cNvPr id="18" name="Title 1">
            <a:extLst>
              <a:ext uri="{FF2B5EF4-FFF2-40B4-BE49-F238E27FC236}">
                <a16:creationId xmlns:a16="http://schemas.microsoft.com/office/drawing/2014/main" id="{FC98038E-301F-8A4C-BE5E-97E84379DBA2}"/>
              </a:ext>
            </a:extLst>
          </p:cNvPr>
          <p:cNvSpPr>
            <a:spLocks noGrp="1"/>
          </p:cNvSpPr>
          <p:nvPr>
            <p:ph type="title"/>
          </p:nvPr>
        </p:nvSpPr>
        <p:spPr>
          <a:xfrm>
            <a:off x="0" y="287042"/>
            <a:ext cx="4038600" cy="2056109"/>
          </a:xfrm>
          <a:prstGeom prst="rect">
            <a:avLst/>
          </a:prstGeom>
          <a:noFill/>
        </p:spPr>
        <p:txBody>
          <a:bodyPr lIns="548640" rIns="365760" bIns="4572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21" name="Content Placeholder 3">
            <a:extLst>
              <a:ext uri="{FF2B5EF4-FFF2-40B4-BE49-F238E27FC236}">
                <a16:creationId xmlns:a16="http://schemas.microsoft.com/office/drawing/2014/main" id="{CBC1F31E-85D9-5E4B-9BA9-85B4AD8EDEEE}"/>
              </a:ext>
            </a:extLst>
          </p:cNvPr>
          <p:cNvSpPr>
            <a:spLocks noGrp="1"/>
          </p:cNvSpPr>
          <p:nvPr>
            <p:ph sz="quarter" idx="27" hasCustomPrompt="1"/>
          </p:nvPr>
        </p:nvSpPr>
        <p:spPr>
          <a:xfrm>
            <a:off x="0" y="2349680"/>
            <a:ext cx="4038600" cy="907869"/>
          </a:xfrm>
          <a:noFill/>
        </p:spPr>
        <p:txBody>
          <a:bodyPr lIns="548640" tIns="45720" rIns="182880" bIns="137160" anchor="t" anchorCtr="0">
            <a:normAutofit/>
          </a:bodyPr>
          <a:lstStyle>
            <a:lvl1pPr marL="0" indent="0">
              <a:buNone/>
              <a:defRPr sz="1200" b="0">
                <a:solidFill>
                  <a:schemeClr val="accent3"/>
                </a:solidFill>
              </a:defRPr>
            </a:lvl1pPr>
            <a:lvl2pPr>
              <a:defRPr>
                <a:solidFill>
                  <a:schemeClr val="bg2"/>
                </a:solidFill>
              </a:defRPr>
            </a:lvl2pPr>
            <a:lvl3pPr>
              <a:defRPr>
                <a:solidFill>
                  <a:schemeClr val="bg2"/>
                </a:solidFill>
              </a:defRPr>
            </a:lvl3pPr>
          </a:lstStyle>
          <a:p>
            <a:pPr lvl="0"/>
            <a:r>
              <a:rPr lang="en-US" dirty="0"/>
              <a:t>Short body copy here</a:t>
            </a:r>
          </a:p>
        </p:txBody>
      </p:sp>
    </p:spTree>
    <p:extLst>
      <p:ext uri="{BB962C8B-B14F-4D97-AF65-F5344CB8AC3E}">
        <p14:creationId xmlns:p14="http://schemas.microsoft.com/office/powerpoint/2010/main" val="749860133"/>
      </p:ext>
    </p:extLst>
  </p:cSld>
  <p:clrMapOvr>
    <a:masterClrMapping/>
  </p:clrMapOvr>
</p:sldLayout>
</file>

<file path=ppt/slideLayouts/slideLayout504.xml><?xml version="1.0" encoding="utf-8"?>
<p:sldLayout xmlns:a="http://schemas.openxmlformats.org/drawingml/2006/main" xmlns:r="http://schemas.openxmlformats.org/officeDocument/2006/relationships" xmlns:p="http://schemas.openxmlformats.org/presentationml/2006/main" preserve="1">
  <p:cSld name="1 Img: 6 Subsections (vertical)">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A16AAA2-A7C1-4541-8877-3F69DB6229BC}"/>
              </a:ext>
            </a:extLst>
          </p:cNvPr>
          <p:cNvSpPr/>
          <p:nvPr/>
        </p:nvSpPr>
        <p:spPr>
          <a:xfrm>
            <a:off x="0" y="0"/>
            <a:ext cx="4343400" cy="51435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Rectangle 10">
            <a:extLst>
              <a:ext uri="{FF2B5EF4-FFF2-40B4-BE49-F238E27FC236}">
                <a16:creationId xmlns:a16="http://schemas.microsoft.com/office/drawing/2014/main" id="{DC1C3825-2765-004B-AADE-07B48076C16B}"/>
              </a:ext>
            </a:extLst>
          </p:cNvPr>
          <p:cNvSpPr/>
          <p:nvPr/>
        </p:nvSpPr>
        <p:spPr>
          <a:xfrm>
            <a:off x="0" y="742950"/>
            <a:ext cx="4577080" cy="111711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6" name="Content Placeholder 3">
            <a:extLst>
              <a:ext uri="{FF2B5EF4-FFF2-40B4-BE49-F238E27FC236}">
                <a16:creationId xmlns:a16="http://schemas.microsoft.com/office/drawing/2014/main" id="{812EEC76-2279-374F-8B62-D1B9694094F0}"/>
              </a:ext>
            </a:extLst>
          </p:cNvPr>
          <p:cNvSpPr>
            <a:spLocks noGrp="1"/>
          </p:cNvSpPr>
          <p:nvPr>
            <p:ph sz="quarter" idx="23" hasCustomPrompt="1"/>
          </p:nvPr>
        </p:nvSpPr>
        <p:spPr>
          <a:xfrm>
            <a:off x="4724400" y="373270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87BCBA6B-67C3-6043-925B-200179A70E1E}"/>
              </a:ext>
            </a:extLst>
          </p:cNvPr>
          <p:cNvSpPr>
            <a:spLocks noGrp="1"/>
          </p:cNvSpPr>
          <p:nvPr>
            <p:ph sz="quarter" idx="24" hasCustomPrompt="1"/>
          </p:nvPr>
        </p:nvSpPr>
        <p:spPr>
          <a:xfrm>
            <a:off x="4724400" y="409575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Remove from the bottom first if you need less than 6 items</a:t>
            </a:r>
          </a:p>
        </p:txBody>
      </p:sp>
      <p:sp>
        <p:nvSpPr>
          <p:cNvPr id="28" name="Content Placeholder 3">
            <a:extLst>
              <a:ext uri="{FF2B5EF4-FFF2-40B4-BE49-F238E27FC236}">
                <a16:creationId xmlns:a16="http://schemas.microsoft.com/office/drawing/2014/main" id="{2FAE9328-9470-0848-AC2C-8C50A5877CD5}"/>
              </a:ext>
            </a:extLst>
          </p:cNvPr>
          <p:cNvSpPr>
            <a:spLocks noGrp="1"/>
          </p:cNvSpPr>
          <p:nvPr>
            <p:ph sz="quarter" idx="25" hasCustomPrompt="1"/>
          </p:nvPr>
        </p:nvSpPr>
        <p:spPr>
          <a:xfrm>
            <a:off x="6858000" y="372617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9" name="Content Placeholder 3">
            <a:extLst>
              <a:ext uri="{FF2B5EF4-FFF2-40B4-BE49-F238E27FC236}">
                <a16:creationId xmlns:a16="http://schemas.microsoft.com/office/drawing/2014/main" id="{0B1D0407-5C33-864A-BF68-513C16B32567}"/>
              </a:ext>
            </a:extLst>
          </p:cNvPr>
          <p:cNvSpPr>
            <a:spLocks noGrp="1"/>
          </p:cNvSpPr>
          <p:nvPr>
            <p:ph sz="quarter" idx="26" hasCustomPrompt="1"/>
          </p:nvPr>
        </p:nvSpPr>
        <p:spPr>
          <a:xfrm>
            <a:off x="6858000" y="408922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You can adjust the heigh of these to fit your content, keep top and left alignments</a:t>
            </a:r>
          </a:p>
        </p:txBody>
      </p:sp>
      <p:sp>
        <p:nvSpPr>
          <p:cNvPr id="30" name="Content Placeholder 3">
            <a:extLst>
              <a:ext uri="{FF2B5EF4-FFF2-40B4-BE49-F238E27FC236}">
                <a16:creationId xmlns:a16="http://schemas.microsoft.com/office/drawing/2014/main" id="{C9D8B313-D243-E846-8D3B-ABB4B93E922C}"/>
              </a:ext>
            </a:extLst>
          </p:cNvPr>
          <p:cNvSpPr>
            <a:spLocks noGrp="1"/>
          </p:cNvSpPr>
          <p:nvPr>
            <p:ph sz="quarter" idx="27" hasCustomPrompt="1"/>
          </p:nvPr>
        </p:nvSpPr>
        <p:spPr>
          <a:xfrm>
            <a:off x="4724400" y="231030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1" name="Content Placeholder 3">
            <a:extLst>
              <a:ext uri="{FF2B5EF4-FFF2-40B4-BE49-F238E27FC236}">
                <a16:creationId xmlns:a16="http://schemas.microsoft.com/office/drawing/2014/main" id="{2BAA0604-F53F-2848-B4BD-6B32B71B85BB}"/>
              </a:ext>
            </a:extLst>
          </p:cNvPr>
          <p:cNvSpPr>
            <a:spLocks noGrp="1"/>
          </p:cNvSpPr>
          <p:nvPr>
            <p:ph sz="quarter" idx="28" hasCustomPrompt="1"/>
          </p:nvPr>
        </p:nvSpPr>
        <p:spPr>
          <a:xfrm>
            <a:off x="4724400" y="267335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32" name="Content Placeholder 3">
            <a:extLst>
              <a:ext uri="{FF2B5EF4-FFF2-40B4-BE49-F238E27FC236}">
                <a16:creationId xmlns:a16="http://schemas.microsoft.com/office/drawing/2014/main" id="{D6963282-55FC-0444-8CF4-27F51B5CEDE1}"/>
              </a:ext>
            </a:extLst>
          </p:cNvPr>
          <p:cNvSpPr>
            <a:spLocks noGrp="1"/>
          </p:cNvSpPr>
          <p:nvPr>
            <p:ph sz="quarter" idx="29" hasCustomPrompt="1"/>
          </p:nvPr>
        </p:nvSpPr>
        <p:spPr>
          <a:xfrm>
            <a:off x="6858000" y="230377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3" name="Content Placeholder 3">
            <a:extLst>
              <a:ext uri="{FF2B5EF4-FFF2-40B4-BE49-F238E27FC236}">
                <a16:creationId xmlns:a16="http://schemas.microsoft.com/office/drawing/2014/main" id="{5DF59E8E-AEA7-9947-AD18-8DD63C3ADFE2}"/>
              </a:ext>
            </a:extLst>
          </p:cNvPr>
          <p:cNvSpPr>
            <a:spLocks noGrp="1"/>
          </p:cNvSpPr>
          <p:nvPr>
            <p:ph sz="quarter" idx="30" hasCustomPrompt="1"/>
          </p:nvPr>
        </p:nvSpPr>
        <p:spPr>
          <a:xfrm>
            <a:off x="6858000" y="266682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34" name="Content Placeholder 3">
            <a:extLst>
              <a:ext uri="{FF2B5EF4-FFF2-40B4-BE49-F238E27FC236}">
                <a16:creationId xmlns:a16="http://schemas.microsoft.com/office/drawing/2014/main" id="{38F9CC85-41CC-604C-8E95-3F83B6D2082D}"/>
              </a:ext>
            </a:extLst>
          </p:cNvPr>
          <p:cNvSpPr>
            <a:spLocks noGrp="1"/>
          </p:cNvSpPr>
          <p:nvPr>
            <p:ph sz="quarter" idx="31" hasCustomPrompt="1"/>
          </p:nvPr>
        </p:nvSpPr>
        <p:spPr>
          <a:xfrm>
            <a:off x="4724400" y="91838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5" name="Content Placeholder 3">
            <a:extLst>
              <a:ext uri="{FF2B5EF4-FFF2-40B4-BE49-F238E27FC236}">
                <a16:creationId xmlns:a16="http://schemas.microsoft.com/office/drawing/2014/main" id="{DCDBF9F9-6A22-B64E-88EE-FC546CD5EFC4}"/>
              </a:ext>
            </a:extLst>
          </p:cNvPr>
          <p:cNvSpPr>
            <a:spLocks noGrp="1"/>
          </p:cNvSpPr>
          <p:nvPr>
            <p:ph sz="quarter" idx="32" hasCustomPrompt="1"/>
          </p:nvPr>
        </p:nvSpPr>
        <p:spPr>
          <a:xfrm>
            <a:off x="4724400" y="128143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36" name="Content Placeholder 3">
            <a:extLst>
              <a:ext uri="{FF2B5EF4-FFF2-40B4-BE49-F238E27FC236}">
                <a16:creationId xmlns:a16="http://schemas.microsoft.com/office/drawing/2014/main" id="{1369CBDB-563E-D345-A30B-640FC4806B94}"/>
              </a:ext>
            </a:extLst>
          </p:cNvPr>
          <p:cNvSpPr>
            <a:spLocks noGrp="1"/>
          </p:cNvSpPr>
          <p:nvPr>
            <p:ph sz="quarter" idx="33" hasCustomPrompt="1"/>
          </p:nvPr>
        </p:nvSpPr>
        <p:spPr>
          <a:xfrm>
            <a:off x="6858000" y="911855"/>
            <a:ext cx="1920240" cy="356515"/>
          </a:xfrm>
          <a:noFill/>
        </p:spPr>
        <p:txBody>
          <a:bodyPr lIns="137160" tIns="137160" rIns="137160" bIns="45720" anchor="b" anchorCtr="0">
            <a:normAutofit/>
          </a:bodyPr>
          <a:lstStyle>
            <a:lvl1pPr marL="0" indent="0">
              <a:buNone/>
              <a:defRPr sz="1400" b="1">
                <a:solidFill>
                  <a:schemeClr val="accent1"/>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7" name="Content Placeholder 3">
            <a:extLst>
              <a:ext uri="{FF2B5EF4-FFF2-40B4-BE49-F238E27FC236}">
                <a16:creationId xmlns:a16="http://schemas.microsoft.com/office/drawing/2014/main" id="{5B8FF45D-E7F1-2543-B070-E8BF938119C9}"/>
              </a:ext>
            </a:extLst>
          </p:cNvPr>
          <p:cNvSpPr>
            <a:spLocks noGrp="1"/>
          </p:cNvSpPr>
          <p:nvPr>
            <p:ph sz="quarter" idx="34" hasCustomPrompt="1"/>
          </p:nvPr>
        </p:nvSpPr>
        <p:spPr>
          <a:xfrm>
            <a:off x="6858000" y="1274900"/>
            <a:ext cx="1920240" cy="889435"/>
          </a:xfrm>
          <a:noFill/>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pic>
        <p:nvPicPr>
          <p:cNvPr id="20" name="Picture 19">
            <a:extLst>
              <a:ext uri="{FF2B5EF4-FFF2-40B4-BE49-F238E27FC236}">
                <a16:creationId xmlns:a16="http://schemas.microsoft.com/office/drawing/2014/main" id="{F5CD9F75-76C2-2A47-880F-C0095979670D}"/>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21" name="Picture 20">
            <a:extLst>
              <a:ext uri="{FF2B5EF4-FFF2-40B4-BE49-F238E27FC236}">
                <a16:creationId xmlns:a16="http://schemas.microsoft.com/office/drawing/2014/main" id="{B10DE0E9-8C99-4D46-8B07-92DD1F616ED8}"/>
              </a:ext>
            </a:extLst>
          </p:cNvPr>
          <p:cNvPicPr>
            <a:picLocks noChangeAspect="1"/>
          </p:cNvPicPr>
          <p:nvPr/>
        </p:nvPicPr>
        <p:blipFill>
          <a:blip r:embed="rId3"/>
          <a:stretch>
            <a:fillRect/>
          </a:stretch>
        </p:blipFill>
        <p:spPr>
          <a:xfrm>
            <a:off x="115779" y="223914"/>
            <a:ext cx="752320" cy="69658"/>
          </a:xfrm>
          <a:prstGeom prst="rect">
            <a:avLst/>
          </a:prstGeom>
        </p:spPr>
      </p:pic>
      <p:sp>
        <p:nvSpPr>
          <p:cNvPr id="40" name="Content Placeholder 3">
            <a:extLst>
              <a:ext uri="{FF2B5EF4-FFF2-40B4-BE49-F238E27FC236}">
                <a16:creationId xmlns:a16="http://schemas.microsoft.com/office/drawing/2014/main" id="{C3B0F173-C8FD-6E46-AC7E-AD6F9B58D364}"/>
              </a:ext>
            </a:extLst>
          </p:cNvPr>
          <p:cNvSpPr>
            <a:spLocks noGrp="1"/>
          </p:cNvSpPr>
          <p:nvPr>
            <p:ph sz="quarter" idx="17" hasCustomPrompt="1"/>
          </p:nvPr>
        </p:nvSpPr>
        <p:spPr>
          <a:xfrm>
            <a:off x="-5080" y="0"/>
            <a:ext cx="4343400" cy="5144770"/>
          </a:xfrm>
          <a:noFill/>
        </p:spPr>
        <p:txBody>
          <a:bodyPr lIns="137160" tIns="457200" rIns="91440" bIns="91440" anchor="b" anchorCtr="0">
            <a:normAutofit/>
          </a:bodyPr>
          <a:lstStyle>
            <a:lvl1pPr marL="0" indent="0">
              <a:buNone/>
              <a:defRPr sz="14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a:p>
            <a:pPr lvl="0"/>
            <a:r>
              <a:rPr lang="en-US" dirty="0"/>
              <a:t>Good for more square / vertical image</a:t>
            </a:r>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0" y="742950"/>
            <a:ext cx="4572000" cy="1117110"/>
          </a:xfrm>
          <a:prstGeom prst="rect">
            <a:avLst/>
          </a:prstGeom>
          <a:solidFill>
            <a:schemeClr val="tx2"/>
          </a:solidFill>
        </p:spPr>
        <p:txBody>
          <a:bodyPr lIns="457200" tIns="182880" rIns="182880" bIns="182880" anchor="b">
            <a:normAutofit/>
          </a:bodyPr>
          <a:lstStyle>
            <a:lvl1pPr algn="r">
              <a:defRPr sz="2400" b="1">
                <a:solidFill>
                  <a:schemeClr val="bg2"/>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832009338"/>
      </p:ext>
    </p:extLst>
  </p:cSld>
  <p:clrMapOvr>
    <a:masterClrMapping/>
  </p:clrMapOvr>
</p:sldLayout>
</file>

<file path=ppt/slideLayouts/slideLayout505.xml><?xml version="1.0" encoding="utf-8"?>
<p:sldLayout xmlns:a="http://schemas.openxmlformats.org/drawingml/2006/main" xmlns:r="http://schemas.openxmlformats.org/officeDocument/2006/relationships" xmlns:p="http://schemas.openxmlformats.org/presentationml/2006/main" preserve="1">
  <p:cSld name="2 Img: Body (2 column)">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01008-E090-374B-937A-7AF9D65FE376}"/>
              </a:ext>
            </a:extLst>
          </p:cNvPr>
          <p:cNvSpPr/>
          <p:nvPr/>
        </p:nvSpPr>
        <p:spPr>
          <a:xfrm>
            <a:off x="5984632" y="1"/>
            <a:ext cx="3159369" cy="264795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Rectangle 1">
            <a:extLst>
              <a:ext uri="{FF2B5EF4-FFF2-40B4-BE49-F238E27FC236}">
                <a16:creationId xmlns:a16="http://schemas.microsoft.com/office/drawing/2014/main" id="{01A19ABD-8F20-9948-B84A-E38FAEDBE435}"/>
              </a:ext>
            </a:extLst>
          </p:cNvPr>
          <p:cNvSpPr/>
          <p:nvPr/>
        </p:nvSpPr>
        <p:spPr>
          <a:xfrm>
            <a:off x="0" y="1"/>
            <a:ext cx="5867400" cy="264795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0" y="-1"/>
            <a:ext cx="5867400" cy="264795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5984632" y="1"/>
            <a:ext cx="3159368" cy="264795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1" name="Title 1">
            <a:extLst>
              <a:ext uri="{FF2B5EF4-FFF2-40B4-BE49-F238E27FC236}">
                <a16:creationId xmlns:a16="http://schemas.microsoft.com/office/drawing/2014/main" id="{320F225D-F840-704E-90D0-82590E475F02}"/>
              </a:ext>
            </a:extLst>
          </p:cNvPr>
          <p:cNvSpPr>
            <a:spLocks noGrp="1"/>
          </p:cNvSpPr>
          <p:nvPr>
            <p:ph type="title"/>
          </p:nvPr>
        </p:nvSpPr>
        <p:spPr>
          <a:xfrm>
            <a:off x="457200" y="274320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6" name="Content Placeholder 3">
            <a:extLst>
              <a:ext uri="{FF2B5EF4-FFF2-40B4-BE49-F238E27FC236}">
                <a16:creationId xmlns:a16="http://schemas.microsoft.com/office/drawing/2014/main" id="{BEB2B3C0-BE3D-C642-9655-D583015F60A2}"/>
              </a:ext>
            </a:extLst>
          </p:cNvPr>
          <p:cNvSpPr>
            <a:spLocks noGrp="1"/>
          </p:cNvSpPr>
          <p:nvPr>
            <p:ph sz="half" idx="10" hasCustomPrompt="1"/>
          </p:nvPr>
        </p:nvSpPr>
        <p:spPr>
          <a:xfrm>
            <a:off x="457201" y="3505199"/>
            <a:ext cx="7924799" cy="1276351"/>
          </a:xfrm>
          <a:prstGeom prst="rect">
            <a:avLst/>
          </a:prstGeom>
        </p:spPr>
        <p:txBody>
          <a:bodyPr lIns="0" numCol="2" spcCol="27432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A simple list all in second level bullets in two columns or a short statement no bullets is what this space is meant for</a:t>
            </a:r>
          </a:p>
          <a:p>
            <a:pPr lvl="1"/>
            <a:r>
              <a:rPr lang="en-US" dirty="0"/>
              <a:t>Second level</a:t>
            </a:r>
          </a:p>
          <a:p>
            <a:pPr lvl="2"/>
            <a:r>
              <a:rPr lang="en-US" dirty="0"/>
              <a:t>Third level</a:t>
            </a:r>
          </a:p>
        </p:txBody>
      </p:sp>
      <p:pic>
        <p:nvPicPr>
          <p:cNvPr id="8" name="Picture 7">
            <a:extLst>
              <a:ext uri="{FF2B5EF4-FFF2-40B4-BE49-F238E27FC236}">
                <a16:creationId xmlns:a16="http://schemas.microsoft.com/office/drawing/2014/main" id="{DBB37FCC-D24D-994D-A24E-BB2E71C19291}"/>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9" name="Picture 8">
            <a:extLst>
              <a:ext uri="{FF2B5EF4-FFF2-40B4-BE49-F238E27FC236}">
                <a16:creationId xmlns:a16="http://schemas.microsoft.com/office/drawing/2014/main" id="{0855F3B6-F7B6-284E-BFFE-48E02FCC8082}"/>
              </a:ext>
            </a:extLst>
          </p:cNvPr>
          <p:cNvPicPr>
            <a:picLocks noChangeAspect="1"/>
          </p:cNvPicPr>
          <p:nvPr/>
        </p:nvPicPr>
        <p:blipFill>
          <a:blip r:embed="rId3"/>
          <a:stretch>
            <a:fillRect/>
          </a:stretch>
        </p:blipFill>
        <p:spPr>
          <a:xfrm>
            <a:off x="115779" y="223914"/>
            <a:ext cx="752320" cy="69658"/>
          </a:xfrm>
          <a:prstGeom prst="rect">
            <a:avLst/>
          </a:prstGeom>
        </p:spPr>
      </p:pic>
    </p:spTree>
    <p:extLst>
      <p:ext uri="{BB962C8B-B14F-4D97-AF65-F5344CB8AC3E}">
        <p14:creationId xmlns:p14="http://schemas.microsoft.com/office/powerpoint/2010/main" val="1875860958"/>
      </p:ext>
    </p:extLst>
  </p:cSld>
  <p:clrMapOvr>
    <a:masterClrMapping/>
  </p:clrMapOvr>
</p:sldLayout>
</file>

<file path=ppt/slideLayouts/slideLayout506.xml><?xml version="1.0" encoding="utf-8"?>
<p:sldLayout xmlns:a="http://schemas.openxmlformats.org/drawingml/2006/main" xmlns:r="http://schemas.openxmlformats.org/officeDocument/2006/relationships" xmlns:p="http://schemas.openxmlformats.org/presentationml/2006/main" preserve="1">
  <p:cSld name="2 Img: 2 Subsections (equa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DE880E-D4F2-E340-948C-FA17EE464C92}"/>
              </a:ext>
            </a:extLst>
          </p:cNvPr>
          <p:cNvSpPr/>
          <p:nvPr/>
        </p:nvSpPr>
        <p:spPr>
          <a:xfrm>
            <a:off x="4709162" y="1428751"/>
            <a:ext cx="3657600" cy="37147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Rectangle 1">
            <a:extLst>
              <a:ext uri="{FF2B5EF4-FFF2-40B4-BE49-F238E27FC236}">
                <a16:creationId xmlns:a16="http://schemas.microsoft.com/office/drawing/2014/main" id="{E90536AE-01BB-8045-A38A-303A59E98089}"/>
              </a:ext>
            </a:extLst>
          </p:cNvPr>
          <p:cNvSpPr/>
          <p:nvPr/>
        </p:nvSpPr>
        <p:spPr>
          <a:xfrm>
            <a:off x="467497" y="1428751"/>
            <a:ext cx="3657600" cy="37147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noChangeAspect="1"/>
          </p:cNvSpPr>
          <p:nvPr>
            <p:ph sz="quarter" idx="29" hasCustomPrompt="1"/>
          </p:nvPr>
        </p:nvSpPr>
        <p:spPr>
          <a:xfrm>
            <a:off x="467497" y="1428751"/>
            <a:ext cx="3657600" cy="371475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53" name="Content Placeholder 3">
            <a:extLst>
              <a:ext uri="{FF2B5EF4-FFF2-40B4-BE49-F238E27FC236}">
                <a16:creationId xmlns:a16="http://schemas.microsoft.com/office/drawing/2014/main" id="{62E5E021-2EE8-AE4F-B572-C897E954C923}"/>
              </a:ext>
            </a:extLst>
          </p:cNvPr>
          <p:cNvSpPr>
            <a:spLocks noGrp="1" noChangeAspect="1"/>
          </p:cNvSpPr>
          <p:nvPr>
            <p:ph sz="quarter" idx="30" hasCustomPrompt="1"/>
          </p:nvPr>
        </p:nvSpPr>
        <p:spPr>
          <a:xfrm>
            <a:off x="4709162" y="1428751"/>
            <a:ext cx="3657600" cy="371475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2514600" y="280035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2514600" y="3486151"/>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54" name="Content Placeholder 3">
            <a:extLst>
              <a:ext uri="{FF2B5EF4-FFF2-40B4-BE49-F238E27FC236}">
                <a16:creationId xmlns:a16="http://schemas.microsoft.com/office/drawing/2014/main" id="{4EFE6318-65F6-574E-A6AF-2B00B6294C16}"/>
              </a:ext>
            </a:extLst>
          </p:cNvPr>
          <p:cNvSpPr>
            <a:spLocks noGrp="1"/>
          </p:cNvSpPr>
          <p:nvPr>
            <p:ph sz="quarter" idx="31" hasCustomPrompt="1"/>
          </p:nvPr>
        </p:nvSpPr>
        <p:spPr>
          <a:xfrm>
            <a:off x="6756265" y="280035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5" name="Content Placeholder 3">
            <a:extLst>
              <a:ext uri="{FF2B5EF4-FFF2-40B4-BE49-F238E27FC236}">
                <a16:creationId xmlns:a16="http://schemas.microsoft.com/office/drawing/2014/main" id="{01D9D084-191F-4748-95AA-C449BC462044}"/>
              </a:ext>
            </a:extLst>
          </p:cNvPr>
          <p:cNvSpPr>
            <a:spLocks noGrp="1"/>
          </p:cNvSpPr>
          <p:nvPr>
            <p:ph sz="quarter" idx="32" hasCustomPrompt="1"/>
          </p:nvPr>
        </p:nvSpPr>
        <p:spPr>
          <a:xfrm>
            <a:off x="6756265" y="3486151"/>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56" name="Title 1">
            <a:extLst>
              <a:ext uri="{FF2B5EF4-FFF2-40B4-BE49-F238E27FC236}">
                <a16:creationId xmlns:a16="http://schemas.microsoft.com/office/drawing/2014/main" id="{779D5A6B-338A-F24D-A1D4-D3D1F6AE648C}"/>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804684018"/>
      </p:ext>
    </p:extLst>
  </p:cSld>
  <p:clrMapOvr>
    <a:masterClrMapping/>
  </p:clrMapOvr>
</p:sldLayout>
</file>

<file path=ppt/slideLayouts/slideLayout507.xml><?xml version="1.0" encoding="utf-8"?>
<p:sldLayout xmlns:a="http://schemas.openxmlformats.org/drawingml/2006/main" xmlns:r="http://schemas.openxmlformats.org/officeDocument/2006/relationships" xmlns:p="http://schemas.openxmlformats.org/presentationml/2006/main" preserve="1">
  <p:cSld name="2 Img: 2 Subsections (1 larg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01008-E090-374B-937A-7AF9D65FE376}"/>
              </a:ext>
            </a:extLst>
          </p:cNvPr>
          <p:cNvSpPr/>
          <p:nvPr/>
        </p:nvSpPr>
        <p:spPr>
          <a:xfrm>
            <a:off x="6248400" y="1574620"/>
            <a:ext cx="2895600" cy="35688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Rectangle 1">
            <a:extLst>
              <a:ext uri="{FF2B5EF4-FFF2-40B4-BE49-F238E27FC236}">
                <a16:creationId xmlns:a16="http://schemas.microsoft.com/office/drawing/2014/main" id="{01A19ABD-8F20-9948-B84A-E38FAEDBE435}"/>
              </a:ext>
            </a:extLst>
          </p:cNvPr>
          <p:cNvSpPr/>
          <p:nvPr/>
        </p:nvSpPr>
        <p:spPr>
          <a:xfrm>
            <a:off x="1" y="1574620"/>
            <a:ext cx="5527431" cy="356888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1" y="1574620"/>
            <a:ext cx="5527431" cy="3568881"/>
          </a:xfrm>
          <a:no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3901694" y="288308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3901694"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6248400" y="1574620"/>
            <a:ext cx="2895600" cy="3568881"/>
          </a:xfrm>
          <a:no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54" name="Content Placeholder 3">
            <a:extLst>
              <a:ext uri="{FF2B5EF4-FFF2-40B4-BE49-F238E27FC236}">
                <a16:creationId xmlns:a16="http://schemas.microsoft.com/office/drawing/2014/main" id="{4EFE6318-65F6-574E-A6AF-2B00B6294C16}"/>
              </a:ext>
            </a:extLst>
          </p:cNvPr>
          <p:cNvSpPr>
            <a:spLocks noGrp="1"/>
          </p:cNvSpPr>
          <p:nvPr>
            <p:ph sz="quarter" idx="31" hasCustomPrompt="1"/>
          </p:nvPr>
        </p:nvSpPr>
        <p:spPr>
          <a:xfrm>
            <a:off x="6014857" y="2883081"/>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5" name="Content Placeholder 3">
            <a:extLst>
              <a:ext uri="{FF2B5EF4-FFF2-40B4-BE49-F238E27FC236}">
                <a16:creationId xmlns:a16="http://schemas.microsoft.com/office/drawing/2014/main" id="{01D9D084-191F-4748-95AA-C449BC462044}"/>
              </a:ext>
            </a:extLst>
          </p:cNvPr>
          <p:cNvSpPr>
            <a:spLocks noGrp="1"/>
          </p:cNvSpPr>
          <p:nvPr>
            <p:ph sz="quarter" idx="32" hasCustomPrompt="1"/>
          </p:nvPr>
        </p:nvSpPr>
        <p:spPr>
          <a:xfrm>
            <a:off x="6014857" y="3568882"/>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11" name="Title 1">
            <a:extLst>
              <a:ext uri="{FF2B5EF4-FFF2-40B4-BE49-F238E27FC236}">
                <a16:creationId xmlns:a16="http://schemas.microsoft.com/office/drawing/2014/main" id="{320F225D-F840-704E-90D0-82590E475F02}"/>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824433880"/>
      </p:ext>
    </p:extLst>
  </p:cSld>
  <p:clrMapOvr>
    <a:masterClrMapping/>
  </p:clrMapOvr>
</p:sldLayout>
</file>

<file path=ppt/slideLayouts/slideLayout508.xml><?xml version="1.0" encoding="utf-8"?>
<p:sldLayout xmlns:a="http://schemas.openxmlformats.org/drawingml/2006/main" xmlns:r="http://schemas.openxmlformats.org/officeDocument/2006/relationships" xmlns:p="http://schemas.openxmlformats.org/presentationml/2006/main" preserve="1">
  <p:cSld name="2 Img: paired, 2 Subsection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6B05F-53E1-8945-B16F-0DF3CF82F24C}"/>
              </a:ext>
            </a:extLst>
          </p:cNvPr>
          <p:cNvSpPr/>
          <p:nvPr/>
        </p:nvSpPr>
        <p:spPr>
          <a:xfrm>
            <a:off x="0" y="3347728"/>
            <a:ext cx="9144000" cy="1795772"/>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467497" y="3697857"/>
            <a:ext cx="4023360" cy="1083694"/>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467497" y="1428750"/>
            <a:ext cx="4023360" cy="1909396"/>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7497" y="3341341"/>
            <a:ext cx="40233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8" name="Content Placeholder 3">
            <a:extLst>
              <a:ext uri="{FF2B5EF4-FFF2-40B4-BE49-F238E27FC236}">
                <a16:creationId xmlns:a16="http://schemas.microsoft.com/office/drawing/2014/main" id="{9F462960-F6E0-1F47-9992-B0808AB8B3DB}"/>
              </a:ext>
            </a:extLst>
          </p:cNvPr>
          <p:cNvSpPr>
            <a:spLocks noGrp="1"/>
          </p:cNvSpPr>
          <p:nvPr>
            <p:ph sz="half" idx="30" hasCustomPrompt="1"/>
          </p:nvPr>
        </p:nvSpPr>
        <p:spPr>
          <a:xfrm>
            <a:off x="4722974" y="3697857"/>
            <a:ext cx="4023360" cy="1083694"/>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19" name="Content Placeholder 3">
            <a:extLst>
              <a:ext uri="{FF2B5EF4-FFF2-40B4-BE49-F238E27FC236}">
                <a16:creationId xmlns:a16="http://schemas.microsoft.com/office/drawing/2014/main" id="{AD116F9F-6368-7345-A08A-884ECE8BF88F}"/>
              </a:ext>
            </a:extLst>
          </p:cNvPr>
          <p:cNvSpPr>
            <a:spLocks noGrp="1"/>
          </p:cNvSpPr>
          <p:nvPr>
            <p:ph sz="quarter" idx="31" hasCustomPrompt="1"/>
          </p:nvPr>
        </p:nvSpPr>
        <p:spPr>
          <a:xfrm>
            <a:off x="4722974" y="1428750"/>
            <a:ext cx="4023360" cy="1909396"/>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20" name="Content Placeholder 3">
            <a:extLst>
              <a:ext uri="{FF2B5EF4-FFF2-40B4-BE49-F238E27FC236}">
                <a16:creationId xmlns:a16="http://schemas.microsoft.com/office/drawing/2014/main" id="{16A9DCB3-1BC9-EA4E-B87A-4380F9F9DF2F}"/>
              </a:ext>
            </a:extLst>
          </p:cNvPr>
          <p:cNvSpPr>
            <a:spLocks noGrp="1"/>
          </p:cNvSpPr>
          <p:nvPr>
            <p:ph sz="quarter" idx="32" hasCustomPrompt="1"/>
          </p:nvPr>
        </p:nvSpPr>
        <p:spPr>
          <a:xfrm>
            <a:off x="4722974" y="3341341"/>
            <a:ext cx="40233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Title 1">
            <a:extLst>
              <a:ext uri="{FF2B5EF4-FFF2-40B4-BE49-F238E27FC236}">
                <a16:creationId xmlns:a16="http://schemas.microsoft.com/office/drawing/2014/main" id="{3DE7F42C-D2D9-4642-9E56-0728CC9098A7}"/>
              </a:ext>
            </a:extLst>
          </p:cNvPr>
          <p:cNvSpPr>
            <a:spLocks noGrp="1"/>
          </p:cNvSpPr>
          <p:nvPr>
            <p:ph type="title"/>
          </p:nvPr>
        </p:nvSpPr>
        <p:spPr>
          <a:xfrm>
            <a:off x="457200" y="590550"/>
            <a:ext cx="8305800" cy="74295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033101961"/>
      </p:ext>
    </p:extLst>
  </p:cSld>
  <p:clrMapOvr>
    <a:masterClrMapping/>
  </p:clrMapOvr>
</p:sldLayout>
</file>

<file path=ppt/slideLayouts/slideLayout509.xml><?xml version="1.0" encoding="utf-8"?>
<p:sldLayout xmlns:a="http://schemas.openxmlformats.org/drawingml/2006/main" xmlns:r="http://schemas.openxmlformats.org/officeDocument/2006/relationships" xmlns:p="http://schemas.openxmlformats.org/presentationml/2006/main" preserve="1">
  <p:cSld name="3 Img: Body ">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A8F918A-EF77-FD4D-BE1F-C758B655E4B1}"/>
              </a:ext>
            </a:extLst>
          </p:cNvPr>
          <p:cNvSpPr/>
          <p:nvPr/>
        </p:nvSpPr>
        <p:spPr>
          <a:xfrm>
            <a:off x="3671416" y="302684"/>
            <a:ext cx="2566988" cy="15367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Rectangle 11">
            <a:extLst>
              <a:ext uri="{FF2B5EF4-FFF2-40B4-BE49-F238E27FC236}">
                <a16:creationId xmlns:a16="http://schemas.microsoft.com/office/drawing/2014/main" id="{C5198B12-F0DC-FC40-A343-A79509F228C4}"/>
              </a:ext>
            </a:extLst>
          </p:cNvPr>
          <p:cNvSpPr/>
          <p:nvPr/>
        </p:nvSpPr>
        <p:spPr>
          <a:xfrm>
            <a:off x="3671416" y="1929468"/>
            <a:ext cx="2566988" cy="32140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3" name="Rectangle 12">
            <a:extLst>
              <a:ext uri="{FF2B5EF4-FFF2-40B4-BE49-F238E27FC236}">
                <a16:creationId xmlns:a16="http://schemas.microsoft.com/office/drawing/2014/main" id="{15BC1452-772F-BB4B-94B4-41012A92321B}"/>
              </a:ext>
            </a:extLst>
          </p:cNvPr>
          <p:cNvSpPr/>
          <p:nvPr/>
        </p:nvSpPr>
        <p:spPr>
          <a:xfrm>
            <a:off x="6339591" y="0"/>
            <a:ext cx="2566988" cy="321403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3671416" y="302685"/>
            <a:ext cx="2566988" cy="153670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6339591" y="0"/>
            <a:ext cx="2566988" cy="3214032"/>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pic>
        <p:nvPicPr>
          <p:cNvPr id="8" name="Picture 7">
            <a:extLst>
              <a:ext uri="{FF2B5EF4-FFF2-40B4-BE49-F238E27FC236}">
                <a16:creationId xmlns:a16="http://schemas.microsoft.com/office/drawing/2014/main" id="{DBB37FCC-D24D-994D-A24E-BB2E71C19291}"/>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9" name="Picture 8">
            <a:extLst>
              <a:ext uri="{FF2B5EF4-FFF2-40B4-BE49-F238E27FC236}">
                <a16:creationId xmlns:a16="http://schemas.microsoft.com/office/drawing/2014/main" id="{0855F3B6-F7B6-284E-BFFE-48E02FCC8082}"/>
              </a:ext>
            </a:extLst>
          </p:cNvPr>
          <p:cNvPicPr>
            <a:picLocks noChangeAspect="1"/>
          </p:cNvPicPr>
          <p:nvPr/>
        </p:nvPicPr>
        <p:blipFill>
          <a:blip r:embed="rId3"/>
          <a:stretch>
            <a:fillRect/>
          </a:stretch>
        </p:blipFill>
        <p:spPr>
          <a:xfrm>
            <a:off x="115779" y="223914"/>
            <a:ext cx="752320" cy="69658"/>
          </a:xfrm>
          <a:prstGeom prst="rect">
            <a:avLst/>
          </a:prstGeom>
        </p:spPr>
      </p:pic>
      <p:sp>
        <p:nvSpPr>
          <p:cNvPr id="14" name="Content Placeholder 3">
            <a:extLst>
              <a:ext uri="{FF2B5EF4-FFF2-40B4-BE49-F238E27FC236}">
                <a16:creationId xmlns:a16="http://schemas.microsoft.com/office/drawing/2014/main" id="{92912BC2-1EE2-D842-A2B7-DE5424A867EB}"/>
              </a:ext>
            </a:extLst>
          </p:cNvPr>
          <p:cNvSpPr>
            <a:spLocks noGrp="1"/>
          </p:cNvSpPr>
          <p:nvPr>
            <p:ph sz="quarter" idx="31" hasCustomPrompt="1"/>
          </p:nvPr>
        </p:nvSpPr>
        <p:spPr>
          <a:xfrm>
            <a:off x="3671416" y="1929117"/>
            <a:ext cx="2566988" cy="3214031"/>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7" name="Content Placeholder 3">
            <a:extLst>
              <a:ext uri="{FF2B5EF4-FFF2-40B4-BE49-F238E27FC236}">
                <a16:creationId xmlns:a16="http://schemas.microsoft.com/office/drawing/2014/main" id="{DB54329B-39FA-9948-8527-46859415990F}"/>
              </a:ext>
            </a:extLst>
          </p:cNvPr>
          <p:cNvSpPr>
            <a:spLocks noGrp="1"/>
          </p:cNvSpPr>
          <p:nvPr>
            <p:ph sz="half" idx="10" hasCustomPrompt="1"/>
          </p:nvPr>
        </p:nvSpPr>
        <p:spPr>
          <a:xfrm>
            <a:off x="457201" y="2076450"/>
            <a:ext cx="2417762" cy="2705100"/>
          </a:xfrm>
          <a:prstGeom prst="rect">
            <a:avLst/>
          </a:prstGeom>
        </p:spPr>
        <p:txBody>
          <a:bodyPr l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 keep it short!</a:t>
            </a:r>
          </a:p>
          <a:p>
            <a:pPr lvl="1"/>
            <a:r>
              <a:rPr lang="en-US" dirty="0"/>
              <a:t>This slide makes a good section header as well</a:t>
            </a:r>
          </a:p>
          <a:p>
            <a:pPr lvl="2"/>
            <a:r>
              <a:rPr lang="en-US" dirty="0"/>
              <a:t>Third level</a:t>
            </a:r>
          </a:p>
        </p:txBody>
      </p:sp>
      <p:sp>
        <p:nvSpPr>
          <p:cNvPr id="18" name="Content Placeholder 3">
            <a:extLst>
              <a:ext uri="{FF2B5EF4-FFF2-40B4-BE49-F238E27FC236}">
                <a16:creationId xmlns:a16="http://schemas.microsoft.com/office/drawing/2014/main" id="{9E3929EB-8C6F-D945-92EC-B79572580E77}"/>
              </a:ext>
            </a:extLst>
          </p:cNvPr>
          <p:cNvSpPr>
            <a:spLocks noGrp="1"/>
          </p:cNvSpPr>
          <p:nvPr>
            <p:ph sz="quarter" idx="19" hasCustomPrompt="1"/>
          </p:nvPr>
        </p:nvSpPr>
        <p:spPr>
          <a:xfrm>
            <a:off x="6339591" y="3333751"/>
            <a:ext cx="2271010" cy="457200"/>
          </a:xfrm>
          <a:noFill/>
        </p:spPr>
        <p:txBody>
          <a:bodyPr lIns="137160" tIns="137160" rIns="137160" bIns="45720" anchor="b" anchorCtr="0">
            <a:normAutofit/>
          </a:bodyPr>
          <a:lstStyle>
            <a:lvl1pPr marL="0" indent="0">
              <a:buNone/>
              <a:defRPr sz="12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9" name="Content Placeholder 3">
            <a:extLst>
              <a:ext uri="{FF2B5EF4-FFF2-40B4-BE49-F238E27FC236}">
                <a16:creationId xmlns:a16="http://schemas.microsoft.com/office/drawing/2014/main" id="{075A62B3-5B8F-BA41-B788-72BE2AD41F88}"/>
              </a:ext>
            </a:extLst>
          </p:cNvPr>
          <p:cNvSpPr>
            <a:spLocks noGrp="1"/>
          </p:cNvSpPr>
          <p:nvPr>
            <p:ph sz="quarter" idx="20" hasCustomPrompt="1"/>
          </p:nvPr>
        </p:nvSpPr>
        <p:spPr>
          <a:xfrm>
            <a:off x="6339591" y="3790952"/>
            <a:ext cx="2271010" cy="1066799"/>
          </a:xfrm>
          <a:noFill/>
        </p:spPr>
        <p:txBody>
          <a:bodyPr lIns="137160" tIns="45720" rIns="137160" bIns="13716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Body text here or switch to caption style and caption text for all images here</a:t>
            </a:r>
          </a:p>
        </p:txBody>
      </p:sp>
      <p:sp>
        <p:nvSpPr>
          <p:cNvPr id="20" name="Title 1">
            <a:extLst>
              <a:ext uri="{FF2B5EF4-FFF2-40B4-BE49-F238E27FC236}">
                <a16:creationId xmlns:a16="http://schemas.microsoft.com/office/drawing/2014/main" id="{9A9DABC8-BCD1-5C4D-B4BF-6B162B734EDF}"/>
              </a:ext>
            </a:extLst>
          </p:cNvPr>
          <p:cNvSpPr>
            <a:spLocks noGrp="1"/>
          </p:cNvSpPr>
          <p:nvPr>
            <p:ph type="title"/>
          </p:nvPr>
        </p:nvSpPr>
        <p:spPr>
          <a:xfrm>
            <a:off x="457201" y="12763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558321387"/>
      </p:ext>
    </p:extLst>
  </p:cSld>
  <p:clrMapOvr>
    <a:masterClrMapping/>
  </p:clrMapOvr>
</p:sldLayout>
</file>

<file path=ppt/slideLayouts/slideLayout510.xml><?xml version="1.0" encoding="utf-8"?>
<p:sldLayout xmlns:a="http://schemas.openxmlformats.org/drawingml/2006/main" xmlns:r="http://schemas.openxmlformats.org/officeDocument/2006/relationships" xmlns:p="http://schemas.openxmlformats.org/presentationml/2006/main" preserve="1">
  <p:cSld name="3 Img: 3 Subsections (equal)">
    <p:spTree>
      <p:nvGrpSpPr>
        <p:cNvPr id="1" name=""/>
        <p:cNvGrpSpPr/>
        <p:nvPr/>
      </p:nvGrpSpPr>
      <p:grpSpPr>
        <a:xfrm>
          <a:off x="0" y="0"/>
          <a:ext cx="0" cy="0"/>
          <a:chOff x="0" y="0"/>
          <a:chExt cx="0" cy="0"/>
        </a:xfrm>
      </p:grpSpPr>
      <p:sp>
        <p:nvSpPr>
          <p:cNvPr id="32" name="Content Placeholder 3">
            <a:extLst>
              <a:ext uri="{FF2B5EF4-FFF2-40B4-BE49-F238E27FC236}">
                <a16:creationId xmlns:a16="http://schemas.microsoft.com/office/drawing/2014/main" id="{15AC7A20-C69C-BC4D-B437-E55CF39D7423}"/>
              </a:ext>
            </a:extLst>
          </p:cNvPr>
          <p:cNvSpPr>
            <a:spLocks noGrp="1" noChangeAspect="1"/>
          </p:cNvSpPr>
          <p:nvPr>
            <p:ph sz="quarter" idx="29" hasCustomPrompt="1"/>
          </p:nvPr>
        </p:nvSpPr>
        <p:spPr>
          <a:xfrm>
            <a:off x="467498" y="1574620"/>
            <a:ext cx="2351903" cy="356888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1219200" y="3022420"/>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1219200"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12" name="Content Placeholder 3">
            <a:extLst>
              <a:ext uri="{FF2B5EF4-FFF2-40B4-BE49-F238E27FC236}">
                <a16:creationId xmlns:a16="http://schemas.microsoft.com/office/drawing/2014/main" id="{4E63FEF0-55B6-114F-A6B3-FE428535D08B}"/>
              </a:ext>
            </a:extLst>
          </p:cNvPr>
          <p:cNvSpPr>
            <a:spLocks noGrp="1" noChangeAspect="1"/>
          </p:cNvSpPr>
          <p:nvPr>
            <p:ph sz="quarter" idx="30" hasCustomPrompt="1"/>
          </p:nvPr>
        </p:nvSpPr>
        <p:spPr>
          <a:xfrm>
            <a:off x="3324998" y="1574620"/>
            <a:ext cx="2351903" cy="356888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3" name="Content Placeholder 3">
            <a:extLst>
              <a:ext uri="{FF2B5EF4-FFF2-40B4-BE49-F238E27FC236}">
                <a16:creationId xmlns:a16="http://schemas.microsoft.com/office/drawing/2014/main" id="{D19597BF-E7E9-484A-BB29-705E3DB3619A}"/>
              </a:ext>
            </a:extLst>
          </p:cNvPr>
          <p:cNvSpPr>
            <a:spLocks noGrp="1"/>
          </p:cNvSpPr>
          <p:nvPr>
            <p:ph sz="quarter" idx="31" hasCustomPrompt="1"/>
          </p:nvPr>
        </p:nvSpPr>
        <p:spPr>
          <a:xfrm>
            <a:off x="4076700" y="3022420"/>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4" name="Content Placeholder 3">
            <a:extLst>
              <a:ext uri="{FF2B5EF4-FFF2-40B4-BE49-F238E27FC236}">
                <a16:creationId xmlns:a16="http://schemas.microsoft.com/office/drawing/2014/main" id="{4F08115A-6F4C-7C43-884F-8400F57087DB}"/>
              </a:ext>
            </a:extLst>
          </p:cNvPr>
          <p:cNvSpPr>
            <a:spLocks noGrp="1"/>
          </p:cNvSpPr>
          <p:nvPr>
            <p:ph sz="quarter" idx="32" hasCustomPrompt="1"/>
          </p:nvPr>
        </p:nvSpPr>
        <p:spPr>
          <a:xfrm>
            <a:off x="4076700"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15" name="Content Placeholder 3">
            <a:extLst>
              <a:ext uri="{FF2B5EF4-FFF2-40B4-BE49-F238E27FC236}">
                <a16:creationId xmlns:a16="http://schemas.microsoft.com/office/drawing/2014/main" id="{BDBF2A4A-AD2B-F046-A13E-2CC51186C7DE}"/>
              </a:ext>
            </a:extLst>
          </p:cNvPr>
          <p:cNvSpPr>
            <a:spLocks noGrp="1" noChangeAspect="1"/>
          </p:cNvSpPr>
          <p:nvPr>
            <p:ph sz="quarter" idx="33" hasCustomPrompt="1"/>
          </p:nvPr>
        </p:nvSpPr>
        <p:spPr>
          <a:xfrm>
            <a:off x="6182498" y="1574620"/>
            <a:ext cx="2351903" cy="356888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32CD13D8-C553-9B43-ABFB-5E9C875FADCB}"/>
              </a:ext>
            </a:extLst>
          </p:cNvPr>
          <p:cNvSpPr>
            <a:spLocks noGrp="1"/>
          </p:cNvSpPr>
          <p:nvPr>
            <p:ph sz="quarter" idx="34" hasCustomPrompt="1"/>
          </p:nvPr>
        </p:nvSpPr>
        <p:spPr>
          <a:xfrm>
            <a:off x="6934200" y="3022420"/>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E42E96DA-05ED-D243-90F0-D4A7AC201BF5}"/>
              </a:ext>
            </a:extLst>
          </p:cNvPr>
          <p:cNvSpPr>
            <a:spLocks noGrp="1"/>
          </p:cNvSpPr>
          <p:nvPr>
            <p:ph sz="quarter" idx="35" hasCustomPrompt="1"/>
          </p:nvPr>
        </p:nvSpPr>
        <p:spPr>
          <a:xfrm>
            <a:off x="6934200"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18" name="Title 1">
            <a:extLst>
              <a:ext uri="{FF2B5EF4-FFF2-40B4-BE49-F238E27FC236}">
                <a16:creationId xmlns:a16="http://schemas.microsoft.com/office/drawing/2014/main" id="{2247E371-F507-CA44-87CD-5FE9F1C457AF}"/>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044530028"/>
      </p:ext>
    </p:extLst>
  </p:cSld>
  <p:clrMapOvr>
    <a:masterClrMapping/>
  </p:clrMapOvr>
</p:sldLayout>
</file>

<file path=ppt/slideLayouts/slideLayout511.xml><?xml version="1.0" encoding="utf-8"?>
<p:sldLayout xmlns:a="http://schemas.openxmlformats.org/drawingml/2006/main" xmlns:r="http://schemas.openxmlformats.org/officeDocument/2006/relationships" xmlns:p="http://schemas.openxmlformats.org/presentationml/2006/main" preserve="1">
  <p:cSld name="3 Img: 3 Subsections ">
    <p:spTree>
      <p:nvGrpSpPr>
        <p:cNvPr id="1" name=""/>
        <p:cNvGrpSpPr/>
        <p:nvPr/>
      </p:nvGrpSpPr>
      <p:grpSpPr>
        <a:xfrm>
          <a:off x="0" y="0"/>
          <a:ext cx="0" cy="0"/>
          <a:chOff x="0" y="0"/>
          <a:chExt cx="0" cy="0"/>
        </a:xfrm>
      </p:grpSpPr>
      <p:sp>
        <p:nvSpPr>
          <p:cNvPr id="32" name="Content Placeholder 3">
            <a:extLst>
              <a:ext uri="{FF2B5EF4-FFF2-40B4-BE49-F238E27FC236}">
                <a16:creationId xmlns:a16="http://schemas.microsoft.com/office/drawing/2014/main" id="{15AC7A20-C69C-BC4D-B437-E55CF39D7423}"/>
              </a:ext>
            </a:extLst>
          </p:cNvPr>
          <p:cNvSpPr>
            <a:spLocks noGrp="1" noChangeAspect="1"/>
          </p:cNvSpPr>
          <p:nvPr>
            <p:ph sz="quarter" idx="29" hasCustomPrompt="1"/>
          </p:nvPr>
        </p:nvSpPr>
        <p:spPr>
          <a:xfrm>
            <a:off x="467497" y="1574620"/>
            <a:ext cx="2651760" cy="297833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2" name="Content Placeholder 3">
            <a:extLst>
              <a:ext uri="{FF2B5EF4-FFF2-40B4-BE49-F238E27FC236}">
                <a16:creationId xmlns:a16="http://schemas.microsoft.com/office/drawing/2014/main" id="{4E63FEF0-55B6-114F-A6B3-FE428535D08B}"/>
              </a:ext>
            </a:extLst>
          </p:cNvPr>
          <p:cNvSpPr>
            <a:spLocks noGrp="1" noChangeAspect="1"/>
          </p:cNvSpPr>
          <p:nvPr>
            <p:ph sz="quarter" idx="30" hasCustomPrompt="1"/>
          </p:nvPr>
        </p:nvSpPr>
        <p:spPr>
          <a:xfrm>
            <a:off x="3246120" y="1574620"/>
            <a:ext cx="2651760" cy="297833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5" name="Content Placeholder 3">
            <a:extLst>
              <a:ext uri="{FF2B5EF4-FFF2-40B4-BE49-F238E27FC236}">
                <a16:creationId xmlns:a16="http://schemas.microsoft.com/office/drawing/2014/main" id="{BDBF2A4A-AD2B-F046-A13E-2CC51186C7DE}"/>
              </a:ext>
            </a:extLst>
          </p:cNvPr>
          <p:cNvSpPr>
            <a:spLocks noGrp="1" noChangeAspect="1"/>
          </p:cNvSpPr>
          <p:nvPr>
            <p:ph sz="quarter" idx="33" hasCustomPrompt="1"/>
          </p:nvPr>
        </p:nvSpPr>
        <p:spPr>
          <a:xfrm>
            <a:off x="6111240" y="1574620"/>
            <a:ext cx="2651760" cy="2978331"/>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8" name="Title 1">
            <a:extLst>
              <a:ext uri="{FF2B5EF4-FFF2-40B4-BE49-F238E27FC236}">
                <a16:creationId xmlns:a16="http://schemas.microsoft.com/office/drawing/2014/main" id="{2247E371-F507-CA44-87CD-5FE9F1C457AF}"/>
              </a:ext>
            </a:extLst>
          </p:cNvPr>
          <p:cNvSpPr>
            <a:spLocks noGrp="1"/>
          </p:cNvSpPr>
          <p:nvPr>
            <p:ph type="title"/>
          </p:nvPr>
        </p:nvSpPr>
        <p:spPr>
          <a:xfrm>
            <a:off x="457200" y="590550"/>
            <a:ext cx="83058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3" name="Content Placeholder 3">
            <a:extLst>
              <a:ext uri="{FF2B5EF4-FFF2-40B4-BE49-F238E27FC236}">
                <a16:creationId xmlns:a16="http://schemas.microsoft.com/office/drawing/2014/main" id="{D19597BF-E7E9-484A-BB29-705E3DB3619A}"/>
              </a:ext>
            </a:extLst>
          </p:cNvPr>
          <p:cNvSpPr>
            <a:spLocks noGrp="1"/>
          </p:cNvSpPr>
          <p:nvPr>
            <p:ph sz="quarter" idx="31" hasCustomPrompt="1"/>
          </p:nvPr>
        </p:nvSpPr>
        <p:spPr>
          <a:xfrm>
            <a:off x="4422277" y="3022420"/>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4" name="Content Placeholder 3">
            <a:extLst>
              <a:ext uri="{FF2B5EF4-FFF2-40B4-BE49-F238E27FC236}">
                <a16:creationId xmlns:a16="http://schemas.microsoft.com/office/drawing/2014/main" id="{4F08115A-6F4C-7C43-884F-8400F57087DB}"/>
              </a:ext>
            </a:extLst>
          </p:cNvPr>
          <p:cNvSpPr>
            <a:spLocks noGrp="1"/>
          </p:cNvSpPr>
          <p:nvPr>
            <p:ph sz="quarter" idx="32" hasCustomPrompt="1"/>
          </p:nvPr>
        </p:nvSpPr>
        <p:spPr>
          <a:xfrm>
            <a:off x="4422277"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16" name="Content Placeholder 3">
            <a:extLst>
              <a:ext uri="{FF2B5EF4-FFF2-40B4-BE49-F238E27FC236}">
                <a16:creationId xmlns:a16="http://schemas.microsoft.com/office/drawing/2014/main" id="{32CD13D8-C553-9B43-ABFB-5E9C875FADCB}"/>
              </a:ext>
            </a:extLst>
          </p:cNvPr>
          <p:cNvSpPr>
            <a:spLocks noGrp="1"/>
          </p:cNvSpPr>
          <p:nvPr>
            <p:ph sz="quarter" idx="34" hasCustomPrompt="1"/>
          </p:nvPr>
        </p:nvSpPr>
        <p:spPr>
          <a:xfrm>
            <a:off x="6479677" y="3022420"/>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Content Placeholder 3">
            <a:extLst>
              <a:ext uri="{FF2B5EF4-FFF2-40B4-BE49-F238E27FC236}">
                <a16:creationId xmlns:a16="http://schemas.microsoft.com/office/drawing/2014/main" id="{E42E96DA-05ED-D243-90F0-D4A7AC201BF5}"/>
              </a:ext>
            </a:extLst>
          </p:cNvPr>
          <p:cNvSpPr>
            <a:spLocks noGrp="1"/>
          </p:cNvSpPr>
          <p:nvPr>
            <p:ph sz="quarter" idx="35" hasCustomPrompt="1"/>
          </p:nvPr>
        </p:nvSpPr>
        <p:spPr>
          <a:xfrm>
            <a:off x="6479677"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2364877" y="3022420"/>
            <a:ext cx="1920240" cy="685801"/>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2364877" y="3708220"/>
            <a:ext cx="1920240" cy="1288868"/>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Tree>
    <p:extLst>
      <p:ext uri="{BB962C8B-B14F-4D97-AF65-F5344CB8AC3E}">
        <p14:creationId xmlns:p14="http://schemas.microsoft.com/office/powerpoint/2010/main" val="2805808540"/>
      </p:ext>
    </p:extLst>
  </p:cSld>
  <p:clrMapOvr>
    <a:masterClrMapping/>
  </p:clrMapOvr>
</p:sldLayout>
</file>

<file path=ppt/slideLayouts/slideLayout512.xml><?xml version="1.0" encoding="utf-8"?>
<p:sldLayout xmlns:a="http://schemas.openxmlformats.org/drawingml/2006/main" xmlns:r="http://schemas.openxmlformats.org/officeDocument/2006/relationships" xmlns:p="http://schemas.openxmlformats.org/presentationml/2006/main" preserve="1">
  <p:cSld name="3 Img: paired, 3 Subsection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6B05F-53E1-8945-B16F-0DF3CF82F24C}"/>
              </a:ext>
            </a:extLst>
          </p:cNvPr>
          <p:cNvSpPr/>
          <p:nvPr/>
        </p:nvSpPr>
        <p:spPr>
          <a:xfrm>
            <a:off x="0" y="2887848"/>
            <a:ext cx="9144000" cy="2255653"/>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467497" y="3237976"/>
            <a:ext cx="2651760" cy="1490472"/>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467497" y="1397375"/>
            <a:ext cx="2651760" cy="1490472"/>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7497" y="2881461"/>
            <a:ext cx="26517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1" name="Content Placeholder 3">
            <a:extLst>
              <a:ext uri="{FF2B5EF4-FFF2-40B4-BE49-F238E27FC236}">
                <a16:creationId xmlns:a16="http://schemas.microsoft.com/office/drawing/2014/main" id="{16B809F6-FA4E-924A-B401-7F4C46B121C1}"/>
              </a:ext>
            </a:extLst>
          </p:cNvPr>
          <p:cNvSpPr>
            <a:spLocks noGrp="1"/>
          </p:cNvSpPr>
          <p:nvPr>
            <p:ph sz="half" idx="30" hasCustomPrompt="1"/>
          </p:nvPr>
        </p:nvSpPr>
        <p:spPr>
          <a:xfrm>
            <a:off x="3291840" y="3237976"/>
            <a:ext cx="2651760" cy="1490472"/>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6" name="Content Placeholder 3">
            <a:extLst>
              <a:ext uri="{FF2B5EF4-FFF2-40B4-BE49-F238E27FC236}">
                <a16:creationId xmlns:a16="http://schemas.microsoft.com/office/drawing/2014/main" id="{1A592BC2-CD25-7946-B073-3B5CE272ECA1}"/>
              </a:ext>
            </a:extLst>
          </p:cNvPr>
          <p:cNvSpPr>
            <a:spLocks noGrp="1"/>
          </p:cNvSpPr>
          <p:nvPr>
            <p:ph sz="quarter" idx="31" hasCustomPrompt="1"/>
          </p:nvPr>
        </p:nvSpPr>
        <p:spPr>
          <a:xfrm>
            <a:off x="3291840" y="1397375"/>
            <a:ext cx="2651760" cy="1490472"/>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7" name="Content Placeholder 3">
            <a:extLst>
              <a:ext uri="{FF2B5EF4-FFF2-40B4-BE49-F238E27FC236}">
                <a16:creationId xmlns:a16="http://schemas.microsoft.com/office/drawing/2014/main" id="{1C023B6E-F50F-6B4F-BB0D-25BB7E8C8591}"/>
              </a:ext>
            </a:extLst>
          </p:cNvPr>
          <p:cNvSpPr>
            <a:spLocks noGrp="1"/>
          </p:cNvSpPr>
          <p:nvPr>
            <p:ph sz="quarter" idx="32" hasCustomPrompt="1"/>
          </p:nvPr>
        </p:nvSpPr>
        <p:spPr>
          <a:xfrm>
            <a:off x="3291840" y="2881461"/>
            <a:ext cx="26517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8" name="Content Placeholder 3">
            <a:extLst>
              <a:ext uri="{FF2B5EF4-FFF2-40B4-BE49-F238E27FC236}">
                <a16:creationId xmlns:a16="http://schemas.microsoft.com/office/drawing/2014/main" id="{05509D20-557E-7F4F-8618-542438C490BA}"/>
              </a:ext>
            </a:extLst>
          </p:cNvPr>
          <p:cNvSpPr>
            <a:spLocks noGrp="1"/>
          </p:cNvSpPr>
          <p:nvPr>
            <p:ph sz="half" idx="33" hasCustomPrompt="1"/>
          </p:nvPr>
        </p:nvSpPr>
        <p:spPr>
          <a:xfrm>
            <a:off x="6116183" y="3237976"/>
            <a:ext cx="2651760" cy="1490472"/>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9" name="Content Placeholder 3">
            <a:extLst>
              <a:ext uri="{FF2B5EF4-FFF2-40B4-BE49-F238E27FC236}">
                <a16:creationId xmlns:a16="http://schemas.microsoft.com/office/drawing/2014/main" id="{157A14B8-DB9F-0649-A945-CCC8C7777ABD}"/>
              </a:ext>
            </a:extLst>
          </p:cNvPr>
          <p:cNvSpPr>
            <a:spLocks noGrp="1"/>
          </p:cNvSpPr>
          <p:nvPr>
            <p:ph sz="quarter" idx="34" hasCustomPrompt="1"/>
          </p:nvPr>
        </p:nvSpPr>
        <p:spPr>
          <a:xfrm>
            <a:off x="6116183" y="1397375"/>
            <a:ext cx="2651760" cy="1490472"/>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0" name="Content Placeholder 3">
            <a:extLst>
              <a:ext uri="{FF2B5EF4-FFF2-40B4-BE49-F238E27FC236}">
                <a16:creationId xmlns:a16="http://schemas.microsoft.com/office/drawing/2014/main" id="{CDA1F315-0513-4B41-A677-CA87DD3A63B4}"/>
              </a:ext>
            </a:extLst>
          </p:cNvPr>
          <p:cNvSpPr>
            <a:spLocks noGrp="1"/>
          </p:cNvSpPr>
          <p:nvPr>
            <p:ph sz="quarter" idx="35" hasCustomPrompt="1"/>
          </p:nvPr>
        </p:nvSpPr>
        <p:spPr>
          <a:xfrm>
            <a:off x="6116183" y="2881461"/>
            <a:ext cx="26517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3" name="Title 1">
            <a:extLst>
              <a:ext uri="{FF2B5EF4-FFF2-40B4-BE49-F238E27FC236}">
                <a16:creationId xmlns:a16="http://schemas.microsoft.com/office/drawing/2014/main" id="{5EFE7D30-4EBF-A243-AE4D-EE54C9A43989}"/>
              </a:ext>
            </a:extLst>
          </p:cNvPr>
          <p:cNvSpPr>
            <a:spLocks noGrp="1"/>
          </p:cNvSpPr>
          <p:nvPr>
            <p:ph type="title"/>
          </p:nvPr>
        </p:nvSpPr>
        <p:spPr>
          <a:xfrm>
            <a:off x="457200" y="590550"/>
            <a:ext cx="8305800" cy="74295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76530010"/>
      </p:ext>
    </p:extLst>
  </p:cSld>
  <p:clrMapOvr>
    <a:masterClrMapping/>
  </p:clrMapOvr>
</p:sldLayout>
</file>

<file path=ppt/slideLayouts/slideLayout513.xml><?xml version="1.0" encoding="utf-8"?>
<p:sldLayout xmlns:a="http://schemas.openxmlformats.org/drawingml/2006/main" xmlns:r="http://schemas.openxmlformats.org/officeDocument/2006/relationships" xmlns:p="http://schemas.openxmlformats.org/presentationml/2006/main" preserve="1">
  <p:cSld name="4 Img: Body ">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F1CB3C-159C-3347-BFAC-E45F31299484}"/>
              </a:ext>
            </a:extLst>
          </p:cNvPr>
          <p:cNvSpPr/>
          <p:nvPr/>
        </p:nvSpPr>
        <p:spPr>
          <a:xfrm>
            <a:off x="503338" y="819150"/>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0" name="Rectangle 19">
            <a:extLst>
              <a:ext uri="{FF2B5EF4-FFF2-40B4-BE49-F238E27FC236}">
                <a16:creationId xmlns:a16="http://schemas.microsoft.com/office/drawing/2014/main" id="{2BEE92EE-CB1A-564D-AFDA-ECC078177899}"/>
              </a:ext>
            </a:extLst>
          </p:cNvPr>
          <p:cNvSpPr/>
          <p:nvPr/>
        </p:nvSpPr>
        <p:spPr>
          <a:xfrm>
            <a:off x="2540115" y="819150"/>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1" name="Rectangle 20">
            <a:extLst>
              <a:ext uri="{FF2B5EF4-FFF2-40B4-BE49-F238E27FC236}">
                <a16:creationId xmlns:a16="http://schemas.microsoft.com/office/drawing/2014/main" id="{113ADE27-8124-2E48-9321-9D361EB8E511}"/>
              </a:ext>
            </a:extLst>
          </p:cNvPr>
          <p:cNvSpPr/>
          <p:nvPr/>
        </p:nvSpPr>
        <p:spPr>
          <a:xfrm>
            <a:off x="2548581" y="2893719"/>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2" name="Rectangle 21">
            <a:extLst>
              <a:ext uri="{FF2B5EF4-FFF2-40B4-BE49-F238E27FC236}">
                <a16:creationId xmlns:a16="http://schemas.microsoft.com/office/drawing/2014/main" id="{942C7726-2FB8-454D-88F1-E8C59C67CCDE}"/>
              </a:ext>
            </a:extLst>
          </p:cNvPr>
          <p:cNvSpPr/>
          <p:nvPr/>
        </p:nvSpPr>
        <p:spPr>
          <a:xfrm>
            <a:off x="4624723" y="2893719"/>
            <a:ext cx="1965960" cy="19659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503337" y="819150"/>
            <a:ext cx="1965960" cy="1965958"/>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3" name="Content Placeholder 3">
            <a:extLst>
              <a:ext uri="{FF2B5EF4-FFF2-40B4-BE49-F238E27FC236}">
                <a16:creationId xmlns:a16="http://schemas.microsoft.com/office/drawing/2014/main" id="{62E5E021-2EE8-AE4F-B572-C897E954C923}"/>
              </a:ext>
            </a:extLst>
          </p:cNvPr>
          <p:cNvSpPr>
            <a:spLocks noGrp="1"/>
          </p:cNvSpPr>
          <p:nvPr>
            <p:ph sz="quarter" idx="30" hasCustomPrompt="1"/>
          </p:nvPr>
        </p:nvSpPr>
        <p:spPr>
          <a:xfrm>
            <a:off x="2558874" y="2886101"/>
            <a:ext cx="1947202" cy="1973579"/>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pic>
        <p:nvPicPr>
          <p:cNvPr id="8" name="Picture 7">
            <a:extLst>
              <a:ext uri="{FF2B5EF4-FFF2-40B4-BE49-F238E27FC236}">
                <a16:creationId xmlns:a16="http://schemas.microsoft.com/office/drawing/2014/main" id="{DBB37FCC-D24D-994D-A24E-BB2E71C19291}"/>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9" name="Picture 8">
            <a:extLst>
              <a:ext uri="{FF2B5EF4-FFF2-40B4-BE49-F238E27FC236}">
                <a16:creationId xmlns:a16="http://schemas.microsoft.com/office/drawing/2014/main" id="{0855F3B6-F7B6-284E-BFFE-48E02FCC8082}"/>
              </a:ext>
            </a:extLst>
          </p:cNvPr>
          <p:cNvPicPr>
            <a:picLocks noChangeAspect="1"/>
          </p:cNvPicPr>
          <p:nvPr/>
        </p:nvPicPr>
        <p:blipFill>
          <a:blip r:embed="rId3"/>
          <a:stretch>
            <a:fillRect/>
          </a:stretch>
        </p:blipFill>
        <p:spPr>
          <a:xfrm>
            <a:off x="115779" y="223914"/>
            <a:ext cx="752320" cy="69658"/>
          </a:xfrm>
          <a:prstGeom prst="rect">
            <a:avLst/>
          </a:prstGeom>
        </p:spPr>
      </p:pic>
      <p:sp>
        <p:nvSpPr>
          <p:cNvPr id="14" name="Content Placeholder 3">
            <a:extLst>
              <a:ext uri="{FF2B5EF4-FFF2-40B4-BE49-F238E27FC236}">
                <a16:creationId xmlns:a16="http://schemas.microsoft.com/office/drawing/2014/main" id="{92912BC2-1EE2-D842-A2B7-DE5424A867EB}"/>
              </a:ext>
            </a:extLst>
          </p:cNvPr>
          <p:cNvSpPr>
            <a:spLocks noGrp="1"/>
          </p:cNvSpPr>
          <p:nvPr>
            <p:ph sz="quarter" idx="31" hasCustomPrompt="1"/>
          </p:nvPr>
        </p:nvSpPr>
        <p:spPr>
          <a:xfrm>
            <a:off x="2540854" y="819151"/>
            <a:ext cx="1965221" cy="1965959"/>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7" name="Content Placeholder 3">
            <a:extLst>
              <a:ext uri="{FF2B5EF4-FFF2-40B4-BE49-F238E27FC236}">
                <a16:creationId xmlns:a16="http://schemas.microsoft.com/office/drawing/2014/main" id="{DB54329B-39FA-9948-8527-46859415990F}"/>
              </a:ext>
            </a:extLst>
          </p:cNvPr>
          <p:cNvSpPr>
            <a:spLocks noGrp="1"/>
          </p:cNvSpPr>
          <p:nvPr>
            <p:ph sz="half" idx="10" hasCustomPrompt="1"/>
          </p:nvPr>
        </p:nvSpPr>
        <p:spPr>
          <a:xfrm>
            <a:off x="4852144" y="1695451"/>
            <a:ext cx="2691656" cy="943227"/>
          </a:xfrm>
          <a:prstGeom prst="rect">
            <a:avLst/>
          </a:prstGeom>
        </p:spPr>
        <p:txBody>
          <a:bodyPr lIns="0">
            <a:normAutofit/>
          </a:bodyPr>
          <a:lstStyle>
            <a:lvl1pPr marL="0" indent="0">
              <a:lnSpc>
                <a:spcPct val="100000"/>
              </a:lnSpc>
              <a:buNone/>
              <a:defRPr sz="1400">
                <a:solidFill>
                  <a:srgbClr val="393A39"/>
                </a:solidFill>
                <a:latin typeface="Lato" panose="020F0502020204030203" pitchFamily="34" charset="0"/>
              </a:defRPr>
            </a:lvl1pPr>
            <a:lvl2pPr marL="292093" indent="0">
              <a:lnSpc>
                <a:spcPct val="100000"/>
              </a:lnSpc>
              <a:buFont typeface="Arial" panose="020B0604020202020204" pitchFamily="34" charset="0"/>
              <a:buNone/>
              <a:defRPr sz="1200">
                <a:solidFill>
                  <a:srgbClr val="393A39"/>
                </a:solidFill>
                <a:latin typeface="Lato" panose="020F0502020204030203" pitchFamily="34" charset="0"/>
              </a:defRPr>
            </a:lvl2pPr>
            <a:lvl3pPr marL="576248" indent="0">
              <a:lnSpc>
                <a:spcPct val="100000"/>
              </a:lnSpc>
              <a:buNone/>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ONLY, keep it short!</a:t>
            </a:r>
          </a:p>
          <a:p>
            <a:pPr lvl="0"/>
            <a:r>
              <a:rPr lang="en-US" dirty="0"/>
              <a:t>Good section header</a:t>
            </a:r>
          </a:p>
        </p:txBody>
      </p:sp>
      <p:sp>
        <p:nvSpPr>
          <p:cNvPr id="18" name="Content Placeholder 3">
            <a:extLst>
              <a:ext uri="{FF2B5EF4-FFF2-40B4-BE49-F238E27FC236}">
                <a16:creationId xmlns:a16="http://schemas.microsoft.com/office/drawing/2014/main" id="{9E3929EB-8C6F-D945-92EC-B79572580E77}"/>
              </a:ext>
            </a:extLst>
          </p:cNvPr>
          <p:cNvSpPr>
            <a:spLocks noGrp="1"/>
          </p:cNvSpPr>
          <p:nvPr>
            <p:ph sz="quarter" idx="19" hasCustomPrompt="1"/>
          </p:nvPr>
        </p:nvSpPr>
        <p:spPr>
          <a:xfrm>
            <a:off x="503338" y="2886100"/>
            <a:ext cx="1935062" cy="457200"/>
          </a:xfrm>
          <a:noFill/>
        </p:spPr>
        <p:txBody>
          <a:bodyPr lIns="137160" tIns="137160" rIns="137160" bIns="45720" anchor="b" anchorCtr="0">
            <a:normAutofit/>
          </a:bodyPr>
          <a:lstStyle>
            <a:lvl1pPr marL="0" indent="0">
              <a:buNone/>
              <a:defRPr sz="1200" b="1">
                <a:solidFill>
                  <a:schemeClr val="accent2"/>
                </a:solidFill>
              </a:defRPr>
            </a:lvl1pPr>
            <a:lvl2pPr>
              <a:defRPr>
                <a:solidFill>
                  <a:schemeClr val="bg2"/>
                </a:solidFill>
              </a:defRPr>
            </a:lvl2pPr>
            <a:lvl3pPr>
              <a:defRPr>
                <a:solidFill>
                  <a:schemeClr val="bg2"/>
                </a:solidFill>
              </a:defRPr>
            </a:lvl3pPr>
          </a:lstStyle>
          <a:p>
            <a:pPr lvl="0"/>
            <a:r>
              <a:rPr lang="en-US" dirty="0"/>
              <a:t>Optional Short Title Here</a:t>
            </a:r>
          </a:p>
        </p:txBody>
      </p:sp>
      <p:sp>
        <p:nvSpPr>
          <p:cNvPr id="19" name="Content Placeholder 3">
            <a:extLst>
              <a:ext uri="{FF2B5EF4-FFF2-40B4-BE49-F238E27FC236}">
                <a16:creationId xmlns:a16="http://schemas.microsoft.com/office/drawing/2014/main" id="{075A62B3-5B8F-BA41-B788-72BE2AD41F88}"/>
              </a:ext>
            </a:extLst>
          </p:cNvPr>
          <p:cNvSpPr>
            <a:spLocks noGrp="1"/>
          </p:cNvSpPr>
          <p:nvPr>
            <p:ph sz="quarter" idx="20" hasCustomPrompt="1"/>
          </p:nvPr>
        </p:nvSpPr>
        <p:spPr>
          <a:xfrm>
            <a:off x="503338" y="3343301"/>
            <a:ext cx="1935062" cy="1066799"/>
          </a:xfrm>
          <a:noFill/>
        </p:spPr>
        <p:txBody>
          <a:bodyPr lIns="137160" tIns="45720" rIns="137160" bIns="13716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Body text here or caption text for all images (swap to caption style)</a:t>
            </a:r>
          </a:p>
        </p:txBody>
      </p:sp>
      <p:sp>
        <p:nvSpPr>
          <p:cNvPr id="23" name="Content Placeholder 3">
            <a:extLst>
              <a:ext uri="{FF2B5EF4-FFF2-40B4-BE49-F238E27FC236}">
                <a16:creationId xmlns:a16="http://schemas.microsoft.com/office/drawing/2014/main" id="{B9EB7CA6-DB6B-5C45-9FED-7ADC8E9AB8DD}"/>
              </a:ext>
            </a:extLst>
          </p:cNvPr>
          <p:cNvSpPr>
            <a:spLocks noGrp="1"/>
          </p:cNvSpPr>
          <p:nvPr>
            <p:ph sz="quarter" idx="32" hasCustomPrompt="1"/>
          </p:nvPr>
        </p:nvSpPr>
        <p:spPr>
          <a:xfrm>
            <a:off x="4624723" y="2893719"/>
            <a:ext cx="1965960" cy="1965960"/>
          </a:xfrm>
          <a:noFill/>
          <a:ln w="6350">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4" name="Title 1">
            <a:extLst>
              <a:ext uri="{FF2B5EF4-FFF2-40B4-BE49-F238E27FC236}">
                <a16:creationId xmlns:a16="http://schemas.microsoft.com/office/drawing/2014/main" id="{718AC106-9290-5445-A767-ECBF76EA403D}"/>
              </a:ext>
            </a:extLst>
          </p:cNvPr>
          <p:cNvSpPr>
            <a:spLocks noGrp="1"/>
          </p:cNvSpPr>
          <p:nvPr>
            <p:ph type="title"/>
          </p:nvPr>
        </p:nvSpPr>
        <p:spPr>
          <a:xfrm>
            <a:off x="4852144" y="895350"/>
            <a:ext cx="2417762" cy="80010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157898819"/>
      </p:ext>
    </p:extLst>
  </p:cSld>
  <p:clrMapOvr>
    <a:masterClrMapping/>
  </p:clrMapOvr>
</p:sldLayout>
</file>

<file path=ppt/slideLayouts/slideLayout514.xml><?xml version="1.0" encoding="utf-8"?>
<p:sldLayout xmlns:a="http://schemas.openxmlformats.org/drawingml/2006/main" xmlns:r="http://schemas.openxmlformats.org/officeDocument/2006/relationships" xmlns:p="http://schemas.openxmlformats.org/presentationml/2006/main" preserve="1">
  <p:cSld name="4 Img: 4 Subsections (equal)">
    <p:spTree>
      <p:nvGrpSpPr>
        <p:cNvPr id="1" name=""/>
        <p:cNvGrpSpPr/>
        <p:nvPr/>
      </p:nvGrpSpPr>
      <p:grpSpPr>
        <a:xfrm>
          <a:off x="0" y="0"/>
          <a:ext cx="0" cy="0"/>
          <a:chOff x="0" y="0"/>
          <a:chExt cx="0" cy="0"/>
        </a:xfrm>
      </p:grpSpPr>
      <p:sp>
        <p:nvSpPr>
          <p:cNvPr id="32" name="Content Placeholder 3">
            <a:extLst>
              <a:ext uri="{FF2B5EF4-FFF2-40B4-BE49-F238E27FC236}">
                <a16:creationId xmlns:a16="http://schemas.microsoft.com/office/drawing/2014/main" id="{15AC7A20-C69C-BC4D-B437-E55CF39D7423}"/>
              </a:ext>
            </a:extLst>
          </p:cNvPr>
          <p:cNvSpPr>
            <a:spLocks noGrp="1" noChangeAspect="1"/>
          </p:cNvSpPr>
          <p:nvPr>
            <p:ph sz="quarter" idx="29" hasCustomPrompt="1"/>
          </p:nvPr>
        </p:nvSpPr>
        <p:spPr>
          <a:xfrm>
            <a:off x="449705" y="1342272"/>
            <a:ext cx="2971800" cy="1762879"/>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2" name="Content Placeholder 3">
            <a:extLst>
              <a:ext uri="{FF2B5EF4-FFF2-40B4-BE49-F238E27FC236}">
                <a16:creationId xmlns:a16="http://schemas.microsoft.com/office/drawing/2014/main" id="{4E63FEF0-55B6-114F-A6B3-FE428535D08B}"/>
              </a:ext>
            </a:extLst>
          </p:cNvPr>
          <p:cNvSpPr>
            <a:spLocks noGrp="1" noChangeAspect="1"/>
          </p:cNvSpPr>
          <p:nvPr>
            <p:ph sz="quarter" idx="30" hasCustomPrompt="1"/>
          </p:nvPr>
        </p:nvSpPr>
        <p:spPr>
          <a:xfrm>
            <a:off x="4782808" y="1342272"/>
            <a:ext cx="2971800" cy="1762879"/>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8" name="Title 1">
            <a:extLst>
              <a:ext uri="{FF2B5EF4-FFF2-40B4-BE49-F238E27FC236}">
                <a16:creationId xmlns:a16="http://schemas.microsoft.com/office/drawing/2014/main" id="{2247E371-F507-CA44-87CD-5FE9F1C457AF}"/>
              </a:ext>
            </a:extLst>
          </p:cNvPr>
          <p:cNvSpPr>
            <a:spLocks noGrp="1"/>
          </p:cNvSpPr>
          <p:nvPr>
            <p:ph type="title"/>
          </p:nvPr>
        </p:nvSpPr>
        <p:spPr>
          <a:xfrm>
            <a:off x="457200" y="590550"/>
            <a:ext cx="8305800" cy="742950"/>
          </a:xfrm>
          <a:prstGeom prst="rect">
            <a:avLst/>
          </a:prstGeom>
        </p:spPr>
        <p:txBody>
          <a:bodyPr lIns="0" anchor="t">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13" name="Content Placeholder 3">
            <a:extLst>
              <a:ext uri="{FF2B5EF4-FFF2-40B4-BE49-F238E27FC236}">
                <a16:creationId xmlns:a16="http://schemas.microsoft.com/office/drawing/2014/main" id="{D19597BF-E7E9-484A-BB29-705E3DB3619A}"/>
              </a:ext>
            </a:extLst>
          </p:cNvPr>
          <p:cNvSpPr>
            <a:spLocks noGrp="1"/>
          </p:cNvSpPr>
          <p:nvPr>
            <p:ph sz="quarter" idx="31" hasCustomPrompt="1"/>
          </p:nvPr>
        </p:nvSpPr>
        <p:spPr>
          <a:xfrm>
            <a:off x="6582111" y="1760381"/>
            <a:ext cx="2207123" cy="533400"/>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4" name="Content Placeholder 3">
            <a:extLst>
              <a:ext uri="{FF2B5EF4-FFF2-40B4-BE49-F238E27FC236}">
                <a16:creationId xmlns:a16="http://schemas.microsoft.com/office/drawing/2014/main" id="{4F08115A-6F4C-7C43-884F-8400F57087DB}"/>
              </a:ext>
            </a:extLst>
          </p:cNvPr>
          <p:cNvSpPr>
            <a:spLocks noGrp="1"/>
          </p:cNvSpPr>
          <p:nvPr>
            <p:ph sz="quarter" idx="32" hasCustomPrompt="1"/>
          </p:nvPr>
        </p:nvSpPr>
        <p:spPr>
          <a:xfrm>
            <a:off x="6582111" y="2293782"/>
            <a:ext cx="2207123" cy="914399"/>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42" name="Content Placeholder 3">
            <a:extLst>
              <a:ext uri="{FF2B5EF4-FFF2-40B4-BE49-F238E27FC236}">
                <a16:creationId xmlns:a16="http://schemas.microsoft.com/office/drawing/2014/main" id="{B99C56E1-01F0-964E-8173-99B760DE0BAC}"/>
              </a:ext>
            </a:extLst>
          </p:cNvPr>
          <p:cNvSpPr>
            <a:spLocks noGrp="1"/>
          </p:cNvSpPr>
          <p:nvPr>
            <p:ph sz="quarter" idx="19" hasCustomPrompt="1"/>
          </p:nvPr>
        </p:nvSpPr>
        <p:spPr>
          <a:xfrm>
            <a:off x="2244064" y="1760381"/>
            <a:ext cx="2207123" cy="533400"/>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Content Placeholder 3">
            <a:extLst>
              <a:ext uri="{FF2B5EF4-FFF2-40B4-BE49-F238E27FC236}">
                <a16:creationId xmlns:a16="http://schemas.microsoft.com/office/drawing/2014/main" id="{412972DB-9003-2E41-8816-DA66D08F3444}"/>
              </a:ext>
            </a:extLst>
          </p:cNvPr>
          <p:cNvSpPr>
            <a:spLocks noGrp="1"/>
          </p:cNvSpPr>
          <p:nvPr>
            <p:ph sz="quarter" idx="20" hasCustomPrompt="1"/>
          </p:nvPr>
        </p:nvSpPr>
        <p:spPr>
          <a:xfrm>
            <a:off x="2244064" y="2293782"/>
            <a:ext cx="2207123" cy="914399"/>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19" name="Content Placeholder 3">
            <a:extLst>
              <a:ext uri="{FF2B5EF4-FFF2-40B4-BE49-F238E27FC236}">
                <a16:creationId xmlns:a16="http://schemas.microsoft.com/office/drawing/2014/main" id="{883CEC0D-877D-B04D-90D5-E1CF01A8E507}"/>
              </a:ext>
            </a:extLst>
          </p:cNvPr>
          <p:cNvSpPr>
            <a:spLocks noGrp="1" noChangeAspect="1"/>
          </p:cNvSpPr>
          <p:nvPr>
            <p:ph sz="quarter" idx="33" hasCustomPrompt="1"/>
          </p:nvPr>
        </p:nvSpPr>
        <p:spPr>
          <a:xfrm>
            <a:off x="449705" y="3380934"/>
            <a:ext cx="2971800" cy="1762879"/>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0" name="Content Placeholder 3">
            <a:extLst>
              <a:ext uri="{FF2B5EF4-FFF2-40B4-BE49-F238E27FC236}">
                <a16:creationId xmlns:a16="http://schemas.microsoft.com/office/drawing/2014/main" id="{32EDD358-615C-1649-8F62-18AA2762B14B}"/>
              </a:ext>
            </a:extLst>
          </p:cNvPr>
          <p:cNvSpPr>
            <a:spLocks noGrp="1" noChangeAspect="1"/>
          </p:cNvSpPr>
          <p:nvPr>
            <p:ph sz="quarter" idx="34" hasCustomPrompt="1"/>
          </p:nvPr>
        </p:nvSpPr>
        <p:spPr>
          <a:xfrm>
            <a:off x="4782808" y="3380934"/>
            <a:ext cx="2971800" cy="1762879"/>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1" name="Content Placeholder 3">
            <a:extLst>
              <a:ext uri="{FF2B5EF4-FFF2-40B4-BE49-F238E27FC236}">
                <a16:creationId xmlns:a16="http://schemas.microsoft.com/office/drawing/2014/main" id="{3DE15FF4-7BD2-3E49-A5C0-C8CA65B4B785}"/>
              </a:ext>
            </a:extLst>
          </p:cNvPr>
          <p:cNvSpPr>
            <a:spLocks noGrp="1"/>
          </p:cNvSpPr>
          <p:nvPr>
            <p:ph sz="quarter" idx="35" hasCustomPrompt="1"/>
          </p:nvPr>
        </p:nvSpPr>
        <p:spPr>
          <a:xfrm>
            <a:off x="6582111" y="3695701"/>
            <a:ext cx="2207123" cy="533400"/>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Content Placeholder 3">
            <a:extLst>
              <a:ext uri="{FF2B5EF4-FFF2-40B4-BE49-F238E27FC236}">
                <a16:creationId xmlns:a16="http://schemas.microsoft.com/office/drawing/2014/main" id="{82F4A441-80AB-0C40-A5FA-A586E9B69FDF}"/>
              </a:ext>
            </a:extLst>
          </p:cNvPr>
          <p:cNvSpPr>
            <a:spLocks noGrp="1"/>
          </p:cNvSpPr>
          <p:nvPr>
            <p:ph sz="quarter" idx="36" hasCustomPrompt="1"/>
          </p:nvPr>
        </p:nvSpPr>
        <p:spPr>
          <a:xfrm>
            <a:off x="6582111" y="4229102"/>
            <a:ext cx="2207123" cy="914399"/>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
        <p:nvSpPr>
          <p:cNvPr id="23" name="Content Placeholder 3">
            <a:extLst>
              <a:ext uri="{FF2B5EF4-FFF2-40B4-BE49-F238E27FC236}">
                <a16:creationId xmlns:a16="http://schemas.microsoft.com/office/drawing/2014/main" id="{C9704E0E-1158-9D4A-9FA9-6CD1F03D8AE6}"/>
              </a:ext>
            </a:extLst>
          </p:cNvPr>
          <p:cNvSpPr>
            <a:spLocks noGrp="1"/>
          </p:cNvSpPr>
          <p:nvPr>
            <p:ph sz="quarter" idx="37" hasCustomPrompt="1"/>
          </p:nvPr>
        </p:nvSpPr>
        <p:spPr>
          <a:xfrm>
            <a:off x="2244064" y="3695701"/>
            <a:ext cx="2207123" cy="533400"/>
          </a:xfrm>
          <a:solidFill>
            <a:schemeClr val="tx2"/>
          </a:solidFill>
        </p:spPr>
        <p:txBody>
          <a:bodyPr lIns="137160" tIns="45720" rIns="137160" bIns="45720" anchor="b" anchorCtr="0">
            <a:normAutofit/>
          </a:bodyPr>
          <a:lstStyle>
            <a:lvl1pPr marL="0" indent="0">
              <a:buNone/>
              <a:defRPr sz="1400" b="1">
                <a:solidFill>
                  <a:schemeClr val="accent3"/>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4" name="Content Placeholder 3">
            <a:extLst>
              <a:ext uri="{FF2B5EF4-FFF2-40B4-BE49-F238E27FC236}">
                <a16:creationId xmlns:a16="http://schemas.microsoft.com/office/drawing/2014/main" id="{4FBBFCD9-FC54-FE47-8A78-0FE43B5C3E43}"/>
              </a:ext>
            </a:extLst>
          </p:cNvPr>
          <p:cNvSpPr>
            <a:spLocks noGrp="1"/>
          </p:cNvSpPr>
          <p:nvPr>
            <p:ph sz="quarter" idx="38" hasCustomPrompt="1"/>
          </p:nvPr>
        </p:nvSpPr>
        <p:spPr>
          <a:xfrm>
            <a:off x="2244064" y="4229102"/>
            <a:ext cx="2207123" cy="914399"/>
          </a:xfrm>
          <a:solidFill>
            <a:schemeClr val="tx2"/>
          </a:solidFill>
        </p:spPr>
        <p:txBody>
          <a:bodyPr lIns="137160" tIns="45720" rIns="137160" bIns="137160" anchor="t" anchorCtr="0">
            <a:normAutofit/>
          </a:bodyPr>
          <a:lstStyle>
            <a:lvl1pPr marL="0" indent="0">
              <a:buNone/>
              <a:defRPr sz="1200" b="0">
                <a:solidFill>
                  <a:schemeClr val="bg2"/>
                </a:solidFill>
              </a:defRPr>
            </a:lvl1pPr>
            <a:lvl2pPr>
              <a:defRPr>
                <a:solidFill>
                  <a:schemeClr val="bg2"/>
                </a:solidFill>
              </a:defRPr>
            </a:lvl2pPr>
            <a:lvl3pPr>
              <a:defRPr>
                <a:solidFill>
                  <a:schemeClr val="bg2"/>
                </a:solidFill>
              </a:defRPr>
            </a:lvl3pPr>
          </a:lstStyle>
          <a:p>
            <a:pPr lvl="0"/>
            <a:r>
              <a:rPr lang="en-US" dirty="0"/>
              <a:t>Body text here (no bullets, no images)</a:t>
            </a:r>
          </a:p>
        </p:txBody>
      </p:sp>
    </p:spTree>
    <p:extLst>
      <p:ext uri="{BB962C8B-B14F-4D97-AF65-F5344CB8AC3E}">
        <p14:creationId xmlns:p14="http://schemas.microsoft.com/office/powerpoint/2010/main" val="1105395793"/>
      </p:ext>
    </p:extLst>
  </p:cSld>
  <p:clrMapOvr>
    <a:masterClrMapping/>
  </p:clrMapOvr>
</p:sldLayout>
</file>

<file path=ppt/slideLayouts/slideLayout515.xml><?xml version="1.0" encoding="utf-8"?>
<p:sldLayout xmlns:a="http://schemas.openxmlformats.org/drawingml/2006/main" xmlns:r="http://schemas.openxmlformats.org/officeDocument/2006/relationships" xmlns:p="http://schemas.openxmlformats.org/presentationml/2006/main" preserve="1">
  <p:cSld name="4 Img: Body Text (righ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1138D1D-0960-574D-8616-915D22FDBD79}"/>
              </a:ext>
            </a:extLst>
          </p:cNvPr>
          <p:cNvSpPr/>
          <p:nvPr/>
        </p:nvSpPr>
        <p:spPr>
          <a:xfrm>
            <a:off x="5715000" y="0"/>
            <a:ext cx="3429000" cy="51435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72327"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57200" y="1504950"/>
            <a:ext cx="1965960" cy="1472184"/>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72327"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87454"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87454"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02581"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02581"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12" name="Content Placeholder 3">
            <a:extLst>
              <a:ext uri="{FF2B5EF4-FFF2-40B4-BE49-F238E27FC236}">
                <a16:creationId xmlns:a16="http://schemas.microsoft.com/office/drawing/2014/main" id="{F12BC52A-186A-9B43-A602-388B5540D1E9}"/>
              </a:ext>
            </a:extLst>
          </p:cNvPr>
          <p:cNvSpPr>
            <a:spLocks noGrp="1"/>
          </p:cNvSpPr>
          <p:nvPr>
            <p:ph sz="half" idx="10" hasCustomPrompt="1"/>
          </p:nvPr>
        </p:nvSpPr>
        <p:spPr>
          <a:xfrm>
            <a:off x="457200" y="3486149"/>
            <a:ext cx="4864512" cy="1243222"/>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 Body text is preferred over bullets</a:t>
            </a:r>
          </a:p>
          <a:p>
            <a:pPr lvl="1"/>
            <a:r>
              <a:rPr lang="en-US" dirty="0"/>
              <a:t>Second level</a:t>
            </a:r>
          </a:p>
          <a:p>
            <a:pPr lvl="2"/>
            <a:r>
              <a:rPr lang="en-US" dirty="0"/>
              <a:t>Third level</a:t>
            </a:r>
          </a:p>
        </p:txBody>
      </p:sp>
      <p:sp>
        <p:nvSpPr>
          <p:cNvPr id="13" name="Title 1">
            <a:extLst>
              <a:ext uri="{FF2B5EF4-FFF2-40B4-BE49-F238E27FC236}">
                <a16:creationId xmlns:a16="http://schemas.microsoft.com/office/drawing/2014/main" id="{AC332FC9-5E40-7F4A-ADF7-3D2ADB4F03AF}"/>
              </a:ext>
            </a:extLst>
          </p:cNvPr>
          <p:cNvSpPr>
            <a:spLocks noGrp="1"/>
          </p:cNvSpPr>
          <p:nvPr>
            <p:ph type="title"/>
          </p:nvPr>
        </p:nvSpPr>
        <p:spPr>
          <a:xfrm>
            <a:off x="457200" y="590550"/>
            <a:ext cx="5105400"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768881656"/>
      </p:ext>
    </p:extLst>
  </p:cSld>
  <p:clrMapOvr>
    <a:masterClrMapping/>
  </p:clrMapOvr>
</p:sldLayout>
</file>

<file path=ppt/slideLayouts/slideLayout516.xml><?xml version="1.0" encoding="utf-8"?>
<p:sldLayout xmlns:a="http://schemas.openxmlformats.org/drawingml/2006/main" xmlns:r="http://schemas.openxmlformats.org/officeDocument/2006/relationships" xmlns:p="http://schemas.openxmlformats.org/presentationml/2006/main" preserve="1">
  <p:cSld name="4 Img: Body Text (lef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34551FB-B332-9440-9C5C-BC9D2C8CEF62}"/>
              </a:ext>
            </a:extLst>
          </p:cNvPr>
          <p:cNvSpPr/>
          <p:nvPr/>
        </p:nvSpPr>
        <p:spPr>
          <a:xfrm>
            <a:off x="0" y="0"/>
            <a:ext cx="3429000" cy="51435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pic>
        <p:nvPicPr>
          <p:cNvPr id="15" name="Picture 14">
            <a:extLst>
              <a:ext uri="{FF2B5EF4-FFF2-40B4-BE49-F238E27FC236}">
                <a16:creationId xmlns:a16="http://schemas.microsoft.com/office/drawing/2014/main" id="{F801C095-FC4F-B548-86F9-AF8655C17916}"/>
              </a:ext>
            </a:extLst>
          </p:cNvPr>
          <p:cNvPicPr>
            <a:picLocks noChangeAspect="1"/>
          </p:cNvPicPr>
          <p:nvPr/>
        </p:nvPicPr>
        <p:blipFill rotWithShape="1">
          <a:blip r:embed="rId2"/>
          <a:srcRect l="24096"/>
          <a:stretch/>
        </p:blipFill>
        <p:spPr>
          <a:xfrm>
            <a:off x="0" y="115218"/>
            <a:ext cx="1066800" cy="287051"/>
          </a:xfrm>
          <a:prstGeom prst="rect">
            <a:avLst/>
          </a:prstGeom>
        </p:spPr>
      </p:pic>
      <p:pic>
        <p:nvPicPr>
          <p:cNvPr id="17" name="Picture 16">
            <a:extLst>
              <a:ext uri="{FF2B5EF4-FFF2-40B4-BE49-F238E27FC236}">
                <a16:creationId xmlns:a16="http://schemas.microsoft.com/office/drawing/2014/main" id="{E31FA408-826D-594C-99A2-F4CA1B6EF291}"/>
              </a:ext>
            </a:extLst>
          </p:cNvPr>
          <p:cNvPicPr>
            <a:picLocks noChangeAspect="1"/>
          </p:cNvPicPr>
          <p:nvPr/>
        </p:nvPicPr>
        <p:blipFill>
          <a:blip r:embed="rId3"/>
          <a:stretch>
            <a:fillRect/>
          </a:stretch>
        </p:blipFill>
        <p:spPr>
          <a:xfrm>
            <a:off x="115779" y="223914"/>
            <a:ext cx="752320" cy="69658"/>
          </a:xfrm>
          <a:prstGeom prst="rect">
            <a:avLst/>
          </a:prstGeom>
        </p:spPr>
      </p:pic>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72327"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57200" y="1504950"/>
            <a:ext cx="1965960" cy="1472184"/>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72327"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87454"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87454"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02581" y="1504949"/>
            <a:ext cx="1965960" cy="1472185"/>
          </a:xfrm>
          <a:solidFill>
            <a:schemeClr val="bg2"/>
          </a:solidFill>
          <a:ln>
            <a:no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02581" y="2977135"/>
            <a:ext cx="1965960" cy="316595"/>
          </a:xfrm>
          <a:solidFill>
            <a:schemeClr val="bg2"/>
          </a:solidFill>
          <a:ln>
            <a:no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12" name="Content Placeholder 3">
            <a:extLst>
              <a:ext uri="{FF2B5EF4-FFF2-40B4-BE49-F238E27FC236}">
                <a16:creationId xmlns:a16="http://schemas.microsoft.com/office/drawing/2014/main" id="{F12BC52A-186A-9B43-A602-388B5540D1E9}"/>
              </a:ext>
            </a:extLst>
          </p:cNvPr>
          <p:cNvSpPr>
            <a:spLocks noGrp="1"/>
          </p:cNvSpPr>
          <p:nvPr>
            <p:ph sz="half" idx="10" hasCustomPrompt="1"/>
          </p:nvPr>
        </p:nvSpPr>
        <p:spPr>
          <a:xfrm>
            <a:off x="3733800" y="3486149"/>
            <a:ext cx="4864512" cy="1243222"/>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 Body text is preferred over bullets</a:t>
            </a:r>
          </a:p>
          <a:p>
            <a:pPr lvl="1"/>
            <a:r>
              <a:rPr lang="en-US" dirty="0"/>
              <a:t>Second level</a:t>
            </a:r>
          </a:p>
          <a:p>
            <a:pPr lvl="2"/>
            <a:r>
              <a:rPr lang="en-US" dirty="0"/>
              <a:t>Third level</a:t>
            </a:r>
          </a:p>
        </p:txBody>
      </p:sp>
      <p:sp>
        <p:nvSpPr>
          <p:cNvPr id="13" name="Title 1">
            <a:extLst>
              <a:ext uri="{FF2B5EF4-FFF2-40B4-BE49-F238E27FC236}">
                <a16:creationId xmlns:a16="http://schemas.microsoft.com/office/drawing/2014/main" id="{AC332FC9-5E40-7F4A-ADF7-3D2ADB4F03AF}"/>
              </a:ext>
            </a:extLst>
          </p:cNvPr>
          <p:cNvSpPr>
            <a:spLocks noGrp="1"/>
          </p:cNvSpPr>
          <p:nvPr>
            <p:ph type="title"/>
          </p:nvPr>
        </p:nvSpPr>
        <p:spPr>
          <a:xfrm>
            <a:off x="3733801" y="590550"/>
            <a:ext cx="5034741" cy="742950"/>
          </a:xfrm>
          <a:prstGeom prst="rect">
            <a:avLst/>
          </a:prstGeom>
        </p:spPr>
        <p:txBody>
          <a:bodyPr lIns="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149176484"/>
      </p:ext>
    </p:extLst>
  </p:cSld>
  <p:clrMapOvr>
    <a:masterClrMapping/>
  </p:clrMapOvr>
</p:sldLayout>
</file>

<file path=ppt/slideLayouts/slideLayout517.xml><?xml version="1.0" encoding="utf-8"?>
<p:sldLayout xmlns:a="http://schemas.openxmlformats.org/drawingml/2006/main" xmlns:r="http://schemas.openxmlformats.org/officeDocument/2006/relationships" xmlns:p="http://schemas.openxmlformats.org/presentationml/2006/main" preserve="1">
  <p:cSld name="4 Img: paired, 4 Subsections (body)">
    <p:spTree>
      <p:nvGrpSpPr>
        <p:cNvPr id="1" name=""/>
        <p:cNvGrpSpPr/>
        <p:nvPr/>
      </p:nvGrpSpPr>
      <p:grpSpPr>
        <a:xfrm>
          <a:off x="0" y="0"/>
          <a:ext cx="0" cy="0"/>
          <a:chOff x="0" y="0"/>
          <a:chExt cx="0" cy="0"/>
        </a:xfrm>
      </p:grpSpPr>
      <p:sp>
        <p:nvSpPr>
          <p:cNvPr id="47" name="Content Placeholder 3">
            <a:extLst>
              <a:ext uri="{FF2B5EF4-FFF2-40B4-BE49-F238E27FC236}">
                <a16:creationId xmlns:a16="http://schemas.microsoft.com/office/drawing/2014/main" id="{88FAD3AE-C209-DD41-8D9F-F3C291DF9248}"/>
              </a:ext>
            </a:extLst>
          </p:cNvPr>
          <p:cNvSpPr>
            <a:spLocks noGrp="1"/>
          </p:cNvSpPr>
          <p:nvPr>
            <p:ph sz="quarter" idx="22" hasCustomPrompt="1"/>
          </p:nvPr>
        </p:nvSpPr>
        <p:spPr>
          <a:xfrm>
            <a:off x="2580968" y="1885950"/>
            <a:ext cx="1965960" cy="147218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57200" y="1885950"/>
            <a:ext cx="1965960" cy="1474470"/>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0" name="Rectangle 9">
            <a:extLst>
              <a:ext uri="{FF2B5EF4-FFF2-40B4-BE49-F238E27FC236}">
                <a16:creationId xmlns:a16="http://schemas.microsoft.com/office/drawing/2014/main" id="{4BF6B05F-53E1-8945-B16F-0DF3CF82F24C}"/>
              </a:ext>
            </a:extLst>
          </p:cNvPr>
          <p:cNvSpPr/>
          <p:nvPr/>
        </p:nvSpPr>
        <p:spPr>
          <a:xfrm>
            <a:off x="0" y="3358136"/>
            <a:ext cx="9144000" cy="1785365"/>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17" name="Content Placeholder 3">
            <a:extLst>
              <a:ext uri="{FF2B5EF4-FFF2-40B4-BE49-F238E27FC236}">
                <a16:creationId xmlns:a16="http://schemas.microsoft.com/office/drawing/2014/main" id="{F509B63B-1486-3540-B785-BB3D12EDB3BE}"/>
              </a:ext>
            </a:extLst>
          </p:cNvPr>
          <p:cNvSpPr>
            <a:spLocks noGrp="1"/>
          </p:cNvSpPr>
          <p:nvPr>
            <p:ph sz="quarter" idx="20" hasCustomPrompt="1"/>
          </p:nvPr>
        </p:nvSpPr>
        <p:spPr>
          <a:xfrm>
            <a:off x="457200" y="3714650"/>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33581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8" name="Content Placeholder 3">
            <a:extLst>
              <a:ext uri="{FF2B5EF4-FFF2-40B4-BE49-F238E27FC236}">
                <a16:creationId xmlns:a16="http://schemas.microsoft.com/office/drawing/2014/main" id="{216EF5B3-14E5-2446-9E37-8D3DA7F83FA6}"/>
              </a:ext>
            </a:extLst>
          </p:cNvPr>
          <p:cNvSpPr>
            <a:spLocks noGrp="1"/>
          </p:cNvSpPr>
          <p:nvPr>
            <p:ph sz="quarter" idx="23" hasCustomPrompt="1"/>
          </p:nvPr>
        </p:nvSpPr>
        <p:spPr>
          <a:xfrm>
            <a:off x="2580968" y="3714650"/>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49" name="Content Placeholder 3">
            <a:extLst>
              <a:ext uri="{FF2B5EF4-FFF2-40B4-BE49-F238E27FC236}">
                <a16:creationId xmlns:a16="http://schemas.microsoft.com/office/drawing/2014/main" id="{A33A5FF1-7CDE-394A-8F8F-43478A103928}"/>
              </a:ext>
            </a:extLst>
          </p:cNvPr>
          <p:cNvSpPr>
            <a:spLocks noGrp="1"/>
          </p:cNvSpPr>
          <p:nvPr>
            <p:ph sz="quarter" idx="24" hasCustomPrompt="1"/>
          </p:nvPr>
        </p:nvSpPr>
        <p:spPr>
          <a:xfrm>
            <a:off x="2580968" y="33581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0" name="Content Placeholder 3">
            <a:extLst>
              <a:ext uri="{FF2B5EF4-FFF2-40B4-BE49-F238E27FC236}">
                <a16:creationId xmlns:a16="http://schemas.microsoft.com/office/drawing/2014/main" id="{37AD7603-46FC-F347-AF65-9A5A450E8717}"/>
              </a:ext>
            </a:extLst>
          </p:cNvPr>
          <p:cNvSpPr>
            <a:spLocks noGrp="1"/>
          </p:cNvSpPr>
          <p:nvPr>
            <p:ph sz="quarter" idx="25" hasCustomPrompt="1"/>
          </p:nvPr>
        </p:nvSpPr>
        <p:spPr>
          <a:xfrm>
            <a:off x="4717024" y="1885950"/>
            <a:ext cx="1965960" cy="147218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1" name="Content Placeholder 3">
            <a:extLst>
              <a:ext uri="{FF2B5EF4-FFF2-40B4-BE49-F238E27FC236}">
                <a16:creationId xmlns:a16="http://schemas.microsoft.com/office/drawing/2014/main" id="{B34E1369-EF0E-B046-97D9-6341F2F2EA21}"/>
              </a:ext>
            </a:extLst>
          </p:cNvPr>
          <p:cNvSpPr>
            <a:spLocks noGrp="1"/>
          </p:cNvSpPr>
          <p:nvPr>
            <p:ph sz="quarter" idx="26" hasCustomPrompt="1"/>
          </p:nvPr>
        </p:nvSpPr>
        <p:spPr>
          <a:xfrm>
            <a:off x="4717024" y="3714650"/>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2" name="Content Placeholder 3">
            <a:extLst>
              <a:ext uri="{FF2B5EF4-FFF2-40B4-BE49-F238E27FC236}">
                <a16:creationId xmlns:a16="http://schemas.microsoft.com/office/drawing/2014/main" id="{63659F40-D8CA-2341-9DFD-6BA8E4B8640E}"/>
              </a:ext>
            </a:extLst>
          </p:cNvPr>
          <p:cNvSpPr>
            <a:spLocks noGrp="1"/>
          </p:cNvSpPr>
          <p:nvPr>
            <p:ph sz="quarter" idx="27" hasCustomPrompt="1"/>
          </p:nvPr>
        </p:nvSpPr>
        <p:spPr>
          <a:xfrm>
            <a:off x="4717024" y="33581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53" name="Content Placeholder 3">
            <a:extLst>
              <a:ext uri="{FF2B5EF4-FFF2-40B4-BE49-F238E27FC236}">
                <a16:creationId xmlns:a16="http://schemas.microsoft.com/office/drawing/2014/main" id="{A35135FD-AD75-964F-B113-BD252DDE92D5}"/>
              </a:ext>
            </a:extLst>
          </p:cNvPr>
          <p:cNvSpPr>
            <a:spLocks noGrp="1"/>
          </p:cNvSpPr>
          <p:nvPr>
            <p:ph sz="quarter" idx="28" hasCustomPrompt="1"/>
          </p:nvPr>
        </p:nvSpPr>
        <p:spPr>
          <a:xfrm>
            <a:off x="6840792" y="1885950"/>
            <a:ext cx="1965960" cy="147218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54" name="Content Placeholder 3">
            <a:extLst>
              <a:ext uri="{FF2B5EF4-FFF2-40B4-BE49-F238E27FC236}">
                <a16:creationId xmlns:a16="http://schemas.microsoft.com/office/drawing/2014/main" id="{D177B7A0-E491-2949-A749-674B4894CD6E}"/>
              </a:ext>
            </a:extLst>
          </p:cNvPr>
          <p:cNvSpPr>
            <a:spLocks noGrp="1"/>
          </p:cNvSpPr>
          <p:nvPr>
            <p:ph sz="quarter" idx="29" hasCustomPrompt="1"/>
          </p:nvPr>
        </p:nvSpPr>
        <p:spPr>
          <a:xfrm>
            <a:off x="6840792" y="3714650"/>
            <a:ext cx="1965960" cy="1115669"/>
          </a:xfrm>
          <a:solidFill>
            <a:schemeClr val="bg1">
              <a:lumMod val="95000"/>
            </a:schemeClr>
          </a:solidFill>
          <a:ln w="6350">
            <a:solidFill>
              <a:schemeClr val="bg1">
                <a:lumMod val="95000"/>
              </a:schemeClr>
            </a:solidFill>
          </a:ln>
        </p:spPr>
        <p:txBody>
          <a:bodyPr lIns="137160" tIns="45720" rIns="137160" bIns="137160" anchor="t" anchorCtr="0">
            <a:norm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Body text here</a:t>
            </a:r>
          </a:p>
        </p:txBody>
      </p:sp>
      <p:sp>
        <p:nvSpPr>
          <p:cNvPr id="55" name="Content Placeholder 3">
            <a:extLst>
              <a:ext uri="{FF2B5EF4-FFF2-40B4-BE49-F238E27FC236}">
                <a16:creationId xmlns:a16="http://schemas.microsoft.com/office/drawing/2014/main" id="{B176513E-FA18-374C-AD1F-242628F462B4}"/>
              </a:ext>
            </a:extLst>
          </p:cNvPr>
          <p:cNvSpPr>
            <a:spLocks noGrp="1"/>
          </p:cNvSpPr>
          <p:nvPr>
            <p:ph sz="quarter" idx="30" hasCustomPrompt="1"/>
          </p:nvPr>
        </p:nvSpPr>
        <p:spPr>
          <a:xfrm>
            <a:off x="6840792" y="33581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8" name="Title 1">
            <a:extLst>
              <a:ext uri="{FF2B5EF4-FFF2-40B4-BE49-F238E27FC236}">
                <a16:creationId xmlns:a16="http://schemas.microsoft.com/office/drawing/2014/main" id="{2FA1BC06-C30C-E541-AF0C-1F21C8CBC4D8}"/>
              </a:ext>
            </a:extLst>
          </p:cNvPr>
          <p:cNvSpPr>
            <a:spLocks noGrp="1"/>
          </p:cNvSpPr>
          <p:nvPr>
            <p:ph type="title"/>
          </p:nvPr>
        </p:nvSpPr>
        <p:spPr>
          <a:xfrm>
            <a:off x="457200" y="829818"/>
            <a:ext cx="8305800" cy="74295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020587761"/>
      </p:ext>
    </p:extLst>
  </p:cSld>
  <p:clrMapOvr>
    <a:masterClrMapping/>
  </p:clrMapOvr>
</p:sldLayout>
</file>

<file path=ppt/slideLayouts/slideLayout518.xml><?xml version="1.0" encoding="utf-8"?>
<p:sldLayout xmlns:a="http://schemas.openxmlformats.org/drawingml/2006/main" xmlns:r="http://schemas.openxmlformats.org/officeDocument/2006/relationships" xmlns:p="http://schemas.openxmlformats.org/presentationml/2006/main" preserve="1">
  <p:cSld name="4 Img: paired, 4 Subsections (bullets)">
    <p:spTree>
      <p:nvGrpSpPr>
        <p:cNvPr id="1" name=""/>
        <p:cNvGrpSpPr/>
        <p:nvPr/>
      </p:nvGrpSpPr>
      <p:grpSpPr>
        <a:xfrm>
          <a:off x="0" y="0"/>
          <a:ext cx="0" cy="0"/>
          <a:chOff x="0" y="0"/>
          <a:chExt cx="0" cy="0"/>
        </a:xfrm>
      </p:grpSpPr>
      <p:sp>
        <p:nvSpPr>
          <p:cNvPr id="34" name="Content Placeholder 3">
            <a:extLst>
              <a:ext uri="{FF2B5EF4-FFF2-40B4-BE49-F238E27FC236}">
                <a16:creationId xmlns:a16="http://schemas.microsoft.com/office/drawing/2014/main" id="{E80BBB08-8B4C-AE45-BE9F-2ACF045CF6F5}"/>
              </a:ext>
            </a:extLst>
          </p:cNvPr>
          <p:cNvSpPr>
            <a:spLocks noGrp="1"/>
          </p:cNvSpPr>
          <p:nvPr>
            <p:ph sz="quarter" idx="31" hasCustomPrompt="1"/>
          </p:nvPr>
        </p:nvSpPr>
        <p:spPr>
          <a:xfrm>
            <a:off x="2591861" y="1567918"/>
            <a:ext cx="1965960" cy="110642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0" name="Rectangle 9">
            <a:extLst>
              <a:ext uri="{FF2B5EF4-FFF2-40B4-BE49-F238E27FC236}">
                <a16:creationId xmlns:a16="http://schemas.microsoft.com/office/drawing/2014/main" id="{4BF6B05F-53E1-8945-B16F-0DF3CF82F24C}"/>
              </a:ext>
            </a:extLst>
          </p:cNvPr>
          <p:cNvSpPr/>
          <p:nvPr/>
        </p:nvSpPr>
        <p:spPr>
          <a:xfrm>
            <a:off x="0" y="2683923"/>
            <a:ext cx="9144000" cy="2459578"/>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467497" y="3034051"/>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467497" y="1572803"/>
            <a:ext cx="1963970" cy="1104733"/>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7497" y="26775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3" name="Content Placeholder 3">
            <a:extLst>
              <a:ext uri="{FF2B5EF4-FFF2-40B4-BE49-F238E27FC236}">
                <a16:creationId xmlns:a16="http://schemas.microsoft.com/office/drawing/2014/main" id="{E53B2EB1-5F25-BD49-8343-92C06FD36ABC}"/>
              </a:ext>
            </a:extLst>
          </p:cNvPr>
          <p:cNvSpPr>
            <a:spLocks noGrp="1"/>
          </p:cNvSpPr>
          <p:nvPr>
            <p:ph sz="half" idx="30" hasCustomPrompt="1"/>
          </p:nvPr>
        </p:nvSpPr>
        <p:spPr>
          <a:xfrm>
            <a:off x="2591861" y="3034051"/>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5" name="Content Placeholder 3">
            <a:extLst>
              <a:ext uri="{FF2B5EF4-FFF2-40B4-BE49-F238E27FC236}">
                <a16:creationId xmlns:a16="http://schemas.microsoft.com/office/drawing/2014/main" id="{A464B442-D9C7-B94E-AD26-8A4ED3539C0A}"/>
              </a:ext>
            </a:extLst>
          </p:cNvPr>
          <p:cNvSpPr>
            <a:spLocks noGrp="1"/>
          </p:cNvSpPr>
          <p:nvPr>
            <p:ph sz="quarter" idx="32" hasCustomPrompt="1"/>
          </p:nvPr>
        </p:nvSpPr>
        <p:spPr>
          <a:xfrm>
            <a:off x="2591861" y="26775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4" name="Content Placeholder 3">
            <a:extLst>
              <a:ext uri="{FF2B5EF4-FFF2-40B4-BE49-F238E27FC236}">
                <a16:creationId xmlns:a16="http://schemas.microsoft.com/office/drawing/2014/main" id="{A0A4139A-772F-2F43-93E6-4E6798EEF1CD}"/>
              </a:ext>
            </a:extLst>
          </p:cNvPr>
          <p:cNvSpPr>
            <a:spLocks noGrp="1"/>
          </p:cNvSpPr>
          <p:nvPr>
            <p:ph sz="quarter" idx="33" hasCustomPrompt="1"/>
          </p:nvPr>
        </p:nvSpPr>
        <p:spPr>
          <a:xfrm>
            <a:off x="4712240" y="1567918"/>
            <a:ext cx="1965960" cy="110642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5" name="Content Placeholder 3">
            <a:extLst>
              <a:ext uri="{FF2B5EF4-FFF2-40B4-BE49-F238E27FC236}">
                <a16:creationId xmlns:a16="http://schemas.microsoft.com/office/drawing/2014/main" id="{B587A25C-C1CD-4A4E-AE0C-EDF159D1AD75}"/>
              </a:ext>
            </a:extLst>
          </p:cNvPr>
          <p:cNvSpPr>
            <a:spLocks noGrp="1"/>
          </p:cNvSpPr>
          <p:nvPr>
            <p:ph sz="half" idx="34" hasCustomPrompt="1"/>
          </p:nvPr>
        </p:nvSpPr>
        <p:spPr>
          <a:xfrm>
            <a:off x="4712240" y="3034051"/>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46" name="Content Placeholder 3">
            <a:extLst>
              <a:ext uri="{FF2B5EF4-FFF2-40B4-BE49-F238E27FC236}">
                <a16:creationId xmlns:a16="http://schemas.microsoft.com/office/drawing/2014/main" id="{006D9C7B-BE1F-2F48-9932-F7A5274B0C86}"/>
              </a:ext>
            </a:extLst>
          </p:cNvPr>
          <p:cNvSpPr>
            <a:spLocks noGrp="1"/>
          </p:cNvSpPr>
          <p:nvPr>
            <p:ph sz="quarter" idx="35" hasCustomPrompt="1"/>
          </p:nvPr>
        </p:nvSpPr>
        <p:spPr>
          <a:xfrm>
            <a:off x="4712240" y="26775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7" name="Content Placeholder 3">
            <a:extLst>
              <a:ext uri="{FF2B5EF4-FFF2-40B4-BE49-F238E27FC236}">
                <a16:creationId xmlns:a16="http://schemas.microsoft.com/office/drawing/2014/main" id="{4D16B98F-3C8A-4E4A-9AA5-82EDAB577C03}"/>
              </a:ext>
            </a:extLst>
          </p:cNvPr>
          <p:cNvSpPr>
            <a:spLocks noGrp="1"/>
          </p:cNvSpPr>
          <p:nvPr>
            <p:ph sz="quarter" idx="36" hasCustomPrompt="1"/>
          </p:nvPr>
        </p:nvSpPr>
        <p:spPr>
          <a:xfrm>
            <a:off x="6828634" y="1567918"/>
            <a:ext cx="1965960" cy="110642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8" name="Content Placeholder 3">
            <a:extLst>
              <a:ext uri="{FF2B5EF4-FFF2-40B4-BE49-F238E27FC236}">
                <a16:creationId xmlns:a16="http://schemas.microsoft.com/office/drawing/2014/main" id="{457B1C0B-C0BA-1340-A85D-FFCE14C89447}"/>
              </a:ext>
            </a:extLst>
          </p:cNvPr>
          <p:cNvSpPr>
            <a:spLocks noGrp="1"/>
          </p:cNvSpPr>
          <p:nvPr>
            <p:ph sz="half" idx="37" hasCustomPrompt="1"/>
          </p:nvPr>
        </p:nvSpPr>
        <p:spPr>
          <a:xfrm>
            <a:off x="6828634" y="3034051"/>
            <a:ext cx="196596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49" name="Content Placeholder 3">
            <a:extLst>
              <a:ext uri="{FF2B5EF4-FFF2-40B4-BE49-F238E27FC236}">
                <a16:creationId xmlns:a16="http://schemas.microsoft.com/office/drawing/2014/main" id="{F952A9E0-6228-5148-BA9C-12C66B2ADE02}"/>
              </a:ext>
            </a:extLst>
          </p:cNvPr>
          <p:cNvSpPr>
            <a:spLocks noGrp="1"/>
          </p:cNvSpPr>
          <p:nvPr>
            <p:ph sz="quarter" idx="38" hasCustomPrompt="1"/>
          </p:nvPr>
        </p:nvSpPr>
        <p:spPr>
          <a:xfrm>
            <a:off x="6828634" y="2677535"/>
            <a:ext cx="19659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7" name="Title 1">
            <a:extLst>
              <a:ext uri="{FF2B5EF4-FFF2-40B4-BE49-F238E27FC236}">
                <a16:creationId xmlns:a16="http://schemas.microsoft.com/office/drawing/2014/main" id="{2CD41E1C-45C4-2E4C-AB71-F892A91A1EAC}"/>
              </a:ext>
            </a:extLst>
          </p:cNvPr>
          <p:cNvSpPr>
            <a:spLocks noGrp="1"/>
          </p:cNvSpPr>
          <p:nvPr>
            <p:ph type="title"/>
          </p:nvPr>
        </p:nvSpPr>
        <p:spPr>
          <a:xfrm>
            <a:off x="457200" y="590550"/>
            <a:ext cx="8305800" cy="742950"/>
          </a:xfrm>
          <a:prstGeom prst="rect">
            <a:avLst/>
          </a:prstGeom>
        </p:spPr>
        <p:txBody>
          <a:bodyPr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508235480"/>
      </p:ext>
    </p:extLst>
  </p:cSld>
  <p:clrMapOvr>
    <a:masterClrMapping/>
  </p:clrMapOvr>
</p:sldLayout>
</file>

<file path=ppt/slideLayouts/slideLayout519.xml><?xml version="1.0" encoding="utf-8"?>
<p:sldLayout xmlns:a="http://schemas.openxmlformats.org/drawingml/2006/main" xmlns:r="http://schemas.openxmlformats.org/officeDocument/2006/relationships" xmlns:p="http://schemas.openxmlformats.org/presentationml/2006/main" preserve="1">
  <p:cSld name="5 Img: paired, 5 Subsections (bullet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6B05F-53E1-8945-B16F-0DF3CF82F24C}"/>
              </a:ext>
            </a:extLst>
          </p:cNvPr>
          <p:cNvSpPr/>
          <p:nvPr/>
        </p:nvSpPr>
        <p:spPr>
          <a:xfrm>
            <a:off x="0" y="2683923"/>
            <a:ext cx="9144000" cy="2459578"/>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381022" y="3034051"/>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381022" y="148286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381022" y="2677535"/>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68" name="Content Placeholder 3">
            <a:extLst>
              <a:ext uri="{FF2B5EF4-FFF2-40B4-BE49-F238E27FC236}">
                <a16:creationId xmlns:a16="http://schemas.microsoft.com/office/drawing/2014/main" id="{8B594A98-55B7-1246-AEE0-5FDE3E436BED}"/>
              </a:ext>
            </a:extLst>
          </p:cNvPr>
          <p:cNvSpPr>
            <a:spLocks noGrp="1"/>
          </p:cNvSpPr>
          <p:nvPr>
            <p:ph sz="half" idx="30" hasCustomPrompt="1"/>
          </p:nvPr>
        </p:nvSpPr>
        <p:spPr>
          <a:xfrm>
            <a:off x="2095522" y="3034051"/>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69" name="Content Placeholder 3">
            <a:extLst>
              <a:ext uri="{FF2B5EF4-FFF2-40B4-BE49-F238E27FC236}">
                <a16:creationId xmlns:a16="http://schemas.microsoft.com/office/drawing/2014/main" id="{9135D390-8302-B148-B61C-F2EB0A6B8E60}"/>
              </a:ext>
            </a:extLst>
          </p:cNvPr>
          <p:cNvSpPr>
            <a:spLocks noGrp="1"/>
          </p:cNvSpPr>
          <p:nvPr>
            <p:ph sz="quarter" idx="31" hasCustomPrompt="1"/>
          </p:nvPr>
        </p:nvSpPr>
        <p:spPr>
          <a:xfrm>
            <a:off x="2095524" y="148286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0" name="Content Placeholder 3">
            <a:extLst>
              <a:ext uri="{FF2B5EF4-FFF2-40B4-BE49-F238E27FC236}">
                <a16:creationId xmlns:a16="http://schemas.microsoft.com/office/drawing/2014/main" id="{C429E927-13E4-5749-A6B0-9E7C5F36071B}"/>
              </a:ext>
            </a:extLst>
          </p:cNvPr>
          <p:cNvSpPr>
            <a:spLocks noGrp="1"/>
          </p:cNvSpPr>
          <p:nvPr>
            <p:ph sz="quarter" idx="32" hasCustomPrompt="1"/>
          </p:nvPr>
        </p:nvSpPr>
        <p:spPr>
          <a:xfrm>
            <a:off x="2095522" y="2677535"/>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71" name="Content Placeholder 3">
            <a:extLst>
              <a:ext uri="{FF2B5EF4-FFF2-40B4-BE49-F238E27FC236}">
                <a16:creationId xmlns:a16="http://schemas.microsoft.com/office/drawing/2014/main" id="{1C342233-4927-944A-8984-5E2A1A231A9E}"/>
              </a:ext>
            </a:extLst>
          </p:cNvPr>
          <p:cNvSpPr>
            <a:spLocks noGrp="1"/>
          </p:cNvSpPr>
          <p:nvPr>
            <p:ph sz="half" idx="33" hasCustomPrompt="1"/>
          </p:nvPr>
        </p:nvSpPr>
        <p:spPr>
          <a:xfrm>
            <a:off x="3810018" y="3034051"/>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72" name="Content Placeholder 3">
            <a:extLst>
              <a:ext uri="{FF2B5EF4-FFF2-40B4-BE49-F238E27FC236}">
                <a16:creationId xmlns:a16="http://schemas.microsoft.com/office/drawing/2014/main" id="{E5DADEB8-A31C-2947-9FF2-B8C7C448170A}"/>
              </a:ext>
            </a:extLst>
          </p:cNvPr>
          <p:cNvSpPr>
            <a:spLocks noGrp="1"/>
          </p:cNvSpPr>
          <p:nvPr>
            <p:ph sz="quarter" idx="34" hasCustomPrompt="1"/>
          </p:nvPr>
        </p:nvSpPr>
        <p:spPr>
          <a:xfrm>
            <a:off x="3810020" y="148286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3" name="Content Placeholder 3">
            <a:extLst>
              <a:ext uri="{FF2B5EF4-FFF2-40B4-BE49-F238E27FC236}">
                <a16:creationId xmlns:a16="http://schemas.microsoft.com/office/drawing/2014/main" id="{EBD1B705-DE93-7C47-9AF9-6ECF4F926A39}"/>
              </a:ext>
            </a:extLst>
          </p:cNvPr>
          <p:cNvSpPr>
            <a:spLocks noGrp="1"/>
          </p:cNvSpPr>
          <p:nvPr>
            <p:ph sz="quarter" idx="35" hasCustomPrompt="1"/>
          </p:nvPr>
        </p:nvSpPr>
        <p:spPr>
          <a:xfrm>
            <a:off x="3810018" y="2677535"/>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74" name="Content Placeholder 3">
            <a:extLst>
              <a:ext uri="{FF2B5EF4-FFF2-40B4-BE49-F238E27FC236}">
                <a16:creationId xmlns:a16="http://schemas.microsoft.com/office/drawing/2014/main" id="{E182A473-23D7-FC41-8E6E-928368EE742D}"/>
              </a:ext>
            </a:extLst>
          </p:cNvPr>
          <p:cNvSpPr>
            <a:spLocks noGrp="1"/>
          </p:cNvSpPr>
          <p:nvPr>
            <p:ph sz="half" idx="36" hasCustomPrompt="1"/>
          </p:nvPr>
        </p:nvSpPr>
        <p:spPr>
          <a:xfrm>
            <a:off x="5524510" y="3034051"/>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75" name="Content Placeholder 3">
            <a:extLst>
              <a:ext uri="{FF2B5EF4-FFF2-40B4-BE49-F238E27FC236}">
                <a16:creationId xmlns:a16="http://schemas.microsoft.com/office/drawing/2014/main" id="{65B64471-861D-1C41-A965-8FC89E3EEDD9}"/>
              </a:ext>
            </a:extLst>
          </p:cNvPr>
          <p:cNvSpPr>
            <a:spLocks noGrp="1"/>
          </p:cNvSpPr>
          <p:nvPr>
            <p:ph sz="quarter" idx="37" hasCustomPrompt="1"/>
          </p:nvPr>
        </p:nvSpPr>
        <p:spPr>
          <a:xfrm>
            <a:off x="5524512" y="148286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6" name="Content Placeholder 3">
            <a:extLst>
              <a:ext uri="{FF2B5EF4-FFF2-40B4-BE49-F238E27FC236}">
                <a16:creationId xmlns:a16="http://schemas.microsoft.com/office/drawing/2014/main" id="{F1669C60-8680-4649-8495-52945E083E58}"/>
              </a:ext>
            </a:extLst>
          </p:cNvPr>
          <p:cNvSpPr>
            <a:spLocks noGrp="1"/>
          </p:cNvSpPr>
          <p:nvPr>
            <p:ph sz="quarter" idx="38" hasCustomPrompt="1"/>
          </p:nvPr>
        </p:nvSpPr>
        <p:spPr>
          <a:xfrm>
            <a:off x="5524510" y="2677535"/>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77" name="Content Placeholder 3">
            <a:extLst>
              <a:ext uri="{FF2B5EF4-FFF2-40B4-BE49-F238E27FC236}">
                <a16:creationId xmlns:a16="http://schemas.microsoft.com/office/drawing/2014/main" id="{338917CB-5AD5-4944-A65E-AA566160C114}"/>
              </a:ext>
            </a:extLst>
          </p:cNvPr>
          <p:cNvSpPr>
            <a:spLocks noGrp="1"/>
          </p:cNvSpPr>
          <p:nvPr>
            <p:ph sz="half" idx="39" hasCustomPrompt="1"/>
          </p:nvPr>
        </p:nvSpPr>
        <p:spPr>
          <a:xfrm>
            <a:off x="7238998" y="3034051"/>
            <a:ext cx="1600200" cy="1684437"/>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78" name="Content Placeholder 3">
            <a:extLst>
              <a:ext uri="{FF2B5EF4-FFF2-40B4-BE49-F238E27FC236}">
                <a16:creationId xmlns:a16="http://schemas.microsoft.com/office/drawing/2014/main" id="{692BBACE-53AB-9C45-BC70-65A594691A6D}"/>
              </a:ext>
            </a:extLst>
          </p:cNvPr>
          <p:cNvSpPr>
            <a:spLocks noGrp="1"/>
          </p:cNvSpPr>
          <p:nvPr>
            <p:ph sz="quarter" idx="40" hasCustomPrompt="1"/>
          </p:nvPr>
        </p:nvSpPr>
        <p:spPr>
          <a:xfrm>
            <a:off x="7239000" y="1482865"/>
            <a:ext cx="1600200" cy="1197864"/>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79" name="Content Placeholder 3">
            <a:extLst>
              <a:ext uri="{FF2B5EF4-FFF2-40B4-BE49-F238E27FC236}">
                <a16:creationId xmlns:a16="http://schemas.microsoft.com/office/drawing/2014/main" id="{894634CD-6884-094D-9979-41AB688FEAC9}"/>
              </a:ext>
            </a:extLst>
          </p:cNvPr>
          <p:cNvSpPr>
            <a:spLocks noGrp="1"/>
          </p:cNvSpPr>
          <p:nvPr>
            <p:ph sz="quarter" idx="41" hasCustomPrompt="1"/>
          </p:nvPr>
        </p:nvSpPr>
        <p:spPr>
          <a:xfrm>
            <a:off x="7238998" y="2677535"/>
            <a:ext cx="160020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80" name="Title 1">
            <a:extLst>
              <a:ext uri="{FF2B5EF4-FFF2-40B4-BE49-F238E27FC236}">
                <a16:creationId xmlns:a16="http://schemas.microsoft.com/office/drawing/2014/main" id="{1ACB9DE9-1DE3-FD4C-840A-5CED7A2C46B3}"/>
              </a:ext>
            </a:extLst>
          </p:cNvPr>
          <p:cNvSpPr>
            <a:spLocks noGrp="1"/>
          </p:cNvSpPr>
          <p:nvPr>
            <p:ph type="title"/>
          </p:nvPr>
        </p:nvSpPr>
        <p:spPr>
          <a:xfrm>
            <a:off x="457200" y="590550"/>
            <a:ext cx="8305800" cy="742950"/>
          </a:xfrm>
          <a:prstGeom prst="rect">
            <a:avLst/>
          </a:prstGeom>
        </p:spPr>
        <p:txBody>
          <a:bodyPr lIns="91440" anchor="b">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902832905"/>
      </p:ext>
    </p:extLst>
  </p:cSld>
  <p:clrMapOvr>
    <a:masterClrMapping/>
  </p:clrMapOvr>
</p:sldLayout>
</file>

<file path=ppt/slideLayouts/slideLayout520.xml><?xml version="1.0" encoding="utf-8"?>
<p:sldLayout xmlns:a="http://schemas.openxmlformats.org/drawingml/2006/main" xmlns:r="http://schemas.openxmlformats.org/officeDocument/2006/relationships" xmlns:p="http://schemas.openxmlformats.org/presentationml/2006/main" preserve="1">
  <p:cSld name="Img only: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6B05F-53E1-8945-B16F-0DF3CF82F24C}"/>
              </a:ext>
            </a:extLst>
          </p:cNvPr>
          <p:cNvSpPr/>
          <p:nvPr/>
        </p:nvSpPr>
        <p:spPr>
          <a:xfrm>
            <a:off x="0" y="2876550"/>
            <a:ext cx="9144000" cy="226695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1555355" y="1387824"/>
            <a:ext cx="6033292" cy="3393727"/>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(exception for the software background, but NEVER white). Crop at the edges!</a:t>
            </a:r>
          </a:p>
        </p:txBody>
      </p:sp>
      <p:sp>
        <p:nvSpPr>
          <p:cNvPr id="19" name="Text Placeholder 2">
            <a:extLst>
              <a:ext uri="{FF2B5EF4-FFF2-40B4-BE49-F238E27FC236}">
                <a16:creationId xmlns:a16="http://schemas.microsoft.com/office/drawing/2014/main" id="{20501915-90EE-1846-8F71-3B5AA397CBA9}"/>
              </a:ext>
            </a:extLst>
          </p:cNvPr>
          <p:cNvSpPr>
            <a:spLocks noGrp="1"/>
          </p:cNvSpPr>
          <p:nvPr>
            <p:ph type="body" sz="quarter" idx="18" hasCustomPrompt="1"/>
          </p:nvPr>
        </p:nvSpPr>
        <p:spPr>
          <a:xfrm>
            <a:off x="1555355" y="4838700"/>
            <a:ext cx="3103378" cy="304800"/>
          </a:xfrm>
        </p:spPr>
        <p:txBody>
          <a:bodyPr>
            <a:normAutofit/>
          </a:bodyPr>
          <a:lstStyle>
            <a:lvl1pPr marL="0" indent="0">
              <a:buNone/>
              <a:defRPr sz="900" b="0" i="1">
                <a:solidFill>
                  <a:schemeClr val="bg1">
                    <a:lumMod val="75000"/>
                  </a:schemeClr>
                </a:solidFill>
                <a:latin typeface="Lato" panose="020F0502020204030203" pitchFamily="34" charset="77"/>
              </a:defRPr>
            </a:lvl1pPr>
            <a:lvl2pPr marL="457189" indent="0">
              <a:buNone/>
              <a:defRPr/>
            </a:lvl2pPr>
            <a:lvl3pPr marL="914378" indent="0">
              <a:buNone/>
              <a:defRPr/>
            </a:lvl3pPr>
          </a:lstStyle>
          <a:p>
            <a:pPr lvl="0"/>
            <a:r>
              <a:rPr lang="en-US" dirty="0"/>
              <a:t>Short  caption in this style only if necessary</a:t>
            </a:r>
          </a:p>
        </p:txBody>
      </p:sp>
      <p:sp>
        <p:nvSpPr>
          <p:cNvPr id="20" name="Title 1">
            <a:extLst>
              <a:ext uri="{FF2B5EF4-FFF2-40B4-BE49-F238E27FC236}">
                <a16:creationId xmlns:a16="http://schemas.microsoft.com/office/drawing/2014/main" id="{A926AAB5-0EF8-C144-BDC0-B1C98EDAAB2A}"/>
              </a:ext>
            </a:extLst>
          </p:cNvPr>
          <p:cNvSpPr>
            <a:spLocks noGrp="1"/>
          </p:cNvSpPr>
          <p:nvPr>
            <p:ph type="title"/>
          </p:nvPr>
        </p:nvSpPr>
        <p:spPr>
          <a:xfrm>
            <a:off x="457200" y="590550"/>
            <a:ext cx="8305800"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598655523"/>
      </p:ext>
    </p:extLst>
  </p:cSld>
  <p:clrMapOvr>
    <a:masterClrMapping/>
  </p:clrMapOvr>
</p:sldLayout>
</file>

<file path=ppt/slideLayouts/slideLayout521.xml><?xml version="1.0" encoding="utf-8"?>
<p:sldLayout xmlns:a="http://schemas.openxmlformats.org/drawingml/2006/main" xmlns:r="http://schemas.openxmlformats.org/officeDocument/2006/relationships" xmlns:p="http://schemas.openxmlformats.org/presentationml/2006/main" preserve="1">
  <p:cSld name="Img only: 4 (righ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1138D1D-0960-574D-8616-915D22FDBD79}"/>
              </a:ext>
            </a:extLst>
          </p:cNvPr>
          <p:cNvSpPr/>
          <p:nvPr/>
        </p:nvSpPr>
        <p:spPr>
          <a:xfrm>
            <a:off x="838200" y="2343150"/>
            <a:ext cx="8305800" cy="23622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1" name="Content Placeholder 3">
            <a:extLst>
              <a:ext uri="{FF2B5EF4-FFF2-40B4-BE49-F238E27FC236}">
                <a16:creationId xmlns:a16="http://schemas.microsoft.com/office/drawing/2014/main" id="{74168FC2-68FD-3D40-9EE2-F1CBFA5B7B64}"/>
              </a:ext>
            </a:extLst>
          </p:cNvPr>
          <p:cNvSpPr>
            <a:spLocks noGrp="1" noChangeAspect="1"/>
          </p:cNvSpPr>
          <p:nvPr>
            <p:ph sz="quarter" idx="29" hasCustomPrompt="1"/>
          </p:nvPr>
        </p:nvSpPr>
        <p:spPr>
          <a:xfrm>
            <a:off x="2584615"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noChangeAspect="1"/>
          </p:cNvSpPr>
          <p:nvPr>
            <p:ph sz="quarter" idx="21" hasCustomPrompt="1"/>
          </p:nvPr>
        </p:nvSpPr>
        <p:spPr>
          <a:xfrm>
            <a:off x="469488"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noChangeAspect="1"/>
          </p:cNvSpPr>
          <p:nvPr>
            <p:ph sz="quarter" idx="32" hasCustomPrompt="1"/>
          </p:nvPr>
        </p:nvSpPr>
        <p:spPr>
          <a:xfrm>
            <a:off x="4699742"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noChangeAspect="1"/>
          </p:cNvSpPr>
          <p:nvPr>
            <p:ph sz="quarter" idx="35" hasCustomPrompt="1"/>
          </p:nvPr>
        </p:nvSpPr>
        <p:spPr>
          <a:xfrm>
            <a:off x="6814869"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0" name="Title 1">
            <a:extLst>
              <a:ext uri="{FF2B5EF4-FFF2-40B4-BE49-F238E27FC236}">
                <a16:creationId xmlns:a16="http://schemas.microsoft.com/office/drawing/2014/main" id="{B9DC4B7C-6E2A-B849-8A1D-4166BC982008}"/>
              </a:ext>
            </a:extLst>
          </p:cNvPr>
          <p:cNvSpPr>
            <a:spLocks noGrp="1"/>
          </p:cNvSpPr>
          <p:nvPr>
            <p:ph type="title"/>
          </p:nvPr>
        </p:nvSpPr>
        <p:spPr>
          <a:xfrm>
            <a:off x="457200" y="590550"/>
            <a:ext cx="8305800"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596236029"/>
      </p:ext>
    </p:extLst>
  </p:cSld>
  <p:clrMapOvr>
    <a:masterClrMapping/>
  </p:clrMapOvr>
</p:sldLayout>
</file>

<file path=ppt/slideLayouts/slideLayout522.xml><?xml version="1.0" encoding="utf-8"?>
<p:sldLayout xmlns:a="http://schemas.openxmlformats.org/drawingml/2006/main" xmlns:r="http://schemas.openxmlformats.org/officeDocument/2006/relationships" xmlns:p="http://schemas.openxmlformats.org/presentationml/2006/main" preserve="1">
  <p:cSld name="Img only: 4 (left)">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1138D1D-0960-574D-8616-915D22FDBD79}"/>
              </a:ext>
            </a:extLst>
          </p:cNvPr>
          <p:cNvSpPr/>
          <p:nvPr/>
        </p:nvSpPr>
        <p:spPr>
          <a:xfrm>
            <a:off x="0" y="2343150"/>
            <a:ext cx="8305800" cy="2362200"/>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1" name="Content Placeholder 3">
            <a:extLst>
              <a:ext uri="{FF2B5EF4-FFF2-40B4-BE49-F238E27FC236}">
                <a16:creationId xmlns:a16="http://schemas.microsoft.com/office/drawing/2014/main" id="{74168FC2-68FD-3D40-9EE2-F1CBFA5B7B64}"/>
              </a:ext>
            </a:extLst>
          </p:cNvPr>
          <p:cNvSpPr>
            <a:spLocks noGrp="1" noChangeAspect="1"/>
          </p:cNvSpPr>
          <p:nvPr>
            <p:ph sz="quarter" idx="29" hasCustomPrompt="1"/>
          </p:nvPr>
        </p:nvSpPr>
        <p:spPr>
          <a:xfrm>
            <a:off x="2584615"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6" name="Content Placeholder 3">
            <a:extLst>
              <a:ext uri="{FF2B5EF4-FFF2-40B4-BE49-F238E27FC236}">
                <a16:creationId xmlns:a16="http://schemas.microsoft.com/office/drawing/2014/main" id="{5F1CBD17-C9EA-0D42-A4D1-460C4DF61C70}"/>
              </a:ext>
            </a:extLst>
          </p:cNvPr>
          <p:cNvSpPr>
            <a:spLocks noGrp="1" noChangeAspect="1"/>
          </p:cNvSpPr>
          <p:nvPr>
            <p:ph sz="quarter" idx="21" hasCustomPrompt="1"/>
          </p:nvPr>
        </p:nvSpPr>
        <p:spPr>
          <a:xfrm>
            <a:off x="469488"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noChangeAspect="1"/>
          </p:cNvSpPr>
          <p:nvPr>
            <p:ph sz="quarter" idx="32" hasCustomPrompt="1"/>
          </p:nvPr>
        </p:nvSpPr>
        <p:spPr>
          <a:xfrm>
            <a:off x="4699742"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noChangeAspect="1"/>
          </p:cNvSpPr>
          <p:nvPr>
            <p:ph sz="quarter" idx="35" hasCustomPrompt="1"/>
          </p:nvPr>
        </p:nvSpPr>
        <p:spPr>
          <a:xfrm>
            <a:off x="6814869" y="1478313"/>
            <a:ext cx="1965960" cy="2527280"/>
          </a:xfrm>
          <a:solidFill>
            <a:schemeClr val="bg2"/>
          </a:solidFill>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4005593"/>
            <a:ext cx="1965960" cy="316595"/>
          </a:xfrm>
          <a:solidFill>
            <a:schemeClr val="bg2"/>
          </a:solidFill>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0" name="Title 1">
            <a:extLst>
              <a:ext uri="{FF2B5EF4-FFF2-40B4-BE49-F238E27FC236}">
                <a16:creationId xmlns:a16="http://schemas.microsoft.com/office/drawing/2014/main" id="{B9DC4B7C-6E2A-B849-8A1D-4166BC982008}"/>
              </a:ext>
            </a:extLst>
          </p:cNvPr>
          <p:cNvSpPr>
            <a:spLocks noGrp="1"/>
          </p:cNvSpPr>
          <p:nvPr>
            <p:ph type="title"/>
          </p:nvPr>
        </p:nvSpPr>
        <p:spPr>
          <a:xfrm>
            <a:off x="457200" y="590550"/>
            <a:ext cx="8305800" cy="742950"/>
          </a:xfrm>
          <a:prstGeom prst="rect">
            <a:avLst/>
          </a:prstGeom>
        </p:spPr>
        <p:txBody>
          <a:bodyPr lIns="0" anchor="ctr">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284964720"/>
      </p:ext>
    </p:extLst>
  </p:cSld>
  <p:clrMapOvr>
    <a:masterClrMapping/>
  </p:clrMapOvr>
</p:sldLayout>
</file>

<file path=ppt/slideLayouts/slideLayout523.xml><?xml version="1.0" encoding="utf-8"?>
<p:sldLayout xmlns:a="http://schemas.openxmlformats.org/drawingml/2006/main" xmlns:r="http://schemas.openxmlformats.org/officeDocument/2006/relationships" xmlns:p="http://schemas.openxmlformats.org/presentationml/2006/main" preserve="1">
  <p:cSld name="Img only: 8, Sub w. Body (8 or less)">
    <p:spTree>
      <p:nvGrpSpPr>
        <p:cNvPr id="1" name=""/>
        <p:cNvGrpSpPr/>
        <p:nvPr/>
      </p:nvGrpSpPr>
      <p:grpSpPr>
        <a:xfrm>
          <a:off x="0" y="0"/>
          <a:ext cx="0" cy="0"/>
          <a:chOff x="0" y="0"/>
          <a:chExt cx="0" cy="0"/>
        </a:xfrm>
      </p:grpSpPr>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84615"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Or swap to no background just the outline if you don’t have transparent images (for ALL not just one)</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69488"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17" name="Content Placeholder 3">
            <a:extLst>
              <a:ext uri="{FF2B5EF4-FFF2-40B4-BE49-F238E27FC236}">
                <a16:creationId xmlns:a16="http://schemas.microsoft.com/office/drawing/2014/main" id="{F509B63B-1486-3540-B785-BB3D12EDB3BE}"/>
              </a:ext>
            </a:extLst>
          </p:cNvPr>
          <p:cNvSpPr>
            <a:spLocks noGrp="1"/>
          </p:cNvSpPr>
          <p:nvPr>
            <p:ph sz="quarter" idx="20" hasCustomPrompt="1"/>
          </p:nvPr>
        </p:nvSpPr>
        <p:spPr>
          <a:xfrm>
            <a:off x="469488" y="26724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23558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Content Placeholder 3">
            <a:extLst>
              <a:ext uri="{FF2B5EF4-FFF2-40B4-BE49-F238E27FC236}">
                <a16:creationId xmlns:a16="http://schemas.microsoft.com/office/drawing/2014/main" id="{DDCDDB5F-C736-D147-8301-4A3D736D57CF}"/>
              </a:ext>
            </a:extLst>
          </p:cNvPr>
          <p:cNvSpPr>
            <a:spLocks noGrp="1"/>
          </p:cNvSpPr>
          <p:nvPr>
            <p:ph sz="quarter" idx="30" hasCustomPrompt="1"/>
          </p:nvPr>
        </p:nvSpPr>
        <p:spPr>
          <a:xfrm>
            <a:off x="2584615" y="26724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23558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99742"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5" name="Content Placeholder 3">
            <a:extLst>
              <a:ext uri="{FF2B5EF4-FFF2-40B4-BE49-F238E27FC236}">
                <a16:creationId xmlns:a16="http://schemas.microsoft.com/office/drawing/2014/main" id="{723D0923-782D-8B41-A888-106268924FA0}"/>
              </a:ext>
            </a:extLst>
          </p:cNvPr>
          <p:cNvSpPr>
            <a:spLocks noGrp="1"/>
          </p:cNvSpPr>
          <p:nvPr>
            <p:ph sz="quarter" idx="33" hasCustomPrompt="1"/>
          </p:nvPr>
        </p:nvSpPr>
        <p:spPr>
          <a:xfrm>
            <a:off x="4699742" y="26724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23558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14869" y="12494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28" name="Content Placeholder 3">
            <a:extLst>
              <a:ext uri="{FF2B5EF4-FFF2-40B4-BE49-F238E27FC236}">
                <a16:creationId xmlns:a16="http://schemas.microsoft.com/office/drawing/2014/main" id="{308A6F07-F6D4-0449-A153-80E89BFA7E47}"/>
              </a:ext>
            </a:extLst>
          </p:cNvPr>
          <p:cNvSpPr>
            <a:spLocks noGrp="1"/>
          </p:cNvSpPr>
          <p:nvPr>
            <p:ph sz="quarter" idx="36" hasCustomPrompt="1"/>
          </p:nvPr>
        </p:nvSpPr>
        <p:spPr>
          <a:xfrm>
            <a:off x="6814869" y="26724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23558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0" name="Content Placeholder 3">
            <a:extLst>
              <a:ext uri="{FF2B5EF4-FFF2-40B4-BE49-F238E27FC236}">
                <a16:creationId xmlns:a16="http://schemas.microsoft.com/office/drawing/2014/main" id="{B2312F08-5121-534F-93CC-985A6735DD08}"/>
              </a:ext>
            </a:extLst>
          </p:cNvPr>
          <p:cNvSpPr>
            <a:spLocks noGrp="1"/>
          </p:cNvSpPr>
          <p:nvPr>
            <p:ph sz="quarter" idx="38" hasCustomPrompt="1"/>
          </p:nvPr>
        </p:nvSpPr>
        <p:spPr>
          <a:xfrm>
            <a:off x="2584615"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1" name="Content Placeholder 3">
            <a:extLst>
              <a:ext uri="{FF2B5EF4-FFF2-40B4-BE49-F238E27FC236}">
                <a16:creationId xmlns:a16="http://schemas.microsoft.com/office/drawing/2014/main" id="{974D29D1-1450-7941-B469-59BBC46C78B1}"/>
              </a:ext>
            </a:extLst>
          </p:cNvPr>
          <p:cNvSpPr>
            <a:spLocks noGrp="1"/>
          </p:cNvSpPr>
          <p:nvPr>
            <p:ph sz="quarter" idx="39" hasCustomPrompt="1"/>
          </p:nvPr>
        </p:nvSpPr>
        <p:spPr>
          <a:xfrm>
            <a:off x="469488"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2" name="Content Placeholder 3">
            <a:extLst>
              <a:ext uri="{FF2B5EF4-FFF2-40B4-BE49-F238E27FC236}">
                <a16:creationId xmlns:a16="http://schemas.microsoft.com/office/drawing/2014/main" id="{01D220CE-D257-0F4E-9776-41E466D458FA}"/>
              </a:ext>
            </a:extLst>
          </p:cNvPr>
          <p:cNvSpPr>
            <a:spLocks noGrp="1"/>
          </p:cNvSpPr>
          <p:nvPr>
            <p:ph sz="quarter" idx="40" hasCustomPrompt="1"/>
          </p:nvPr>
        </p:nvSpPr>
        <p:spPr>
          <a:xfrm>
            <a:off x="469488" y="46028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33" name="Content Placeholder 3">
            <a:extLst>
              <a:ext uri="{FF2B5EF4-FFF2-40B4-BE49-F238E27FC236}">
                <a16:creationId xmlns:a16="http://schemas.microsoft.com/office/drawing/2014/main" id="{91285B5C-A27F-B24C-9BAE-EE7BBF9E5029}"/>
              </a:ext>
            </a:extLst>
          </p:cNvPr>
          <p:cNvSpPr>
            <a:spLocks noGrp="1"/>
          </p:cNvSpPr>
          <p:nvPr>
            <p:ph sz="quarter" idx="41" hasCustomPrompt="1"/>
          </p:nvPr>
        </p:nvSpPr>
        <p:spPr>
          <a:xfrm>
            <a:off x="469488" y="42862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4" name="Content Placeholder 3">
            <a:extLst>
              <a:ext uri="{FF2B5EF4-FFF2-40B4-BE49-F238E27FC236}">
                <a16:creationId xmlns:a16="http://schemas.microsoft.com/office/drawing/2014/main" id="{70BC8ECB-2D92-334B-A0CA-DEE86DA5ECCB}"/>
              </a:ext>
            </a:extLst>
          </p:cNvPr>
          <p:cNvSpPr>
            <a:spLocks noGrp="1"/>
          </p:cNvSpPr>
          <p:nvPr>
            <p:ph sz="quarter" idx="42" hasCustomPrompt="1"/>
          </p:nvPr>
        </p:nvSpPr>
        <p:spPr>
          <a:xfrm>
            <a:off x="2584615" y="46028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35" name="Content Placeholder 3">
            <a:extLst>
              <a:ext uri="{FF2B5EF4-FFF2-40B4-BE49-F238E27FC236}">
                <a16:creationId xmlns:a16="http://schemas.microsoft.com/office/drawing/2014/main" id="{091B1206-6B81-3F45-965D-E4AF980EFB15}"/>
              </a:ext>
            </a:extLst>
          </p:cNvPr>
          <p:cNvSpPr>
            <a:spLocks noGrp="1"/>
          </p:cNvSpPr>
          <p:nvPr>
            <p:ph sz="quarter" idx="43" hasCustomPrompt="1"/>
          </p:nvPr>
        </p:nvSpPr>
        <p:spPr>
          <a:xfrm>
            <a:off x="2584615" y="42862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6" name="Content Placeholder 3">
            <a:extLst>
              <a:ext uri="{FF2B5EF4-FFF2-40B4-BE49-F238E27FC236}">
                <a16:creationId xmlns:a16="http://schemas.microsoft.com/office/drawing/2014/main" id="{BE81E718-11C6-754D-867C-0BAB3EBDAF06}"/>
              </a:ext>
            </a:extLst>
          </p:cNvPr>
          <p:cNvSpPr>
            <a:spLocks noGrp="1"/>
          </p:cNvSpPr>
          <p:nvPr>
            <p:ph sz="quarter" idx="44" hasCustomPrompt="1"/>
          </p:nvPr>
        </p:nvSpPr>
        <p:spPr>
          <a:xfrm>
            <a:off x="4699742"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37" name="Content Placeholder 3">
            <a:extLst>
              <a:ext uri="{FF2B5EF4-FFF2-40B4-BE49-F238E27FC236}">
                <a16:creationId xmlns:a16="http://schemas.microsoft.com/office/drawing/2014/main" id="{A62BC874-6F55-7141-912E-511A108CB24E}"/>
              </a:ext>
            </a:extLst>
          </p:cNvPr>
          <p:cNvSpPr>
            <a:spLocks noGrp="1"/>
          </p:cNvSpPr>
          <p:nvPr>
            <p:ph sz="quarter" idx="45" hasCustomPrompt="1"/>
          </p:nvPr>
        </p:nvSpPr>
        <p:spPr>
          <a:xfrm>
            <a:off x="4699742" y="46028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38" name="Content Placeholder 3">
            <a:extLst>
              <a:ext uri="{FF2B5EF4-FFF2-40B4-BE49-F238E27FC236}">
                <a16:creationId xmlns:a16="http://schemas.microsoft.com/office/drawing/2014/main" id="{4DE1ADAD-C84E-6E4A-9D25-2FD777D88854}"/>
              </a:ext>
            </a:extLst>
          </p:cNvPr>
          <p:cNvSpPr>
            <a:spLocks noGrp="1"/>
          </p:cNvSpPr>
          <p:nvPr>
            <p:ph sz="quarter" idx="46" hasCustomPrompt="1"/>
          </p:nvPr>
        </p:nvSpPr>
        <p:spPr>
          <a:xfrm>
            <a:off x="4699742" y="42862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39" name="Content Placeholder 3">
            <a:extLst>
              <a:ext uri="{FF2B5EF4-FFF2-40B4-BE49-F238E27FC236}">
                <a16:creationId xmlns:a16="http://schemas.microsoft.com/office/drawing/2014/main" id="{7197F90C-AE58-8E48-B323-07042998936C}"/>
              </a:ext>
            </a:extLst>
          </p:cNvPr>
          <p:cNvSpPr>
            <a:spLocks noGrp="1"/>
          </p:cNvSpPr>
          <p:nvPr>
            <p:ph sz="quarter" idx="47" hasCustomPrompt="1"/>
          </p:nvPr>
        </p:nvSpPr>
        <p:spPr>
          <a:xfrm>
            <a:off x="6814869" y="3179816"/>
            <a:ext cx="1965960" cy="1106424"/>
          </a:xfrm>
          <a:solidFill>
            <a:schemeClr val="bg2"/>
          </a:solidFill>
          <a:ln w="9525">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 crop at the edges!</a:t>
            </a:r>
          </a:p>
        </p:txBody>
      </p:sp>
      <p:sp>
        <p:nvSpPr>
          <p:cNvPr id="40" name="Content Placeholder 3">
            <a:extLst>
              <a:ext uri="{FF2B5EF4-FFF2-40B4-BE49-F238E27FC236}">
                <a16:creationId xmlns:a16="http://schemas.microsoft.com/office/drawing/2014/main" id="{13C372DA-FFE1-D448-8D51-8D0F0B6B17AC}"/>
              </a:ext>
            </a:extLst>
          </p:cNvPr>
          <p:cNvSpPr>
            <a:spLocks noGrp="1"/>
          </p:cNvSpPr>
          <p:nvPr>
            <p:ph sz="quarter" idx="48" hasCustomPrompt="1"/>
          </p:nvPr>
        </p:nvSpPr>
        <p:spPr>
          <a:xfrm>
            <a:off x="6814869" y="4602836"/>
            <a:ext cx="1965960" cy="316595"/>
          </a:xfrm>
          <a:solidFill>
            <a:srgbClr val="C3D7E5"/>
          </a:solidFill>
          <a:ln w="9525">
            <a:solidFill>
              <a:srgbClr val="C3D7E5"/>
            </a:solidFill>
          </a:ln>
        </p:spPr>
        <p:txBody>
          <a:bodyPr lIns="91440" tIns="45720" rIns="91440" bIns="91440" anchor="t" anchorCtr="0">
            <a:normAutofit/>
          </a:bodyPr>
          <a:lstStyle>
            <a:lvl1pPr marL="0" indent="0">
              <a:buNone/>
              <a:defRPr sz="1100" b="0">
                <a:solidFill>
                  <a:schemeClr val="tx1"/>
                </a:solidFill>
              </a:defRPr>
            </a:lvl1pPr>
            <a:lvl2pPr>
              <a:defRPr>
                <a:solidFill>
                  <a:schemeClr val="bg2"/>
                </a:solidFill>
              </a:defRPr>
            </a:lvl2pPr>
            <a:lvl3pPr>
              <a:defRPr>
                <a:solidFill>
                  <a:schemeClr val="bg2"/>
                </a:solidFill>
              </a:defRPr>
            </a:lvl3pPr>
          </a:lstStyle>
          <a:p>
            <a:pPr lvl="0"/>
            <a:r>
              <a:rPr lang="en-US" dirty="0"/>
              <a:t>Subtitle</a:t>
            </a:r>
          </a:p>
        </p:txBody>
      </p:sp>
      <p:sp>
        <p:nvSpPr>
          <p:cNvPr id="41" name="Content Placeholder 3">
            <a:extLst>
              <a:ext uri="{FF2B5EF4-FFF2-40B4-BE49-F238E27FC236}">
                <a16:creationId xmlns:a16="http://schemas.microsoft.com/office/drawing/2014/main" id="{5645AF05-D54C-0B40-B8DA-0087A584E8B0}"/>
              </a:ext>
            </a:extLst>
          </p:cNvPr>
          <p:cNvSpPr>
            <a:spLocks noGrp="1"/>
          </p:cNvSpPr>
          <p:nvPr>
            <p:ph sz="quarter" idx="49" hasCustomPrompt="1"/>
          </p:nvPr>
        </p:nvSpPr>
        <p:spPr>
          <a:xfrm>
            <a:off x="6814869" y="4286241"/>
            <a:ext cx="1965960" cy="316595"/>
          </a:xfrm>
          <a:solidFill>
            <a:srgbClr val="C3D7E5"/>
          </a:solidFill>
          <a:ln w="9525">
            <a:solidFill>
              <a:srgbClr val="C3D7E5"/>
            </a:solidFill>
          </a:ln>
        </p:spPr>
        <p:txBody>
          <a:bodyPr lIns="91440" tIns="45720" rIns="91440" bIns="45720" anchor="b" anchorCtr="0">
            <a:normAutofit/>
          </a:bodyPr>
          <a:lstStyle>
            <a:lvl1pPr marL="0" indent="0">
              <a:buNone/>
              <a:defRPr sz="1200" b="1">
                <a:solidFill>
                  <a:schemeClr val="accent5"/>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43" name="Title 1">
            <a:extLst>
              <a:ext uri="{FF2B5EF4-FFF2-40B4-BE49-F238E27FC236}">
                <a16:creationId xmlns:a16="http://schemas.microsoft.com/office/drawing/2014/main" id="{510DEEC1-B7D0-2F46-82BD-5E91A5F3D6C5}"/>
              </a:ext>
            </a:extLst>
          </p:cNvPr>
          <p:cNvSpPr>
            <a:spLocks noGrp="1"/>
          </p:cNvSpPr>
          <p:nvPr>
            <p:ph type="title"/>
          </p:nvPr>
        </p:nvSpPr>
        <p:spPr>
          <a:xfrm>
            <a:off x="457200" y="590551"/>
            <a:ext cx="8305800" cy="468080"/>
          </a:xfrm>
          <a:prstGeom prst="rect">
            <a:avLst/>
          </a:prstGeom>
        </p:spPr>
        <p:txBody>
          <a:bodyPr anchor="t">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097729259"/>
      </p:ext>
    </p:extLst>
  </p:cSld>
  <p:clrMapOvr>
    <a:masterClrMapping/>
  </p:clrMapOvr>
</p:sldLayout>
</file>

<file path=ppt/slideLayouts/slideLayout524.xml><?xml version="1.0" encoding="utf-8"?>
<p:sldLayout xmlns:a="http://schemas.openxmlformats.org/drawingml/2006/main" xmlns:r="http://schemas.openxmlformats.org/officeDocument/2006/relationships" xmlns:p="http://schemas.openxmlformats.org/presentationml/2006/main" preserve="1">
  <p:cSld name="Img only: 8, caption (8 or less)">
    <p:spTree>
      <p:nvGrpSpPr>
        <p:cNvPr id="1" name=""/>
        <p:cNvGrpSpPr/>
        <p:nvPr/>
      </p:nvGrpSpPr>
      <p:grpSpPr>
        <a:xfrm>
          <a:off x="0" y="0"/>
          <a:ext cx="0" cy="0"/>
          <a:chOff x="0" y="0"/>
          <a:chExt cx="0" cy="0"/>
        </a:xfrm>
      </p:grpSpPr>
      <p:sp>
        <p:nvSpPr>
          <p:cNvPr id="21" name="Content Placeholder 3">
            <a:extLst>
              <a:ext uri="{FF2B5EF4-FFF2-40B4-BE49-F238E27FC236}">
                <a16:creationId xmlns:a16="http://schemas.microsoft.com/office/drawing/2014/main" id="{74168FC2-68FD-3D40-9EE2-F1CBFA5B7B64}"/>
              </a:ext>
            </a:extLst>
          </p:cNvPr>
          <p:cNvSpPr>
            <a:spLocks noGrp="1"/>
          </p:cNvSpPr>
          <p:nvPr>
            <p:ph sz="quarter" idx="29" hasCustomPrompt="1"/>
          </p:nvPr>
        </p:nvSpPr>
        <p:spPr>
          <a:xfrm>
            <a:off x="2584615"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6" name="Content Placeholder 3">
            <a:extLst>
              <a:ext uri="{FF2B5EF4-FFF2-40B4-BE49-F238E27FC236}">
                <a16:creationId xmlns:a16="http://schemas.microsoft.com/office/drawing/2014/main" id="{5F1CBD17-C9EA-0D42-A4D1-460C4DF61C70}"/>
              </a:ext>
            </a:extLst>
          </p:cNvPr>
          <p:cNvSpPr>
            <a:spLocks noGrp="1"/>
          </p:cNvSpPr>
          <p:nvPr>
            <p:ph sz="quarter" idx="21" hasCustomPrompt="1"/>
          </p:nvPr>
        </p:nvSpPr>
        <p:spPr>
          <a:xfrm>
            <a:off x="469488"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9488" y="2584737"/>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3" name="Content Placeholder 3">
            <a:extLst>
              <a:ext uri="{FF2B5EF4-FFF2-40B4-BE49-F238E27FC236}">
                <a16:creationId xmlns:a16="http://schemas.microsoft.com/office/drawing/2014/main" id="{9FB403B7-D0D0-C749-8786-93B2948AFB1C}"/>
              </a:ext>
            </a:extLst>
          </p:cNvPr>
          <p:cNvSpPr>
            <a:spLocks noGrp="1"/>
          </p:cNvSpPr>
          <p:nvPr>
            <p:ph sz="quarter" idx="31" hasCustomPrompt="1"/>
          </p:nvPr>
        </p:nvSpPr>
        <p:spPr>
          <a:xfrm>
            <a:off x="2584615" y="2584737"/>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4" name="Content Placeholder 3">
            <a:extLst>
              <a:ext uri="{FF2B5EF4-FFF2-40B4-BE49-F238E27FC236}">
                <a16:creationId xmlns:a16="http://schemas.microsoft.com/office/drawing/2014/main" id="{4F6D8420-1F22-044E-B700-6970DA319995}"/>
              </a:ext>
            </a:extLst>
          </p:cNvPr>
          <p:cNvSpPr>
            <a:spLocks noGrp="1"/>
          </p:cNvSpPr>
          <p:nvPr>
            <p:ph sz="quarter" idx="32" hasCustomPrompt="1"/>
          </p:nvPr>
        </p:nvSpPr>
        <p:spPr>
          <a:xfrm>
            <a:off x="4699742"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26" name="Content Placeholder 3">
            <a:extLst>
              <a:ext uri="{FF2B5EF4-FFF2-40B4-BE49-F238E27FC236}">
                <a16:creationId xmlns:a16="http://schemas.microsoft.com/office/drawing/2014/main" id="{FBE88530-E200-694A-9F5A-2F14C2BC6B81}"/>
              </a:ext>
            </a:extLst>
          </p:cNvPr>
          <p:cNvSpPr>
            <a:spLocks noGrp="1"/>
          </p:cNvSpPr>
          <p:nvPr>
            <p:ph sz="quarter" idx="34" hasCustomPrompt="1"/>
          </p:nvPr>
        </p:nvSpPr>
        <p:spPr>
          <a:xfrm>
            <a:off x="4699742" y="2584737"/>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27" name="Content Placeholder 3">
            <a:extLst>
              <a:ext uri="{FF2B5EF4-FFF2-40B4-BE49-F238E27FC236}">
                <a16:creationId xmlns:a16="http://schemas.microsoft.com/office/drawing/2014/main" id="{A643E576-2E7A-E84D-B6FE-1DA3867EA33C}"/>
              </a:ext>
            </a:extLst>
          </p:cNvPr>
          <p:cNvSpPr>
            <a:spLocks noGrp="1"/>
          </p:cNvSpPr>
          <p:nvPr>
            <p:ph sz="quarter" idx="35" hasCustomPrompt="1"/>
          </p:nvPr>
        </p:nvSpPr>
        <p:spPr>
          <a:xfrm>
            <a:off x="6814869" y="1478312"/>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29" name="Content Placeholder 3">
            <a:extLst>
              <a:ext uri="{FF2B5EF4-FFF2-40B4-BE49-F238E27FC236}">
                <a16:creationId xmlns:a16="http://schemas.microsoft.com/office/drawing/2014/main" id="{69DEF163-F937-8A40-B30F-76EDA66F11B9}"/>
              </a:ext>
            </a:extLst>
          </p:cNvPr>
          <p:cNvSpPr>
            <a:spLocks noGrp="1"/>
          </p:cNvSpPr>
          <p:nvPr>
            <p:ph sz="quarter" idx="37" hasCustomPrompt="1"/>
          </p:nvPr>
        </p:nvSpPr>
        <p:spPr>
          <a:xfrm>
            <a:off x="6814869" y="2584737"/>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0" name="Content Placeholder 3">
            <a:extLst>
              <a:ext uri="{FF2B5EF4-FFF2-40B4-BE49-F238E27FC236}">
                <a16:creationId xmlns:a16="http://schemas.microsoft.com/office/drawing/2014/main" id="{B2312F08-5121-534F-93CC-985A6735DD08}"/>
              </a:ext>
            </a:extLst>
          </p:cNvPr>
          <p:cNvSpPr>
            <a:spLocks noGrp="1"/>
          </p:cNvSpPr>
          <p:nvPr>
            <p:ph sz="quarter" idx="38" hasCustomPrompt="1"/>
          </p:nvPr>
        </p:nvSpPr>
        <p:spPr>
          <a:xfrm>
            <a:off x="2584615"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31" name="Content Placeholder 3">
            <a:extLst>
              <a:ext uri="{FF2B5EF4-FFF2-40B4-BE49-F238E27FC236}">
                <a16:creationId xmlns:a16="http://schemas.microsoft.com/office/drawing/2014/main" id="{974D29D1-1450-7941-B469-59BBC46C78B1}"/>
              </a:ext>
            </a:extLst>
          </p:cNvPr>
          <p:cNvSpPr>
            <a:spLocks noGrp="1"/>
          </p:cNvSpPr>
          <p:nvPr>
            <p:ph sz="quarter" idx="39" hasCustomPrompt="1"/>
          </p:nvPr>
        </p:nvSpPr>
        <p:spPr>
          <a:xfrm>
            <a:off x="469488"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33" name="Content Placeholder 3">
            <a:extLst>
              <a:ext uri="{FF2B5EF4-FFF2-40B4-BE49-F238E27FC236}">
                <a16:creationId xmlns:a16="http://schemas.microsoft.com/office/drawing/2014/main" id="{91285B5C-A27F-B24C-9BAE-EE7BBF9E5029}"/>
              </a:ext>
            </a:extLst>
          </p:cNvPr>
          <p:cNvSpPr>
            <a:spLocks noGrp="1"/>
          </p:cNvSpPr>
          <p:nvPr>
            <p:ph sz="quarter" idx="41" hasCustomPrompt="1"/>
          </p:nvPr>
        </p:nvSpPr>
        <p:spPr>
          <a:xfrm>
            <a:off x="469488" y="4236356"/>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5" name="Content Placeholder 3">
            <a:extLst>
              <a:ext uri="{FF2B5EF4-FFF2-40B4-BE49-F238E27FC236}">
                <a16:creationId xmlns:a16="http://schemas.microsoft.com/office/drawing/2014/main" id="{091B1206-6B81-3F45-965D-E4AF980EFB15}"/>
              </a:ext>
            </a:extLst>
          </p:cNvPr>
          <p:cNvSpPr>
            <a:spLocks noGrp="1"/>
          </p:cNvSpPr>
          <p:nvPr>
            <p:ph sz="quarter" idx="43" hasCustomPrompt="1"/>
          </p:nvPr>
        </p:nvSpPr>
        <p:spPr>
          <a:xfrm>
            <a:off x="2584615" y="4236356"/>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6" name="Content Placeholder 3">
            <a:extLst>
              <a:ext uri="{FF2B5EF4-FFF2-40B4-BE49-F238E27FC236}">
                <a16:creationId xmlns:a16="http://schemas.microsoft.com/office/drawing/2014/main" id="{BE81E718-11C6-754D-867C-0BAB3EBDAF06}"/>
              </a:ext>
            </a:extLst>
          </p:cNvPr>
          <p:cNvSpPr>
            <a:spLocks noGrp="1"/>
          </p:cNvSpPr>
          <p:nvPr>
            <p:ph sz="quarter" idx="44" hasCustomPrompt="1"/>
          </p:nvPr>
        </p:nvSpPr>
        <p:spPr>
          <a:xfrm>
            <a:off x="4699742"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38" name="Content Placeholder 3">
            <a:extLst>
              <a:ext uri="{FF2B5EF4-FFF2-40B4-BE49-F238E27FC236}">
                <a16:creationId xmlns:a16="http://schemas.microsoft.com/office/drawing/2014/main" id="{4DE1ADAD-C84E-6E4A-9D25-2FD777D88854}"/>
              </a:ext>
            </a:extLst>
          </p:cNvPr>
          <p:cNvSpPr>
            <a:spLocks noGrp="1"/>
          </p:cNvSpPr>
          <p:nvPr>
            <p:ph sz="quarter" idx="46" hasCustomPrompt="1"/>
          </p:nvPr>
        </p:nvSpPr>
        <p:spPr>
          <a:xfrm>
            <a:off x="4699742" y="4236356"/>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39" name="Content Placeholder 3">
            <a:extLst>
              <a:ext uri="{FF2B5EF4-FFF2-40B4-BE49-F238E27FC236}">
                <a16:creationId xmlns:a16="http://schemas.microsoft.com/office/drawing/2014/main" id="{7197F90C-AE58-8E48-B323-07042998936C}"/>
              </a:ext>
            </a:extLst>
          </p:cNvPr>
          <p:cNvSpPr>
            <a:spLocks noGrp="1"/>
          </p:cNvSpPr>
          <p:nvPr>
            <p:ph sz="quarter" idx="47" hasCustomPrompt="1"/>
          </p:nvPr>
        </p:nvSpPr>
        <p:spPr>
          <a:xfrm>
            <a:off x="6814869" y="3129931"/>
            <a:ext cx="1965960" cy="1106424"/>
          </a:xfrm>
          <a:solidFill>
            <a:schemeClr val="bg2"/>
          </a:solid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41" name="Content Placeholder 3">
            <a:extLst>
              <a:ext uri="{FF2B5EF4-FFF2-40B4-BE49-F238E27FC236}">
                <a16:creationId xmlns:a16="http://schemas.microsoft.com/office/drawing/2014/main" id="{5645AF05-D54C-0B40-B8DA-0087A584E8B0}"/>
              </a:ext>
            </a:extLst>
          </p:cNvPr>
          <p:cNvSpPr>
            <a:spLocks noGrp="1"/>
          </p:cNvSpPr>
          <p:nvPr>
            <p:ph sz="quarter" idx="49" hasCustomPrompt="1"/>
          </p:nvPr>
        </p:nvSpPr>
        <p:spPr>
          <a:xfrm>
            <a:off x="6814869" y="4236356"/>
            <a:ext cx="1965960" cy="316595"/>
          </a:xfrm>
          <a:solidFill>
            <a:schemeClr val="bg2"/>
          </a:solidFill>
          <a:ln>
            <a:solidFill>
              <a:schemeClr val="bg2"/>
            </a:solidFill>
          </a:ln>
        </p:spPr>
        <p:txBody>
          <a:bodyPr lIns="91440" tIns="45720" rIns="91440" bIns="73152" anchor="b" anchorCtr="0">
            <a:normAutofit/>
          </a:bodyPr>
          <a:lstStyle>
            <a:lvl1pPr marL="0" indent="0">
              <a:buNone/>
              <a:defRPr sz="11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42" name="Title 1">
            <a:extLst>
              <a:ext uri="{FF2B5EF4-FFF2-40B4-BE49-F238E27FC236}">
                <a16:creationId xmlns:a16="http://schemas.microsoft.com/office/drawing/2014/main" id="{1185684B-7EB3-874B-85C2-74126A4C897C}"/>
              </a:ext>
            </a:extLst>
          </p:cNvPr>
          <p:cNvSpPr>
            <a:spLocks noGrp="1"/>
          </p:cNvSpPr>
          <p:nvPr>
            <p:ph type="title"/>
          </p:nvPr>
        </p:nvSpPr>
        <p:spPr>
          <a:xfrm>
            <a:off x="457200" y="590551"/>
            <a:ext cx="8305800" cy="468080"/>
          </a:xfrm>
          <a:prstGeom prst="rect">
            <a:avLst/>
          </a:prstGeom>
        </p:spPr>
        <p:txBody>
          <a:bodyPr anchor="t">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695841882"/>
      </p:ext>
    </p:extLst>
  </p:cSld>
  <p:clrMapOvr>
    <a:masterClrMapping/>
  </p:clrMapOvr>
</p:sldLayout>
</file>

<file path=ppt/slideLayouts/slideLayout525.xml><?xml version="1.0" encoding="utf-8"?>
<p:sldLayout xmlns:a="http://schemas.openxmlformats.org/drawingml/2006/main" xmlns:r="http://schemas.openxmlformats.org/officeDocument/2006/relationships" xmlns:p="http://schemas.openxmlformats.org/presentationml/2006/main" preserve="1">
  <p:cSld name="Img only: 10, captions (10 or less)">
    <p:spTree>
      <p:nvGrpSpPr>
        <p:cNvPr id="1" name=""/>
        <p:cNvGrpSpPr/>
        <p:nvPr/>
      </p:nvGrpSpPr>
      <p:grpSpPr>
        <a:xfrm>
          <a:off x="0" y="0"/>
          <a:ext cx="0" cy="0"/>
          <a:chOff x="0" y="0"/>
          <a:chExt cx="0" cy="0"/>
        </a:xfrm>
      </p:grpSpPr>
      <p:sp>
        <p:nvSpPr>
          <p:cNvPr id="34" name="Content Placeholder 3">
            <a:extLst>
              <a:ext uri="{FF2B5EF4-FFF2-40B4-BE49-F238E27FC236}">
                <a16:creationId xmlns:a16="http://schemas.microsoft.com/office/drawing/2014/main" id="{0FD1A557-27D3-3444-B648-617B453087D1}"/>
              </a:ext>
            </a:extLst>
          </p:cNvPr>
          <p:cNvSpPr>
            <a:spLocks noGrp="1"/>
          </p:cNvSpPr>
          <p:nvPr>
            <p:ph sz="quarter" idx="21" hasCustomPrompt="1"/>
          </p:nvPr>
        </p:nvSpPr>
        <p:spPr>
          <a:xfrm>
            <a:off x="4572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if using the solid background</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572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Align text center if white </a:t>
            </a:r>
            <a:r>
              <a:rPr lang="en-US" dirty="0" err="1"/>
              <a:t>bkgnd</a:t>
            </a:r>
            <a:endParaRPr lang="en-US" dirty="0"/>
          </a:p>
        </p:txBody>
      </p:sp>
      <p:sp>
        <p:nvSpPr>
          <p:cNvPr id="42" name="Title 1">
            <a:extLst>
              <a:ext uri="{FF2B5EF4-FFF2-40B4-BE49-F238E27FC236}">
                <a16:creationId xmlns:a16="http://schemas.microsoft.com/office/drawing/2014/main" id="{1185684B-7EB3-874B-85C2-74126A4C897C}"/>
              </a:ext>
            </a:extLst>
          </p:cNvPr>
          <p:cNvSpPr>
            <a:spLocks noGrp="1"/>
          </p:cNvSpPr>
          <p:nvPr>
            <p:ph type="title"/>
          </p:nvPr>
        </p:nvSpPr>
        <p:spPr>
          <a:xfrm>
            <a:off x="457200" y="590551"/>
            <a:ext cx="8305800" cy="468080"/>
          </a:xfrm>
          <a:prstGeom prst="rect">
            <a:avLst/>
          </a:prstGeom>
        </p:spPr>
        <p:txBody>
          <a:bodyPr anchor="t">
            <a:normAutofit/>
          </a:bodyPr>
          <a:lstStyle>
            <a:lvl1pPr>
              <a:defRPr sz="2400" b="1">
                <a:solidFill>
                  <a:schemeClr val="accent1"/>
                </a:solidFill>
                <a:latin typeface="Lato" panose="020F0502020204030203" pitchFamily="34" charset="0"/>
              </a:defRPr>
            </a:lvl1pPr>
          </a:lstStyle>
          <a:p>
            <a:r>
              <a:rPr lang="en-US"/>
              <a:t>Click to edit Master title style</a:t>
            </a:r>
            <a:endParaRPr lang="en-US" dirty="0"/>
          </a:p>
        </p:txBody>
      </p:sp>
      <p:sp>
        <p:nvSpPr>
          <p:cNvPr id="45" name="Content Placeholder 3">
            <a:extLst>
              <a:ext uri="{FF2B5EF4-FFF2-40B4-BE49-F238E27FC236}">
                <a16:creationId xmlns:a16="http://schemas.microsoft.com/office/drawing/2014/main" id="{514E8FA2-B67C-DF44-869F-B67F8CB3460A}"/>
              </a:ext>
            </a:extLst>
          </p:cNvPr>
          <p:cNvSpPr>
            <a:spLocks noGrp="1"/>
          </p:cNvSpPr>
          <p:nvPr>
            <p:ph sz="quarter" idx="22" hasCustomPrompt="1"/>
          </p:nvPr>
        </p:nvSpPr>
        <p:spPr>
          <a:xfrm>
            <a:off x="21336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Add the background blue color to all if you have transparent images</a:t>
            </a:r>
          </a:p>
        </p:txBody>
      </p:sp>
      <p:sp>
        <p:nvSpPr>
          <p:cNvPr id="47" name="Content Placeholder 3">
            <a:extLst>
              <a:ext uri="{FF2B5EF4-FFF2-40B4-BE49-F238E27FC236}">
                <a16:creationId xmlns:a16="http://schemas.microsoft.com/office/drawing/2014/main" id="{EEB8B18F-4FBC-9140-90B6-A0CDF8BE3AEB}"/>
              </a:ext>
            </a:extLst>
          </p:cNvPr>
          <p:cNvSpPr>
            <a:spLocks noGrp="1"/>
          </p:cNvSpPr>
          <p:nvPr>
            <p:ph sz="quarter" idx="23" hasCustomPrompt="1"/>
          </p:nvPr>
        </p:nvSpPr>
        <p:spPr>
          <a:xfrm>
            <a:off x="21336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Align text left if solid background</a:t>
            </a:r>
          </a:p>
        </p:txBody>
      </p:sp>
      <p:sp>
        <p:nvSpPr>
          <p:cNvPr id="48" name="Content Placeholder 3">
            <a:extLst>
              <a:ext uri="{FF2B5EF4-FFF2-40B4-BE49-F238E27FC236}">
                <a16:creationId xmlns:a16="http://schemas.microsoft.com/office/drawing/2014/main" id="{4BEB108C-4568-064F-8ABF-CCC569AEA8F0}"/>
              </a:ext>
            </a:extLst>
          </p:cNvPr>
          <p:cNvSpPr>
            <a:spLocks noGrp="1"/>
          </p:cNvSpPr>
          <p:nvPr>
            <p:ph sz="quarter" idx="24" hasCustomPrompt="1"/>
          </p:nvPr>
        </p:nvSpPr>
        <p:spPr>
          <a:xfrm>
            <a:off x="38100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Use the outline only if you don’t have transparent backgrounds</a:t>
            </a:r>
          </a:p>
        </p:txBody>
      </p:sp>
      <p:sp>
        <p:nvSpPr>
          <p:cNvPr id="49" name="Content Placeholder 3">
            <a:extLst>
              <a:ext uri="{FF2B5EF4-FFF2-40B4-BE49-F238E27FC236}">
                <a16:creationId xmlns:a16="http://schemas.microsoft.com/office/drawing/2014/main" id="{88783318-437C-BF4F-AE11-0130FCABA632}"/>
              </a:ext>
            </a:extLst>
          </p:cNvPr>
          <p:cNvSpPr>
            <a:spLocks noGrp="1"/>
          </p:cNvSpPr>
          <p:nvPr>
            <p:ph sz="quarter" idx="25" hasCustomPrompt="1"/>
          </p:nvPr>
        </p:nvSpPr>
        <p:spPr>
          <a:xfrm>
            <a:off x="38100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Captions no longer than 2 lines</a:t>
            </a:r>
          </a:p>
        </p:txBody>
      </p:sp>
      <p:sp>
        <p:nvSpPr>
          <p:cNvPr id="50" name="Content Placeholder 3">
            <a:extLst>
              <a:ext uri="{FF2B5EF4-FFF2-40B4-BE49-F238E27FC236}">
                <a16:creationId xmlns:a16="http://schemas.microsoft.com/office/drawing/2014/main" id="{60D69093-5942-2F4A-837D-D5627B649387}"/>
              </a:ext>
            </a:extLst>
          </p:cNvPr>
          <p:cNvSpPr>
            <a:spLocks noGrp="1"/>
          </p:cNvSpPr>
          <p:nvPr>
            <p:ph sz="quarter" idx="26" hasCustomPrompt="1"/>
          </p:nvPr>
        </p:nvSpPr>
        <p:spPr>
          <a:xfrm>
            <a:off x="54864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1" name="Content Placeholder 3">
            <a:extLst>
              <a:ext uri="{FF2B5EF4-FFF2-40B4-BE49-F238E27FC236}">
                <a16:creationId xmlns:a16="http://schemas.microsoft.com/office/drawing/2014/main" id="{D262EF29-B002-F444-BB27-3AE712302E15}"/>
              </a:ext>
            </a:extLst>
          </p:cNvPr>
          <p:cNvSpPr>
            <a:spLocks noGrp="1"/>
          </p:cNvSpPr>
          <p:nvPr>
            <p:ph sz="quarter" idx="27" hasCustomPrompt="1"/>
          </p:nvPr>
        </p:nvSpPr>
        <p:spPr>
          <a:xfrm>
            <a:off x="54864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2" name="Content Placeholder 3">
            <a:extLst>
              <a:ext uri="{FF2B5EF4-FFF2-40B4-BE49-F238E27FC236}">
                <a16:creationId xmlns:a16="http://schemas.microsoft.com/office/drawing/2014/main" id="{128656FA-B401-3D45-B9B6-8B5FF8CED57B}"/>
              </a:ext>
            </a:extLst>
          </p:cNvPr>
          <p:cNvSpPr>
            <a:spLocks noGrp="1"/>
          </p:cNvSpPr>
          <p:nvPr>
            <p:ph sz="quarter" idx="28" hasCustomPrompt="1"/>
          </p:nvPr>
        </p:nvSpPr>
        <p:spPr>
          <a:xfrm>
            <a:off x="7162800" y="13830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3" name="Content Placeholder 3">
            <a:extLst>
              <a:ext uri="{FF2B5EF4-FFF2-40B4-BE49-F238E27FC236}">
                <a16:creationId xmlns:a16="http://schemas.microsoft.com/office/drawing/2014/main" id="{7CB89430-A3A0-A641-8787-A7AE6F29A8A6}"/>
              </a:ext>
            </a:extLst>
          </p:cNvPr>
          <p:cNvSpPr>
            <a:spLocks noGrp="1"/>
          </p:cNvSpPr>
          <p:nvPr>
            <p:ph sz="quarter" idx="29" hasCustomPrompt="1"/>
          </p:nvPr>
        </p:nvSpPr>
        <p:spPr>
          <a:xfrm>
            <a:off x="7162800" y="25755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4" name="Content Placeholder 3">
            <a:extLst>
              <a:ext uri="{FF2B5EF4-FFF2-40B4-BE49-F238E27FC236}">
                <a16:creationId xmlns:a16="http://schemas.microsoft.com/office/drawing/2014/main" id="{7571DCA7-594E-494F-AADE-BC41B66BBFCE}"/>
              </a:ext>
            </a:extLst>
          </p:cNvPr>
          <p:cNvSpPr>
            <a:spLocks noGrp="1"/>
          </p:cNvSpPr>
          <p:nvPr>
            <p:ph sz="quarter" idx="30" hasCustomPrompt="1"/>
          </p:nvPr>
        </p:nvSpPr>
        <p:spPr>
          <a:xfrm>
            <a:off x="4572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a:t>image </a:t>
            </a:r>
            <a:r>
              <a:rPr lang="en-US" dirty="0"/>
              <a:t>ONLY</a:t>
            </a:r>
          </a:p>
        </p:txBody>
      </p:sp>
      <p:sp>
        <p:nvSpPr>
          <p:cNvPr id="55" name="Content Placeholder 3">
            <a:extLst>
              <a:ext uri="{FF2B5EF4-FFF2-40B4-BE49-F238E27FC236}">
                <a16:creationId xmlns:a16="http://schemas.microsoft.com/office/drawing/2014/main" id="{BB5159A4-78B1-4544-A0AB-77A77FFECA21}"/>
              </a:ext>
            </a:extLst>
          </p:cNvPr>
          <p:cNvSpPr>
            <a:spLocks noGrp="1"/>
          </p:cNvSpPr>
          <p:nvPr>
            <p:ph sz="quarter" idx="31" hasCustomPrompt="1"/>
          </p:nvPr>
        </p:nvSpPr>
        <p:spPr>
          <a:xfrm>
            <a:off x="4572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6" name="Content Placeholder 3">
            <a:extLst>
              <a:ext uri="{FF2B5EF4-FFF2-40B4-BE49-F238E27FC236}">
                <a16:creationId xmlns:a16="http://schemas.microsoft.com/office/drawing/2014/main" id="{DC3FBC57-26A1-A840-9EB7-BB175D4D6B92}"/>
              </a:ext>
            </a:extLst>
          </p:cNvPr>
          <p:cNvSpPr>
            <a:spLocks noGrp="1"/>
          </p:cNvSpPr>
          <p:nvPr>
            <p:ph sz="quarter" idx="32" hasCustomPrompt="1"/>
          </p:nvPr>
        </p:nvSpPr>
        <p:spPr>
          <a:xfrm>
            <a:off x="21336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7" name="Content Placeholder 3">
            <a:extLst>
              <a:ext uri="{FF2B5EF4-FFF2-40B4-BE49-F238E27FC236}">
                <a16:creationId xmlns:a16="http://schemas.microsoft.com/office/drawing/2014/main" id="{142B5D21-DDD3-FF4B-8CA6-EE386537D307}"/>
              </a:ext>
            </a:extLst>
          </p:cNvPr>
          <p:cNvSpPr>
            <a:spLocks noGrp="1"/>
          </p:cNvSpPr>
          <p:nvPr>
            <p:ph sz="quarter" idx="33" hasCustomPrompt="1"/>
          </p:nvPr>
        </p:nvSpPr>
        <p:spPr>
          <a:xfrm>
            <a:off x="21336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58" name="Content Placeholder 3">
            <a:extLst>
              <a:ext uri="{FF2B5EF4-FFF2-40B4-BE49-F238E27FC236}">
                <a16:creationId xmlns:a16="http://schemas.microsoft.com/office/drawing/2014/main" id="{3962A4AF-E295-3441-A76C-0DC350D83F13}"/>
              </a:ext>
            </a:extLst>
          </p:cNvPr>
          <p:cNvSpPr>
            <a:spLocks noGrp="1"/>
          </p:cNvSpPr>
          <p:nvPr>
            <p:ph sz="quarter" idx="34" hasCustomPrompt="1"/>
          </p:nvPr>
        </p:nvSpPr>
        <p:spPr>
          <a:xfrm>
            <a:off x="38100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59" name="Content Placeholder 3">
            <a:extLst>
              <a:ext uri="{FF2B5EF4-FFF2-40B4-BE49-F238E27FC236}">
                <a16:creationId xmlns:a16="http://schemas.microsoft.com/office/drawing/2014/main" id="{44D1F572-C9BC-C747-B6B3-2A807FEB5291}"/>
              </a:ext>
            </a:extLst>
          </p:cNvPr>
          <p:cNvSpPr>
            <a:spLocks noGrp="1"/>
          </p:cNvSpPr>
          <p:nvPr>
            <p:ph sz="quarter" idx="35" hasCustomPrompt="1"/>
          </p:nvPr>
        </p:nvSpPr>
        <p:spPr>
          <a:xfrm>
            <a:off x="38100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60" name="Content Placeholder 3">
            <a:extLst>
              <a:ext uri="{FF2B5EF4-FFF2-40B4-BE49-F238E27FC236}">
                <a16:creationId xmlns:a16="http://schemas.microsoft.com/office/drawing/2014/main" id="{2409BE41-66D2-E94C-930C-A5210EB04806}"/>
              </a:ext>
            </a:extLst>
          </p:cNvPr>
          <p:cNvSpPr>
            <a:spLocks noGrp="1"/>
          </p:cNvSpPr>
          <p:nvPr>
            <p:ph sz="quarter" idx="36" hasCustomPrompt="1"/>
          </p:nvPr>
        </p:nvSpPr>
        <p:spPr>
          <a:xfrm>
            <a:off x="54864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61" name="Content Placeholder 3">
            <a:extLst>
              <a:ext uri="{FF2B5EF4-FFF2-40B4-BE49-F238E27FC236}">
                <a16:creationId xmlns:a16="http://schemas.microsoft.com/office/drawing/2014/main" id="{9D1114D4-21D7-6C45-A75F-B799CEFEC867}"/>
              </a:ext>
            </a:extLst>
          </p:cNvPr>
          <p:cNvSpPr>
            <a:spLocks noGrp="1"/>
          </p:cNvSpPr>
          <p:nvPr>
            <p:ph sz="quarter" idx="37" hasCustomPrompt="1"/>
          </p:nvPr>
        </p:nvSpPr>
        <p:spPr>
          <a:xfrm>
            <a:off x="54864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
        <p:nvSpPr>
          <p:cNvPr id="62" name="Content Placeholder 3">
            <a:extLst>
              <a:ext uri="{FF2B5EF4-FFF2-40B4-BE49-F238E27FC236}">
                <a16:creationId xmlns:a16="http://schemas.microsoft.com/office/drawing/2014/main" id="{8E981D74-E025-3D41-A194-C0AAB855B2E6}"/>
              </a:ext>
            </a:extLst>
          </p:cNvPr>
          <p:cNvSpPr>
            <a:spLocks noGrp="1"/>
          </p:cNvSpPr>
          <p:nvPr>
            <p:ph sz="quarter" idx="38" hasCustomPrompt="1"/>
          </p:nvPr>
        </p:nvSpPr>
        <p:spPr>
          <a:xfrm>
            <a:off x="7162800" y="3097530"/>
            <a:ext cx="1581912" cy="1188720"/>
          </a:xfrm>
          <a:noFill/>
          <a:ln>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image ONLY</a:t>
            </a:r>
          </a:p>
        </p:txBody>
      </p:sp>
      <p:sp>
        <p:nvSpPr>
          <p:cNvPr id="63" name="Content Placeholder 3">
            <a:extLst>
              <a:ext uri="{FF2B5EF4-FFF2-40B4-BE49-F238E27FC236}">
                <a16:creationId xmlns:a16="http://schemas.microsoft.com/office/drawing/2014/main" id="{1F7A6889-59BF-2444-AFE7-CB86FC91D044}"/>
              </a:ext>
            </a:extLst>
          </p:cNvPr>
          <p:cNvSpPr>
            <a:spLocks noGrp="1"/>
          </p:cNvSpPr>
          <p:nvPr>
            <p:ph sz="quarter" idx="39" hasCustomPrompt="1"/>
          </p:nvPr>
        </p:nvSpPr>
        <p:spPr>
          <a:xfrm>
            <a:off x="7162800" y="4290059"/>
            <a:ext cx="1581912" cy="402852"/>
          </a:xfrm>
          <a:solidFill>
            <a:schemeClr val="bg2"/>
          </a:solidFill>
          <a:ln>
            <a:solidFill>
              <a:schemeClr val="bg2"/>
            </a:solidFill>
          </a:ln>
        </p:spPr>
        <p:txBody>
          <a:bodyPr lIns="91440" tIns="45720" rIns="91440" bIns="73152" anchor="ctr" anchorCtr="0">
            <a:normAutofit/>
          </a:bodyPr>
          <a:lstStyle>
            <a:lvl1pPr marL="0" indent="0" algn="ctr">
              <a:buNone/>
              <a:defRPr sz="800" b="0" i="1">
                <a:solidFill>
                  <a:schemeClr val="accent5"/>
                </a:solidFill>
              </a:defRPr>
            </a:lvl1pPr>
            <a:lvl2pPr>
              <a:defRPr>
                <a:solidFill>
                  <a:schemeClr val="bg2"/>
                </a:solidFill>
              </a:defRPr>
            </a:lvl2pPr>
            <a:lvl3pPr>
              <a:defRPr>
                <a:solidFill>
                  <a:schemeClr val="bg2"/>
                </a:solidFill>
              </a:defRPr>
            </a:lvl3pPr>
          </a:lstStyle>
          <a:p>
            <a:pPr lvl="0"/>
            <a:r>
              <a:rPr lang="en-US" dirty="0"/>
              <a:t>Short caption here</a:t>
            </a:r>
          </a:p>
        </p:txBody>
      </p:sp>
    </p:spTree>
    <p:extLst>
      <p:ext uri="{BB962C8B-B14F-4D97-AF65-F5344CB8AC3E}">
        <p14:creationId xmlns:p14="http://schemas.microsoft.com/office/powerpoint/2010/main" val="3932109020"/>
      </p:ext>
    </p:extLst>
  </p:cSld>
  <p:clrMapOvr>
    <a:masterClrMapping/>
  </p:clrMapOvr>
</p:sldLayout>
</file>

<file path=ppt/slideLayouts/slideLayout526.xml><?xml version="1.0" encoding="utf-8"?>
<p:sldLayout xmlns:a="http://schemas.openxmlformats.org/drawingml/2006/main" xmlns:r="http://schemas.openxmlformats.org/officeDocument/2006/relationships" xmlns:p="http://schemas.openxmlformats.org/presentationml/2006/main" preserve="1">
  <p:cSld name="Product Suit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0FF29D-1BAB-7543-94B2-94A2EE9B9978}"/>
              </a:ext>
            </a:extLst>
          </p:cNvPr>
          <p:cNvPicPr>
            <a:picLocks noChangeAspect="1"/>
          </p:cNvPicPr>
          <p:nvPr/>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1926200655"/>
      </p:ext>
    </p:extLst>
  </p:cSld>
  <p:clrMapOvr>
    <a:masterClrMapping/>
  </p:clrMapOvr>
</p:sldLayout>
</file>

<file path=ppt/slideLayouts/slideLayout527.xml><?xml version="1.0" encoding="utf-8"?>
<p:sldLayout xmlns:a="http://schemas.openxmlformats.org/drawingml/2006/main" xmlns:r="http://schemas.openxmlformats.org/officeDocument/2006/relationships" xmlns:p="http://schemas.openxmlformats.org/presentationml/2006/main" preserve="1">
  <p:cSld name="Model Manager - 0 full">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p:nvPicPr>
        <p:blipFill>
          <a:blip r:embed="rId2"/>
          <a:srcRect/>
          <a:stretch/>
        </p:blipFill>
        <p:spPr>
          <a:xfrm>
            <a:off x="152400" y="0"/>
            <a:ext cx="5143500" cy="5143500"/>
          </a:xfrm>
          <a:prstGeom prst="rect">
            <a:avLst/>
          </a:prstGeom>
        </p:spPr>
      </p:pic>
    </p:spTree>
    <p:extLst>
      <p:ext uri="{BB962C8B-B14F-4D97-AF65-F5344CB8AC3E}">
        <p14:creationId xmlns:p14="http://schemas.microsoft.com/office/powerpoint/2010/main" val="646139204"/>
      </p:ext>
    </p:extLst>
  </p:cSld>
  <p:clrMapOvr>
    <a:masterClrMapping/>
  </p:clrMapOvr>
</p:sldLayout>
</file>

<file path=ppt/slideLayouts/slideLayout528.xml><?xml version="1.0" encoding="utf-8"?>
<p:sldLayout xmlns:a="http://schemas.openxmlformats.org/drawingml/2006/main" xmlns:r="http://schemas.openxmlformats.org/officeDocument/2006/relationships" xmlns:p="http://schemas.openxmlformats.org/presentationml/2006/main" preserve="1">
  <p:cSld name="Model Manager - 1 Model Engine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p:nvPicPr>
        <p:blipFill>
          <a:blip r:embed="rId2"/>
          <a:srcRect/>
          <a:stretch/>
        </p:blipFill>
        <p:spPr>
          <a:xfrm>
            <a:off x="152400" y="0"/>
            <a:ext cx="5143500" cy="5143500"/>
          </a:xfrm>
          <a:prstGeom prst="rect">
            <a:avLst/>
          </a:prstGeom>
        </p:spPr>
      </p:pic>
    </p:spTree>
    <p:extLst>
      <p:ext uri="{BB962C8B-B14F-4D97-AF65-F5344CB8AC3E}">
        <p14:creationId xmlns:p14="http://schemas.microsoft.com/office/powerpoint/2010/main" val="3870303577"/>
      </p:ext>
    </p:extLst>
  </p:cSld>
  <p:clrMapOvr>
    <a:masterClrMapping/>
  </p:clrMapOvr>
</p:sldLayout>
</file>

<file path=ppt/slideLayouts/slideLayout529.xml><?xml version="1.0" encoding="utf-8"?>
<p:sldLayout xmlns:a="http://schemas.openxmlformats.org/drawingml/2006/main" xmlns:r="http://schemas.openxmlformats.org/officeDocument/2006/relationships" xmlns:p="http://schemas.openxmlformats.org/presentationml/2006/main" preserve="1">
  <p:cSld name="Model Manager - 2 Model to Design Engineer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p:nvPicPr>
        <p:blipFill>
          <a:blip r:embed="rId2"/>
          <a:srcRect/>
          <a:stretch/>
        </p:blipFill>
        <p:spPr>
          <a:xfrm>
            <a:off x="152400" y="0"/>
            <a:ext cx="5143500" cy="5143500"/>
          </a:xfrm>
          <a:prstGeom prst="rect">
            <a:avLst/>
          </a:prstGeom>
        </p:spPr>
      </p:pic>
    </p:spTree>
    <p:extLst>
      <p:ext uri="{BB962C8B-B14F-4D97-AF65-F5344CB8AC3E}">
        <p14:creationId xmlns:p14="http://schemas.microsoft.com/office/powerpoint/2010/main" val="1194871857"/>
      </p:ext>
    </p:extLst>
  </p:cSld>
  <p:clrMapOvr>
    <a:masterClrMapping/>
  </p:clrMapOvr>
</p:sldLayout>
</file>

<file path=ppt/slideLayouts/slideLayout530.xml><?xml version="1.0" encoding="utf-8"?>
<p:sldLayout xmlns:a="http://schemas.openxmlformats.org/drawingml/2006/main" xmlns:r="http://schemas.openxmlformats.org/officeDocument/2006/relationships" xmlns:p="http://schemas.openxmlformats.org/presentationml/2006/main" preserve="1">
  <p:cSld name="Model Manager - 3 Design Engineers to Operator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948BB7-C5F7-154F-ABB6-A26EB95A5488}"/>
              </a:ext>
            </a:extLst>
          </p:cNvPr>
          <p:cNvSpPr/>
          <p:nvPr/>
        </p:nvSpPr>
        <p:spPr>
          <a:xfrm>
            <a:off x="538480" y="895350"/>
            <a:ext cx="8148320" cy="1143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Title 1">
            <a:extLst>
              <a:ext uri="{FF2B5EF4-FFF2-40B4-BE49-F238E27FC236}">
                <a16:creationId xmlns:a16="http://schemas.microsoft.com/office/drawing/2014/main" id="{439FB627-FD00-4FAF-95D2-71E0F07CFB84}"/>
              </a:ext>
            </a:extLst>
          </p:cNvPr>
          <p:cNvSpPr>
            <a:spLocks noGrp="1"/>
          </p:cNvSpPr>
          <p:nvPr>
            <p:ph type="title"/>
          </p:nvPr>
        </p:nvSpPr>
        <p:spPr>
          <a:xfrm>
            <a:off x="4953000" y="1009650"/>
            <a:ext cx="3505200" cy="914400"/>
          </a:xfrm>
          <a:prstGeom prst="rect">
            <a:avLst/>
          </a:prstGeom>
        </p:spPr>
        <p:txBody>
          <a:bodyPr lIns="0" anchor="b">
            <a:normAutofit/>
          </a:bodyPr>
          <a:lstStyle>
            <a:lvl1pPr>
              <a:defRPr sz="2400" b="1">
                <a:solidFill>
                  <a:schemeClr val="bg2"/>
                </a:solidFill>
                <a:latin typeface="Lato" panose="020F0502020204030203" pitchFamily="34" charset="0"/>
              </a:defRPr>
            </a:lvl1pPr>
          </a:lstStyle>
          <a:p>
            <a:r>
              <a:rPr lang="en-US"/>
              <a:t>Click to edit Master title style</a:t>
            </a:r>
            <a:endParaRPr lang="en-US" dirty="0"/>
          </a:p>
        </p:txBody>
      </p:sp>
      <p:sp>
        <p:nvSpPr>
          <p:cNvPr id="6" name="Content Placeholder 3">
            <a:extLst>
              <a:ext uri="{FF2B5EF4-FFF2-40B4-BE49-F238E27FC236}">
                <a16:creationId xmlns:a16="http://schemas.microsoft.com/office/drawing/2014/main" id="{002DF63C-F53D-4141-8295-296D09198AF9}"/>
              </a:ext>
            </a:extLst>
          </p:cNvPr>
          <p:cNvSpPr>
            <a:spLocks noGrp="1"/>
          </p:cNvSpPr>
          <p:nvPr>
            <p:ph sz="half" idx="10"/>
          </p:nvPr>
        </p:nvSpPr>
        <p:spPr>
          <a:xfrm>
            <a:off x="4953000" y="2190750"/>
            <a:ext cx="3505200" cy="2743200"/>
          </a:xfrm>
          <a:prstGeom prst="rect">
            <a:avLst/>
          </a:prstGeom>
        </p:spPr>
        <p:txBody>
          <a:bodyPr lIns="0" tIns="0">
            <a:normAutofit/>
          </a:bodyPr>
          <a:lstStyle>
            <a:lvl1pPr>
              <a:lnSpc>
                <a:spcPct val="100000"/>
              </a:lnSpc>
              <a:defRPr sz="1400">
                <a:solidFill>
                  <a:srgbClr val="393A39"/>
                </a:solidFill>
                <a:latin typeface="Lato" panose="020F0502020204030203" pitchFamily="34" charset="0"/>
              </a:defRPr>
            </a:lvl1pPr>
            <a:lvl2pPr>
              <a:lnSpc>
                <a:spcPct val="100000"/>
              </a:lnSpc>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67C5FFD0-F845-F34C-9F86-B90B898E5497}"/>
              </a:ext>
            </a:extLst>
          </p:cNvPr>
          <p:cNvPicPr>
            <a:picLocks noChangeAspect="1"/>
          </p:cNvPicPr>
          <p:nvPr/>
        </p:nvPicPr>
        <p:blipFill>
          <a:blip r:embed="rId2"/>
          <a:srcRect/>
          <a:stretch/>
        </p:blipFill>
        <p:spPr>
          <a:xfrm>
            <a:off x="152400" y="0"/>
            <a:ext cx="5143500" cy="5143500"/>
          </a:xfrm>
          <a:prstGeom prst="rect">
            <a:avLst/>
          </a:prstGeom>
        </p:spPr>
      </p:pic>
    </p:spTree>
    <p:extLst>
      <p:ext uri="{BB962C8B-B14F-4D97-AF65-F5344CB8AC3E}">
        <p14:creationId xmlns:p14="http://schemas.microsoft.com/office/powerpoint/2010/main" val="4028870052"/>
      </p:ext>
    </p:extLst>
  </p:cSld>
  <p:clrMapOvr>
    <a:masterClrMapping/>
  </p:clrMapOvr>
</p:sldLayout>
</file>

<file path=ppt/slideLayouts/slideLayout531.xml><?xml version="1.0" encoding="utf-8"?>
<p:sldLayout xmlns:a="http://schemas.openxmlformats.org/drawingml/2006/main" xmlns:r="http://schemas.openxmlformats.org/officeDocument/2006/relationships" xmlns:p="http://schemas.openxmlformats.org/presentationml/2006/main" preserve="1">
  <p:cSld name="CTA: Contact U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438236-E9A1-5845-B207-CB91FAB12DBD}"/>
              </a:ext>
            </a:extLst>
          </p:cNvPr>
          <p:cNvPicPr>
            <a:picLocks noChangeAspect="1"/>
          </p:cNvPicPr>
          <p:nvPr/>
        </p:nvPicPr>
        <p:blipFill>
          <a:blip r:embed="rId2"/>
          <a:srcRect/>
          <a:stretch/>
        </p:blipFill>
        <p:spPr>
          <a:xfrm>
            <a:off x="0" y="0"/>
            <a:ext cx="9144000" cy="5143500"/>
          </a:xfrm>
          <a:prstGeom prst="rect">
            <a:avLst/>
          </a:prstGeom>
        </p:spPr>
      </p:pic>
      <p:sp>
        <p:nvSpPr>
          <p:cNvPr id="7" name="Content Placeholder 2">
            <a:extLst>
              <a:ext uri="{FF2B5EF4-FFF2-40B4-BE49-F238E27FC236}">
                <a16:creationId xmlns:a16="http://schemas.microsoft.com/office/drawing/2014/main" id="{FC4E7365-D38C-47DC-98CE-EFDE9B5AA7FB}"/>
              </a:ext>
            </a:extLst>
          </p:cNvPr>
          <p:cNvSpPr>
            <a:spLocks noGrp="1"/>
          </p:cNvSpPr>
          <p:nvPr>
            <p:ph idx="1" hasCustomPrompt="1"/>
          </p:nvPr>
        </p:nvSpPr>
        <p:spPr>
          <a:xfrm>
            <a:off x="304800" y="4469786"/>
            <a:ext cx="2133600" cy="923925"/>
          </a:xfrm>
          <a:prstGeom prst="rect">
            <a:avLst/>
          </a:prstGeom>
        </p:spPr>
        <p:txBody>
          <a:bodyPr>
            <a:normAutofit/>
          </a:bodyPr>
          <a:lstStyle>
            <a:lvl1pPr marL="0" indent="0">
              <a:spcBef>
                <a:spcPts val="100"/>
              </a:spcBef>
              <a:buNone/>
              <a:defRPr sz="1600">
                <a:solidFill>
                  <a:srgbClr val="393A39"/>
                </a:solidFill>
                <a:latin typeface="Lato" panose="020F0502020204030203" pitchFamily="34" charset="0"/>
              </a:defRPr>
            </a:lvl1pPr>
            <a:lvl2pPr>
              <a:defRPr sz="1400">
                <a:solidFill>
                  <a:srgbClr val="393A39"/>
                </a:solidFill>
                <a:latin typeface="Lato" panose="020F0502020204030203" pitchFamily="34" charset="0"/>
              </a:defRPr>
            </a:lvl2pPr>
            <a:lvl3pPr>
              <a:defRPr sz="12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Add your country “</a:t>
            </a:r>
            <a:r>
              <a:rPr lang="en-US" dirty="0" err="1"/>
              <a:t>comsol.com</a:t>
            </a:r>
            <a:r>
              <a:rPr lang="en-US" dirty="0"/>
              <a:t>/contact” link here</a:t>
            </a:r>
          </a:p>
        </p:txBody>
      </p:sp>
      <p:sp>
        <p:nvSpPr>
          <p:cNvPr id="5" name="TextBox 4">
            <a:extLst>
              <a:ext uri="{FF2B5EF4-FFF2-40B4-BE49-F238E27FC236}">
                <a16:creationId xmlns:a16="http://schemas.microsoft.com/office/drawing/2014/main" id="{CC2B2EF8-F126-9449-AF26-554461030ADD}"/>
              </a:ext>
            </a:extLst>
          </p:cNvPr>
          <p:cNvSpPr txBox="1"/>
          <p:nvPr/>
        </p:nvSpPr>
        <p:spPr>
          <a:xfrm>
            <a:off x="304800" y="4019551"/>
            <a:ext cx="2514600" cy="461665"/>
          </a:xfrm>
          <a:prstGeom prst="rect">
            <a:avLst/>
          </a:prstGeom>
          <a:noFill/>
        </p:spPr>
        <p:txBody>
          <a:bodyPr wrap="square" lIns="0" rtlCol="0">
            <a:spAutoFit/>
          </a:bodyPr>
          <a:lstStyle/>
          <a:p>
            <a:r>
              <a:rPr lang="en-US" sz="2400" b="1" i="0" dirty="0">
                <a:solidFill>
                  <a:schemeClr val="accent1"/>
                </a:solidFill>
                <a:latin typeface="Lato" panose="020F0502020204030203" pitchFamily="34" charset="77"/>
              </a:rPr>
              <a:t>Contact Us</a:t>
            </a:r>
          </a:p>
        </p:txBody>
      </p:sp>
      <p:pic>
        <p:nvPicPr>
          <p:cNvPr id="6" name="Picture 5">
            <a:extLst>
              <a:ext uri="{FF2B5EF4-FFF2-40B4-BE49-F238E27FC236}">
                <a16:creationId xmlns:a16="http://schemas.microsoft.com/office/drawing/2014/main" id="{A291ED8C-480D-41C2-9660-CDC022E9D706}"/>
              </a:ext>
            </a:extLst>
          </p:cNvPr>
          <p:cNvPicPr>
            <a:picLocks noChangeAspect="1"/>
          </p:cNvPicPr>
          <p:nvPr userDrawn="1"/>
        </p:nvPicPr>
        <p:blipFill>
          <a:blip r:embed="rId2"/>
          <a:src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B409A578-ABDE-4FE4-9185-79781CB679E7}"/>
              </a:ext>
            </a:extLst>
          </p:cNvPr>
          <p:cNvSpPr txBox="1"/>
          <p:nvPr userDrawn="1"/>
        </p:nvSpPr>
        <p:spPr>
          <a:xfrm>
            <a:off x="304800" y="4019551"/>
            <a:ext cx="2514600" cy="461665"/>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a:t>
            </a:r>
          </a:p>
        </p:txBody>
      </p:sp>
    </p:spTree>
    <p:extLst>
      <p:ext uri="{BB962C8B-B14F-4D97-AF65-F5344CB8AC3E}">
        <p14:creationId xmlns:p14="http://schemas.microsoft.com/office/powerpoint/2010/main" val="818202648"/>
      </p:ext>
    </p:extLst>
  </p:cSld>
  <p:clrMapOvr>
    <a:masterClrMapping/>
  </p:clrMapOvr>
</p:sldLayout>
</file>

<file path=ppt/slideLayouts/slideLayout532.xml><?xml version="1.0" encoding="utf-8"?>
<p:sldLayout xmlns:a="http://schemas.openxmlformats.org/drawingml/2006/main" xmlns:r="http://schemas.openxmlformats.org/officeDocument/2006/relationships" xmlns:p="http://schemas.openxmlformats.org/presentationml/2006/main" preserve="1">
  <p:cSld name="CTA: Live Dem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45252-8BBC-184E-9C41-612C8DD63D73}"/>
              </a:ext>
            </a:extLst>
          </p:cNvPr>
          <p:cNvPicPr>
            <a:picLocks noChangeAspect="1"/>
          </p:cNvPicPr>
          <p:nvPr/>
        </p:nvPicPr>
        <p:blipFill>
          <a:blip r:embed="rId2"/>
          <a:src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4267200" y="1428751"/>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 for a Live Demonstration</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4267200" y="2156997"/>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r>
              <a:rPr lang="en-US" sz="1600" b="0" i="0" dirty="0">
                <a:solidFill>
                  <a:schemeClr val="tx1"/>
                </a:solidFill>
                <a:latin typeface="Lato" panose="020F0502020204030203" pitchFamily="34" charset="77"/>
              </a:rPr>
              <a:t>/request-a-demo</a:t>
            </a:r>
          </a:p>
        </p:txBody>
      </p:sp>
      <p:pic>
        <p:nvPicPr>
          <p:cNvPr id="5" name="Picture 4">
            <a:extLst>
              <a:ext uri="{FF2B5EF4-FFF2-40B4-BE49-F238E27FC236}">
                <a16:creationId xmlns:a16="http://schemas.microsoft.com/office/drawing/2014/main" id="{BA4BDCC4-3ABD-478D-8B5D-5D0C838FA23F}"/>
              </a:ext>
            </a:extLst>
          </p:cNvPr>
          <p:cNvPicPr>
            <a:picLocks noChangeAspect="1"/>
          </p:cNvPicPr>
          <p:nvPr userDrawn="1"/>
        </p:nvPicPr>
        <p:blipFill>
          <a:blip r:embed="rId2"/>
          <a:srcRect/>
          <a:stretch/>
        </p:blipFill>
        <p:spPr>
          <a:xfrm>
            <a:off x="0" y="0"/>
            <a:ext cx="9144000" cy="5143500"/>
          </a:xfrm>
          <a:prstGeom prst="rect">
            <a:avLst/>
          </a:prstGeom>
        </p:spPr>
      </p:pic>
      <p:sp>
        <p:nvSpPr>
          <p:cNvPr id="6" name="TextBox 5">
            <a:extLst>
              <a:ext uri="{FF2B5EF4-FFF2-40B4-BE49-F238E27FC236}">
                <a16:creationId xmlns:a16="http://schemas.microsoft.com/office/drawing/2014/main" id="{4E568882-89D3-453E-9F32-4A7FE13532E5}"/>
              </a:ext>
            </a:extLst>
          </p:cNvPr>
          <p:cNvSpPr txBox="1"/>
          <p:nvPr userDrawn="1"/>
        </p:nvSpPr>
        <p:spPr>
          <a:xfrm>
            <a:off x="4267200" y="1428751"/>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Contact Us for a Live Demonstration</a:t>
            </a:r>
          </a:p>
        </p:txBody>
      </p:sp>
      <p:sp>
        <p:nvSpPr>
          <p:cNvPr id="7" name="TextBox 6">
            <a:hlinkClick r:id="rId3"/>
            <a:extLst>
              <a:ext uri="{FF2B5EF4-FFF2-40B4-BE49-F238E27FC236}">
                <a16:creationId xmlns:a16="http://schemas.microsoft.com/office/drawing/2014/main" id="{236B0D33-76B2-4FE4-9712-E53392BA4EC6}"/>
              </a:ext>
            </a:extLst>
          </p:cNvPr>
          <p:cNvSpPr txBox="1"/>
          <p:nvPr userDrawn="1"/>
        </p:nvSpPr>
        <p:spPr>
          <a:xfrm>
            <a:off x="4267200" y="2156997"/>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r>
              <a:rPr lang="en-US" sz="1600" b="0" i="0" dirty="0">
                <a:solidFill>
                  <a:schemeClr val="tx1"/>
                </a:solidFill>
                <a:latin typeface="Lato" panose="020F0502020204030203" pitchFamily="34" charset="77"/>
              </a:rPr>
              <a:t>/request-a-demo</a:t>
            </a:r>
          </a:p>
        </p:txBody>
      </p:sp>
    </p:spTree>
    <p:extLst>
      <p:ext uri="{BB962C8B-B14F-4D97-AF65-F5344CB8AC3E}">
        <p14:creationId xmlns:p14="http://schemas.microsoft.com/office/powerpoint/2010/main" val="554211873"/>
      </p:ext>
    </p:extLst>
  </p:cSld>
  <p:clrMapOvr>
    <a:masterClrMapping/>
  </p:clrMapOvr>
</p:sldLayout>
</file>

<file path=ppt/slideLayouts/slideLayout533.xml><?xml version="1.0" encoding="utf-8"?>
<p:sldLayout xmlns:a="http://schemas.openxmlformats.org/drawingml/2006/main" xmlns:r="http://schemas.openxmlformats.org/officeDocument/2006/relationships" xmlns:p="http://schemas.openxmlformats.org/presentationml/2006/main" preserve="1">
  <p:cSld name="CTA: Resources to Star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62441A9-73A9-6645-A2C6-CB26415F5D0A}"/>
              </a:ext>
            </a:extLst>
          </p:cNvPr>
          <p:cNvSpPr/>
          <p:nvPr/>
        </p:nvSpPr>
        <p:spPr>
          <a:xfrm>
            <a:off x="0" y="-14130"/>
            <a:ext cx="1828800" cy="1061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4" name="Picture 3">
            <a:extLst>
              <a:ext uri="{FF2B5EF4-FFF2-40B4-BE49-F238E27FC236}">
                <a16:creationId xmlns:a16="http://schemas.microsoft.com/office/drawing/2014/main" id="{225BA83A-FD71-394F-B4AF-D0F719851DD4}"/>
              </a:ext>
            </a:extLst>
          </p:cNvPr>
          <p:cNvPicPr>
            <a:picLocks noChangeAspect="1"/>
          </p:cNvPicPr>
          <p:nvPr/>
        </p:nvPicPr>
        <p:blipFill rotWithShape="1">
          <a:blip r:embed="rId2"/>
          <a:srcRect l="4202" b="7749"/>
          <a:stretch/>
        </p:blipFill>
        <p:spPr>
          <a:xfrm>
            <a:off x="457200" y="1"/>
            <a:ext cx="8686800" cy="470535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to Get Started</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 name="Rectangle 1">
            <a:hlinkClick r:id="rId4"/>
            <a:extLst>
              <a:ext uri="{FF2B5EF4-FFF2-40B4-BE49-F238E27FC236}">
                <a16:creationId xmlns:a16="http://schemas.microsoft.com/office/drawing/2014/main" id="{B166C7F8-C424-7449-A19A-6EFB37F971D8}"/>
              </a:ext>
            </a:extLst>
          </p:cNvPr>
          <p:cNvSpPr/>
          <p:nvPr/>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400"/>
          </a:p>
        </p:txBody>
      </p:sp>
      <p:sp>
        <p:nvSpPr>
          <p:cNvPr id="3" name="Rectangle 2">
            <a:hlinkClick r:id="rId5"/>
            <a:extLst>
              <a:ext uri="{FF2B5EF4-FFF2-40B4-BE49-F238E27FC236}">
                <a16:creationId xmlns:a16="http://schemas.microsoft.com/office/drawing/2014/main" id="{7542C372-51F9-7B49-95F3-2BB4DD107F2C}"/>
              </a:ext>
            </a:extLst>
          </p:cNvPr>
          <p:cNvSpPr/>
          <p:nvPr/>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Rectangle 4">
            <a:hlinkClick r:id="rId6"/>
            <a:extLst>
              <a:ext uri="{FF2B5EF4-FFF2-40B4-BE49-F238E27FC236}">
                <a16:creationId xmlns:a16="http://schemas.microsoft.com/office/drawing/2014/main" id="{218B93B9-5E84-F144-B5CB-7142E73CC8BF}"/>
              </a:ext>
            </a:extLst>
          </p:cNvPr>
          <p:cNvSpPr/>
          <p:nvPr/>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Rectangle 5">
            <a:hlinkClick r:id="rId7"/>
            <a:extLst>
              <a:ext uri="{FF2B5EF4-FFF2-40B4-BE49-F238E27FC236}">
                <a16:creationId xmlns:a16="http://schemas.microsoft.com/office/drawing/2014/main" id="{5AB17312-9520-7E42-A4CD-6B7EB6B7EF86}"/>
              </a:ext>
            </a:extLst>
          </p:cNvPr>
          <p:cNvSpPr/>
          <p:nvPr/>
        </p:nvSpPr>
        <p:spPr>
          <a:xfrm>
            <a:off x="3276600" y="3333751"/>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0" name="Picture 9">
            <a:extLst>
              <a:ext uri="{FF2B5EF4-FFF2-40B4-BE49-F238E27FC236}">
                <a16:creationId xmlns:a16="http://schemas.microsoft.com/office/drawing/2014/main" id="{5237151C-5746-4706-A3D2-E18D2F0C887E}"/>
              </a:ext>
            </a:extLst>
          </p:cNvPr>
          <p:cNvPicPr>
            <a:picLocks noChangeAspect="1"/>
          </p:cNvPicPr>
          <p:nvPr userDrawn="1"/>
        </p:nvPicPr>
        <p:blipFill rotWithShape="1">
          <a:blip r:embed="rId2"/>
          <a:srcRect l="4202" b="7749"/>
          <a:stretch/>
        </p:blipFill>
        <p:spPr>
          <a:xfrm>
            <a:off x="457200" y="1"/>
            <a:ext cx="8686800" cy="4705350"/>
          </a:xfrm>
          <a:prstGeom prst="rect">
            <a:avLst/>
          </a:prstGeom>
        </p:spPr>
      </p:pic>
      <p:sp>
        <p:nvSpPr>
          <p:cNvPr id="11" name="TextBox 10">
            <a:extLst>
              <a:ext uri="{FF2B5EF4-FFF2-40B4-BE49-F238E27FC236}">
                <a16:creationId xmlns:a16="http://schemas.microsoft.com/office/drawing/2014/main" id="{4F9B2910-A123-4EB0-9567-92469A761187}"/>
              </a:ext>
            </a:extLst>
          </p:cNvPr>
          <p:cNvSpPr txBox="1"/>
          <p:nvPr userDrawn="1"/>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to Get Started</a:t>
            </a:r>
          </a:p>
        </p:txBody>
      </p:sp>
      <p:sp>
        <p:nvSpPr>
          <p:cNvPr id="12" name="TextBox 11">
            <a:hlinkClick r:id="rId3"/>
            <a:extLst>
              <a:ext uri="{FF2B5EF4-FFF2-40B4-BE49-F238E27FC236}">
                <a16:creationId xmlns:a16="http://schemas.microsoft.com/office/drawing/2014/main" id="{319DAD64-EF1D-4406-A99A-990B907B9FBE}"/>
              </a:ext>
            </a:extLst>
          </p:cNvPr>
          <p:cNvSpPr txBox="1"/>
          <p:nvPr userDrawn="1"/>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13" name="Rectangle 12">
            <a:hlinkClick r:id="rId4"/>
            <a:extLst>
              <a:ext uri="{FF2B5EF4-FFF2-40B4-BE49-F238E27FC236}">
                <a16:creationId xmlns:a16="http://schemas.microsoft.com/office/drawing/2014/main" id="{E7516EDC-71EB-4CF9-AF3C-EF86676BB6BC}"/>
              </a:ext>
            </a:extLst>
          </p:cNvPr>
          <p:cNvSpPr/>
          <p:nvPr userDrawn="1"/>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400"/>
          </a:p>
        </p:txBody>
      </p:sp>
      <p:sp>
        <p:nvSpPr>
          <p:cNvPr id="14" name="Rectangle 13">
            <a:hlinkClick r:id="rId5"/>
            <a:extLst>
              <a:ext uri="{FF2B5EF4-FFF2-40B4-BE49-F238E27FC236}">
                <a16:creationId xmlns:a16="http://schemas.microsoft.com/office/drawing/2014/main" id="{DB37333A-3EBC-4760-AAFD-E5DCFB800AAF}"/>
              </a:ext>
            </a:extLst>
          </p:cNvPr>
          <p:cNvSpPr/>
          <p:nvPr userDrawn="1"/>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5" name="Rectangle 14">
            <a:hlinkClick r:id="rId6"/>
            <a:extLst>
              <a:ext uri="{FF2B5EF4-FFF2-40B4-BE49-F238E27FC236}">
                <a16:creationId xmlns:a16="http://schemas.microsoft.com/office/drawing/2014/main" id="{2793E4FA-B58C-4EEC-88FA-E6196F9A41D7}"/>
              </a:ext>
            </a:extLst>
          </p:cNvPr>
          <p:cNvSpPr/>
          <p:nvPr userDrawn="1"/>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6" name="Rectangle 15">
            <a:hlinkClick r:id="rId7"/>
            <a:extLst>
              <a:ext uri="{FF2B5EF4-FFF2-40B4-BE49-F238E27FC236}">
                <a16:creationId xmlns:a16="http://schemas.microsoft.com/office/drawing/2014/main" id="{43C62EC4-4447-4AF9-B558-1132C1A340EE}"/>
              </a:ext>
            </a:extLst>
          </p:cNvPr>
          <p:cNvSpPr/>
          <p:nvPr userDrawn="1"/>
        </p:nvSpPr>
        <p:spPr>
          <a:xfrm>
            <a:off x="3276600" y="3333751"/>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1096764749"/>
      </p:ext>
    </p:extLst>
  </p:cSld>
  <p:clrMapOvr>
    <a:masterClrMapping/>
  </p:clrMapOvr>
</p:sldLayout>
</file>

<file path=ppt/slideLayouts/slideLayout534.xml><?xml version="1.0" encoding="utf-8"?>
<p:sldLayout xmlns:a="http://schemas.openxmlformats.org/drawingml/2006/main" xmlns:r="http://schemas.openxmlformats.org/officeDocument/2006/relationships" xmlns:p="http://schemas.openxmlformats.org/presentationml/2006/main" preserve="1">
  <p:cSld name="CTA: Resources to Inspi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5BA83A-FD71-394F-B4AF-D0F719851DD4}"/>
              </a:ext>
            </a:extLst>
          </p:cNvPr>
          <p:cNvPicPr>
            <a:picLocks noChangeAspect="1"/>
          </p:cNvPicPr>
          <p:nvPr/>
        </p:nvPicPr>
        <p:blipFill rotWithShape="1">
          <a:blip r:embed="rId2"/>
          <a:srcRect l="4775" b="5992"/>
          <a:stretch/>
        </p:blipFill>
        <p:spPr>
          <a:xfrm>
            <a:off x="533400" y="0"/>
            <a:ext cx="8610601" cy="4781550"/>
          </a:xfrm>
          <a:prstGeom prst="rect">
            <a:avLst/>
          </a:prstGeom>
        </p:spPr>
      </p:pic>
      <p:sp>
        <p:nvSpPr>
          <p:cNvPr id="8" name="TextBox 7">
            <a:extLst>
              <a:ext uri="{FF2B5EF4-FFF2-40B4-BE49-F238E27FC236}">
                <a16:creationId xmlns:a16="http://schemas.microsoft.com/office/drawing/2014/main" id="{D48C4084-0E28-3947-A3EB-0D844D62F7D6}"/>
              </a:ext>
            </a:extLst>
          </p:cNvPr>
          <p:cNvSpPr txBox="1"/>
          <p:nvPr/>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for Inspiration</a:t>
            </a:r>
          </a:p>
        </p:txBody>
      </p:sp>
      <p:sp>
        <p:nvSpPr>
          <p:cNvPr id="9" name="TextBox 8">
            <a:hlinkClick r:id="rId3"/>
            <a:extLst>
              <a:ext uri="{FF2B5EF4-FFF2-40B4-BE49-F238E27FC236}">
                <a16:creationId xmlns:a16="http://schemas.microsoft.com/office/drawing/2014/main" id="{9D36EDD0-8077-4F4B-9631-D6CFBBDAD084}"/>
              </a:ext>
            </a:extLst>
          </p:cNvPr>
          <p:cNvSpPr txBox="1"/>
          <p:nvPr/>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2" name="Rectangle 1">
            <a:hlinkClick r:id="rId4"/>
            <a:extLst>
              <a:ext uri="{FF2B5EF4-FFF2-40B4-BE49-F238E27FC236}">
                <a16:creationId xmlns:a16="http://schemas.microsoft.com/office/drawing/2014/main" id="{B166C7F8-C424-7449-A19A-6EFB37F971D8}"/>
              </a:ext>
            </a:extLst>
          </p:cNvPr>
          <p:cNvSpPr/>
          <p:nvPr/>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400"/>
          </a:p>
        </p:txBody>
      </p:sp>
      <p:sp>
        <p:nvSpPr>
          <p:cNvPr id="3" name="Rectangle 2">
            <a:hlinkClick r:id="rId5"/>
            <a:extLst>
              <a:ext uri="{FF2B5EF4-FFF2-40B4-BE49-F238E27FC236}">
                <a16:creationId xmlns:a16="http://schemas.microsoft.com/office/drawing/2014/main" id="{7542C372-51F9-7B49-95F3-2BB4DD107F2C}"/>
              </a:ext>
            </a:extLst>
          </p:cNvPr>
          <p:cNvSpPr/>
          <p:nvPr/>
        </p:nvSpPr>
        <p:spPr>
          <a:xfrm>
            <a:off x="3276600" y="2114550"/>
            <a:ext cx="24384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5" name="Rectangle 4">
            <a:hlinkClick r:id="rId6"/>
            <a:extLst>
              <a:ext uri="{FF2B5EF4-FFF2-40B4-BE49-F238E27FC236}">
                <a16:creationId xmlns:a16="http://schemas.microsoft.com/office/drawing/2014/main" id="{218B93B9-5E84-F144-B5CB-7142E73CC8BF}"/>
              </a:ext>
            </a:extLst>
          </p:cNvPr>
          <p:cNvSpPr/>
          <p:nvPr/>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Rectangle 5">
            <a:hlinkClick r:id="rId7"/>
            <a:extLst>
              <a:ext uri="{FF2B5EF4-FFF2-40B4-BE49-F238E27FC236}">
                <a16:creationId xmlns:a16="http://schemas.microsoft.com/office/drawing/2014/main" id="{5AB17312-9520-7E42-A4CD-6B7EB6B7EF86}"/>
              </a:ext>
            </a:extLst>
          </p:cNvPr>
          <p:cNvSpPr/>
          <p:nvPr/>
        </p:nvSpPr>
        <p:spPr>
          <a:xfrm>
            <a:off x="3276600" y="3333751"/>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Rectangle 6">
            <a:hlinkClick r:id="rId7"/>
            <a:extLst>
              <a:ext uri="{FF2B5EF4-FFF2-40B4-BE49-F238E27FC236}">
                <a16:creationId xmlns:a16="http://schemas.microsoft.com/office/drawing/2014/main" id="{FB176131-B89E-304A-92DF-9CD3D468CD52}"/>
              </a:ext>
            </a:extLst>
          </p:cNvPr>
          <p:cNvSpPr/>
          <p:nvPr/>
        </p:nvSpPr>
        <p:spPr>
          <a:xfrm>
            <a:off x="661542" y="2114550"/>
            <a:ext cx="2514600" cy="1143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Rectangle 9">
            <a:hlinkClick r:id="rId8"/>
            <a:extLst>
              <a:ext uri="{FF2B5EF4-FFF2-40B4-BE49-F238E27FC236}">
                <a16:creationId xmlns:a16="http://schemas.microsoft.com/office/drawing/2014/main" id="{D57913DA-4C41-E144-8C67-313CA8644FB7}"/>
              </a:ext>
            </a:extLst>
          </p:cNvPr>
          <p:cNvSpPr/>
          <p:nvPr/>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Rectangle 10">
            <a:hlinkClick r:id="rId9"/>
            <a:extLst>
              <a:ext uri="{FF2B5EF4-FFF2-40B4-BE49-F238E27FC236}">
                <a16:creationId xmlns:a16="http://schemas.microsoft.com/office/drawing/2014/main" id="{84D23C97-34CA-EB47-8438-4CEEB5B8B203}"/>
              </a:ext>
            </a:extLst>
          </p:cNvPr>
          <p:cNvSpPr/>
          <p:nvPr/>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Rectangle 11">
            <a:hlinkClick r:id="rId5"/>
            <a:extLst>
              <a:ext uri="{FF2B5EF4-FFF2-40B4-BE49-F238E27FC236}">
                <a16:creationId xmlns:a16="http://schemas.microsoft.com/office/drawing/2014/main" id="{E56E6BD5-8E0F-3E4D-AD7C-420C316889E3}"/>
              </a:ext>
            </a:extLst>
          </p:cNvPr>
          <p:cNvSpPr/>
          <p:nvPr/>
        </p:nvSpPr>
        <p:spPr>
          <a:xfrm>
            <a:off x="3200400" y="3333751"/>
            <a:ext cx="25146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3" name="Rectangle 12">
            <a:extLst>
              <a:ext uri="{FF2B5EF4-FFF2-40B4-BE49-F238E27FC236}">
                <a16:creationId xmlns:a16="http://schemas.microsoft.com/office/drawing/2014/main" id="{5144D7FA-71D5-1247-8CC0-659E1B402155}"/>
              </a:ext>
            </a:extLst>
          </p:cNvPr>
          <p:cNvSpPr/>
          <p:nvPr/>
        </p:nvSpPr>
        <p:spPr>
          <a:xfrm>
            <a:off x="0" y="-14129"/>
            <a:ext cx="1752600" cy="8309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4" name="Picture 13">
            <a:extLst>
              <a:ext uri="{FF2B5EF4-FFF2-40B4-BE49-F238E27FC236}">
                <a16:creationId xmlns:a16="http://schemas.microsoft.com/office/drawing/2014/main" id="{09C95E0F-7C8D-4FF0-9D4F-78FB0A962550}"/>
              </a:ext>
            </a:extLst>
          </p:cNvPr>
          <p:cNvPicPr>
            <a:picLocks noChangeAspect="1"/>
          </p:cNvPicPr>
          <p:nvPr userDrawn="1"/>
        </p:nvPicPr>
        <p:blipFill rotWithShape="1">
          <a:blip r:embed="rId2"/>
          <a:srcRect l="4775" b="5992"/>
          <a:stretch/>
        </p:blipFill>
        <p:spPr>
          <a:xfrm>
            <a:off x="533400" y="0"/>
            <a:ext cx="8610601" cy="4781550"/>
          </a:xfrm>
          <a:prstGeom prst="rect">
            <a:avLst/>
          </a:prstGeom>
        </p:spPr>
      </p:pic>
      <p:sp>
        <p:nvSpPr>
          <p:cNvPr id="15" name="TextBox 14">
            <a:extLst>
              <a:ext uri="{FF2B5EF4-FFF2-40B4-BE49-F238E27FC236}">
                <a16:creationId xmlns:a16="http://schemas.microsoft.com/office/drawing/2014/main" id="{B2B351E3-D205-42AC-A45F-F4A84786B3BA}"/>
              </a:ext>
            </a:extLst>
          </p:cNvPr>
          <p:cNvSpPr txBox="1"/>
          <p:nvPr userDrawn="1"/>
        </p:nvSpPr>
        <p:spPr>
          <a:xfrm>
            <a:off x="661542" y="964623"/>
            <a:ext cx="2895600" cy="830997"/>
          </a:xfrm>
          <a:prstGeom prst="rect">
            <a:avLst/>
          </a:prstGeom>
          <a:noFill/>
        </p:spPr>
        <p:txBody>
          <a:bodyPr wrap="square" rtlCol="0">
            <a:spAutoFit/>
          </a:bodyPr>
          <a:lstStyle/>
          <a:p>
            <a:r>
              <a:rPr lang="en-US" sz="2400" b="1" i="0" dirty="0">
                <a:solidFill>
                  <a:schemeClr val="accent1"/>
                </a:solidFill>
                <a:latin typeface="Lato" panose="020F0502020204030203" pitchFamily="34" charset="77"/>
              </a:rPr>
              <a:t>Further Resources for Inspiration</a:t>
            </a:r>
          </a:p>
        </p:txBody>
      </p:sp>
      <p:sp>
        <p:nvSpPr>
          <p:cNvPr id="16" name="TextBox 15">
            <a:hlinkClick r:id="rId3"/>
            <a:extLst>
              <a:ext uri="{FF2B5EF4-FFF2-40B4-BE49-F238E27FC236}">
                <a16:creationId xmlns:a16="http://schemas.microsoft.com/office/drawing/2014/main" id="{75F797BC-DFDE-4BBB-8948-F80EEF42571E}"/>
              </a:ext>
            </a:extLst>
          </p:cNvPr>
          <p:cNvSpPr txBox="1"/>
          <p:nvPr userDrawn="1"/>
        </p:nvSpPr>
        <p:spPr>
          <a:xfrm>
            <a:off x="661542" y="1692869"/>
            <a:ext cx="2895600" cy="338554"/>
          </a:xfrm>
          <a:prstGeom prst="rect">
            <a:avLst/>
          </a:prstGeom>
          <a:noFill/>
        </p:spPr>
        <p:txBody>
          <a:bodyPr wrap="square" rtlCol="0">
            <a:spAutoFit/>
          </a:bodyPr>
          <a:lstStyle/>
          <a:p>
            <a:r>
              <a:rPr lang="en-US" sz="1600" b="0" i="0" dirty="0" err="1">
                <a:solidFill>
                  <a:schemeClr val="tx1"/>
                </a:solidFill>
                <a:latin typeface="Lato" panose="020F0502020204030203" pitchFamily="34" charset="77"/>
              </a:rPr>
              <a:t>comsol.com</a:t>
            </a:r>
            <a:endParaRPr lang="en-US" sz="1600" b="0" i="0" dirty="0">
              <a:solidFill>
                <a:schemeClr val="tx1"/>
              </a:solidFill>
              <a:latin typeface="Lato" panose="020F0502020204030203" pitchFamily="34" charset="77"/>
            </a:endParaRPr>
          </a:p>
        </p:txBody>
      </p:sp>
      <p:sp>
        <p:nvSpPr>
          <p:cNvPr id="17" name="Rectangle 16">
            <a:hlinkClick r:id="rId4"/>
            <a:extLst>
              <a:ext uri="{FF2B5EF4-FFF2-40B4-BE49-F238E27FC236}">
                <a16:creationId xmlns:a16="http://schemas.microsoft.com/office/drawing/2014/main" id="{603D1387-222E-4BEF-9744-BB7634C83E8A}"/>
              </a:ext>
            </a:extLst>
          </p:cNvPr>
          <p:cNvSpPr/>
          <p:nvPr userDrawn="1"/>
        </p:nvSpPr>
        <p:spPr>
          <a:xfrm>
            <a:off x="661542" y="2114550"/>
            <a:ext cx="2538858" cy="1219200"/>
          </a:xfrm>
          <a:prstGeom prst="rect">
            <a:avLst/>
          </a:prstGeom>
          <a:no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400"/>
          </a:p>
        </p:txBody>
      </p:sp>
      <p:sp>
        <p:nvSpPr>
          <p:cNvPr id="18" name="Rectangle 17">
            <a:hlinkClick r:id="rId5"/>
            <a:extLst>
              <a:ext uri="{FF2B5EF4-FFF2-40B4-BE49-F238E27FC236}">
                <a16:creationId xmlns:a16="http://schemas.microsoft.com/office/drawing/2014/main" id="{F85AA77D-A6BF-4BA0-941B-124AC735114E}"/>
              </a:ext>
            </a:extLst>
          </p:cNvPr>
          <p:cNvSpPr/>
          <p:nvPr userDrawn="1"/>
        </p:nvSpPr>
        <p:spPr>
          <a:xfrm>
            <a:off x="3276600" y="2114550"/>
            <a:ext cx="24384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9" name="Rectangle 18">
            <a:hlinkClick r:id="rId6"/>
            <a:extLst>
              <a:ext uri="{FF2B5EF4-FFF2-40B4-BE49-F238E27FC236}">
                <a16:creationId xmlns:a16="http://schemas.microsoft.com/office/drawing/2014/main" id="{76550759-2BBC-4A12-AB0D-89223C41E5AA}"/>
              </a:ext>
            </a:extLst>
          </p:cNvPr>
          <p:cNvSpPr/>
          <p:nvPr userDrawn="1"/>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Rectangle 19">
            <a:hlinkClick r:id="rId7"/>
            <a:extLst>
              <a:ext uri="{FF2B5EF4-FFF2-40B4-BE49-F238E27FC236}">
                <a16:creationId xmlns:a16="http://schemas.microsoft.com/office/drawing/2014/main" id="{FB2AFE5F-5C74-41C1-9BEA-1E5A2376B61F}"/>
              </a:ext>
            </a:extLst>
          </p:cNvPr>
          <p:cNvSpPr/>
          <p:nvPr userDrawn="1"/>
        </p:nvSpPr>
        <p:spPr>
          <a:xfrm>
            <a:off x="3276600" y="3333751"/>
            <a:ext cx="24384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1" name="Rectangle 20">
            <a:hlinkClick r:id="rId7"/>
            <a:extLst>
              <a:ext uri="{FF2B5EF4-FFF2-40B4-BE49-F238E27FC236}">
                <a16:creationId xmlns:a16="http://schemas.microsoft.com/office/drawing/2014/main" id="{496C6397-6F6D-49B2-B5F3-0AEB49FBA13F}"/>
              </a:ext>
            </a:extLst>
          </p:cNvPr>
          <p:cNvSpPr/>
          <p:nvPr userDrawn="1"/>
        </p:nvSpPr>
        <p:spPr>
          <a:xfrm>
            <a:off x="661542" y="2114550"/>
            <a:ext cx="2514600" cy="1143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2" name="Rectangle 21">
            <a:hlinkClick r:id="rId8"/>
            <a:extLst>
              <a:ext uri="{FF2B5EF4-FFF2-40B4-BE49-F238E27FC236}">
                <a16:creationId xmlns:a16="http://schemas.microsoft.com/office/drawing/2014/main" id="{11E3F2B4-BBDE-462B-87C5-198D23C85BEE}"/>
              </a:ext>
            </a:extLst>
          </p:cNvPr>
          <p:cNvSpPr/>
          <p:nvPr userDrawn="1"/>
        </p:nvSpPr>
        <p:spPr>
          <a:xfrm>
            <a:off x="3200400" y="2114550"/>
            <a:ext cx="25146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3" name="Rectangle 22">
            <a:hlinkClick r:id="rId9"/>
            <a:extLst>
              <a:ext uri="{FF2B5EF4-FFF2-40B4-BE49-F238E27FC236}">
                <a16:creationId xmlns:a16="http://schemas.microsoft.com/office/drawing/2014/main" id="{0C880E9E-ABA4-498D-B9F0-ED8128A1A400}"/>
              </a:ext>
            </a:extLst>
          </p:cNvPr>
          <p:cNvSpPr/>
          <p:nvPr userDrawn="1"/>
        </p:nvSpPr>
        <p:spPr>
          <a:xfrm>
            <a:off x="661542" y="3347882"/>
            <a:ext cx="2514600" cy="1205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4" name="Rectangle 23">
            <a:hlinkClick r:id="rId5"/>
            <a:extLst>
              <a:ext uri="{FF2B5EF4-FFF2-40B4-BE49-F238E27FC236}">
                <a16:creationId xmlns:a16="http://schemas.microsoft.com/office/drawing/2014/main" id="{8C86913C-AF0F-4ADA-B565-BFB1E2C22791}"/>
              </a:ext>
            </a:extLst>
          </p:cNvPr>
          <p:cNvSpPr/>
          <p:nvPr userDrawn="1"/>
        </p:nvSpPr>
        <p:spPr>
          <a:xfrm>
            <a:off x="3200400" y="3333751"/>
            <a:ext cx="2514600" cy="123333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505100793"/>
      </p:ext>
    </p:extLst>
  </p:cSld>
  <p:clrMapOvr>
    <a:masterClrMapping/>
  </p:clrMapOvr>
</p:sldLayout>
</file>

<file path=ppt/slideLayouts/slideLayout535.xml><?xml version="1.0" encoding="utf-8"?>
<p:sldLayout xmlns:a="http://schemas.openxmlformats.org/drawingml/2006/main" xmlns:r="http://schemas.openxmlformats.org/officeDocument/2006/relationships" xmlns:p="http://schemas.openxmlformats.org/presentationml/2006/main" preserve="1" userDrawn="1">
  <p:cSld name="2_3 image each with subtitle + body tex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BF6B05F-53E1-8945-B16F-0DF3CF82F24C}"/>
              </a:ext>
            </a:extLst>
          </p:cNvPr>
          <p:cNvSpPr/>
          <p:nvPr userDrawn="1"/>
        </p:nvSpPr>
        <p:spPr>
          <a:xfrm>
            <a:off x="0" y="3347728"/>
            <a:ext cx="9144000" cy="1795772"/>
          </a:xfrm>
          <a:prstGeom prst="rect">
            <a:avLst/>
          </a:prstGeom>
          <a:solidFill>
            <a:srgbClr val="27325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27325B"/>
              </a:solidFill>
            </a:endParaRPr>
          </a:p>
        </p:txBody>
      </p:sp>
      <p:sp>
        <p:nvSpPr>
          <p:cNvPr id="28" name="Content Placeholder 3">
            <a:extLst>
              <a:ext uri="{FF2B5EF4-FFF2-40B4-BE49-F238E27FC236}">
                <a16:creationId xmlns:a16="http://schemas.microsoft.com/office/drawing/2014/main" id="{311FEAA6-A7E6-0840-8977-B2A47F1D6CC8}"/>
              </a:ext>
            </a:extLst>
          </p:cNvPr>
          <p:cNvSpPr>
            <a:spLocks noGrp="1"/>
          </p:cNvSpPr>
          <p:nvPr>
            <p:ph sz="half" idx="10" hasCustomPrompt="1"/>
          </p:nvPr>
        </p:nvSpPr>
        <p:spPr>
          <a:xfrm>
            <a:off x="467497" y="3697857"/>
            <a:ext cx="4023360" cy="1083694"/>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32" name="Content Placeholder 3">
            <a:extLst>
              <a:ext uri="{FF2B5EF4-FFF2-40B4-BE49-F238E27FC236}">
                <a16:creationId xmlns:a16="http://schemas.microsoft.com/office/drawing/2014/main" id="{15AC7A20-C69C-BC4D-B437-E55CF39D7423}"/>
              </a:ext>
            </a:extLst>
          </p:cNvPr>
          <p:cNvSpPr>
            <a:spLocks noGrp="1"/>
          </p:cNvSpPr>
          <p:nvPr>
            <p:ph sz="quarter" idx="29" hasCustomPrompt="1"/>
          </p:nvPr>
        </p:nvSpPr>
        <p:spPr>
          <a:xfrm>
            <a:off x="467497" y="1428750"/>
            <a:ext cx="4023360" cy="1909396"/>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16" name="Content Placeholder 3">
            <a:extLst>
              <a:ext uri="{FF2B5EF4-FFF2-40B4-BE49-F238E27FC236}">
                <a16:creationId xmlns:a16="http://schemas.microsoft.com/office/drawing/2014/main" id="{2D4DC7FB-7CB2-D244-AE24-D35DC7D8271A}"/>
              </a:ext>
            </a:extLst>
          </p:cNvPr>
          <p:cNvSpPr>
            <a:spLocks noGrp="1"/>
          </p:cNvSpPr>
          <p:nvPr>
            <p:ph sz="quarter" idx="19" hasCustomPrompt="1"/>
          </p:nvPr>
        </p:nvSpPr>
        <p:spPr>
          <a:xfrm>
            <a:off x="467497" y="3341341"/>
            <a:ext cx="40233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18" name="Content Placeholder 3">
            <a:extLst>
              <a:ext uri="{FF2B5EF4-FFF2-40B4-BE49-F238E27FC236}">
                <a16:creationId xmlns:a16="http://schemas.microsoft.com/office/drawing/2014/main" id="{9F462960-F6E0-1F47-9992-B0808AB8B3DB}"/>
              </a:ext>
            </a:extLst>
          </p:cNvPr>
          <p:cNvSpPr>
            <a:spLocks noGrp="1"/>
          </p:cNvSpPr>
          <p:nvPr>
            <p:ph sz="half" idx="30" hasCustomPrompt="1"/>
          </p:nvPr>
        </p:nvSpPr>
        <p:spPr>
          <a:xfrm>
            <a:off x="4722974" y="3697857"/>
            <a:ext cx="4023360" cy="1083694"/>
          </a:xfrm>
          <a:prstGeom prst="rect">
            <a:avLst/>
          </a:prstGeom>
          <a:solidFill>
            <a:schemeClr val="bg1">
              <a:lumMod val="95000"/>
            </a:schemeClr>
          </a:solidFill>
          <a:ln w="6350">
            <a:solidFill>
              <a:schemeClr val="bg1">
                <a:lumMod val="95000"/>
              </a:schemeClr>
            </a:solidFill>
          </a:ln>
        </p:spPr>
        <p:txBody>
          <a:bodyPr lIns="137160" rIns="137160" bIns="137160">
            <a:normAutofit/>
          </a:bodyPr>
          <a:lstStyle>
            <a:lvl1pPr>
              <a:lnSpc>
                <a:spcPct val="100000"/>
              </a:lnSpc>
              <a:defRPr sz="1400">
                <a:solidFill>
                  <a:srgbClr val="393A39"/>
                </a:solidFill>
                <a:latin typeface="Lato" panose="020F0502020204030203" pitchFamily="34" charset="0"/>
              </a:defRPr>
            </a:lvl1pPr>
            <a:lvl2pPr marL="349241" indent="-220658">
              <a:lnSpc>
                <a:spcPct val="100000"/>
              </a:lnSpc>
              <a:tabLst/>
              <a:defRPr sz="1200">
                <a:solidFill>
                  <a:srgbClr val="393A39"/>
                </a:solidFill>
                <a:latin typeface="Lato" panose="020F0502020204030203" pitchFamily="34" charset="0"/>
              </a:defRPr>
            </a:lvl2pPr>
            <a:lvl3pPr>
              <a:lnSpc>
                <a:spcPct val="100000"/>
              </a:lnSpc>
              <a:defRPr sz="1100">
                <a:solidFill>
                  <a:srgbClr val="393A39"/>
                </a:solidFill>
                <a:latin typeface="Lato" panose="020F0502020204030203" pitchFamily="34" charset="0"/>
              </a:defRPr>
            </a:lvl3pPr>
            <a:lvl4pPr marL="1371566" indent="0">
              <a:buNone/>
              <a:defRPr sz="1200">
                <a:latin typeface="Lato" panose="020F0502020204030203" pitchFamily="34" charset="0"/>
              </a:defRPr>
            </a:lvl4pPr>
            <a:lvl5pPr marL="1828754" indent="0">
              <a:buNone/>
              <a:defRPr sz="1200">
                <a:latin typeface="Lato" panose="020F0502020204030203" pitchFamily="34" charset="0"/>
              </a:defRPr>
            </a:lvl5pPr>
          </a:lstStyle>
          <a:p>
            <a:pPr lvl="0"/>
            <a:r>
              <a:rPr lang="en-US" dirty="0"/>
              <a:t>Body text is preferred over bullets*</a:t>
            </a:r>
          </a:p>
          <a:p>
            <a:pPr lvl="1"/>
            <a:r>
              <a:rPr lang="en-US" dirty="0"/>
              <a:t>Second level</a:t>
            </a:r>
          </a:p>
          <a:p>
            <a:pPr lvl="2"/>
            <a:r>
              <a:rPr lang="en-US" dirty="0"/>
              <a:t>Third level</a:t>
            </a:r>
          </a:p>
        </p:txBody>
      </p:sp>
      <p:sp>
        <p:nvSpPr>
          <p:cNvPr id="19" name="Content Placeholder 3">
            <a:extLst>
              <a:ext uri="{FF2B5EF4-FFF2-40B4-BE49-F238E27FC236}">
                <a16:creationId xmlns:a16="http://schemas.microsoft.com/office/drawing/2014/main" id="{AD116F9F-6368-7345-A08A-884ECE8BF88F}"/>
              </a:ext>
            </a:extLst>
          </p:cNvPr>
          <p:cNvSpPr>
            <a:spLocks noGrp="1"/>
          </p:cNvSpPr>
          <p:nvPr>
            <p:ph sz="quarter" idx="31" hasCustomPrompt="1"/>
          </p:nvPr>
        </p:nvSpPr>
        <p:spPr>
          <a:xfrm>
            <a:off x="4722974" y="1428750"/>
            <a:ext cx="4023360" cy="1909396"/>
          </a:xfrm>
          <a:solidFill>
            <a:schemeClr val="bg2"/>
          </a:solidFill>
          <a:ln w="6350">
            <a:solidFill>
              <a:schemeClr val="bg2"/>
            </a:solidFill>
          </a:ln>
        </p:spPr>
        <p:txBody>
          <a:bodyPr lIns="137160" tIns="45720" rIns="137160" bIns="91440" anchor="t" anchorCtr="0">
            <a:noAutofit/>
          </a:bodyPr>
          <a:lstStyle>
            <a:lvl1pPr marL="0" indent="0">
              <a:buNone/>
              <a:defRPr sz="1200" b="0">
                <a:solidFill>
                  <a:schemeClr val="tx1"/>
                </a:solidFill>
              </a:defRPr>
            </a:lvl1pPr>
            <a:lvl2pPr>
              <a:defRPr>
                <a:solidFill>
                  <a:schemeClr val="bg2"/>
                </a:solidFill>
              </a:defRPr>
            </a:lvl2pPr>
            <a:lvl3pPr>
              <a:defRPr>
                <a:solidFill>
                  <a:schemeClr val="bg2"/>
                </a:solidFill>
              </a:defRPr>
            </a:lvl3pPr>
          </a:lstStyle>
          <a:p>
            <a:pPr lvl="0"/>
            <a:r>
              <a:rPr lang="en-US" dirty="0"/>
              <a:t>Transparent background model image ONLY</a:t>
            </a:r>
          </a:p>
        </p:txBody>
      </p:sp>
      <p:sp>
        <p:nvSpPr>
          <p:cNvPr id="20" name="Content Placeholder 3">
            <a:extLst>
              <a:ext uri="{FF2B5EF4-FFF2-40B4-BE49-F238E27FC236}">
                <a16:creationId xmlns:a16="http://schemas.microsoft.com/office/drawing/2014/main" id="{16A9DCB3-1BC9-EA4E-B87A-4380F9F9DF2F}"/>
              </a:ext>
            </a:extLst>
          </p:cNvPr>
          <p:cNvSpPr>
            <a:spLocks noGrp="1"/>
          </p:cNvSpPr>
          <p:nvPr>
            <p:ph sz="quarter" idx="32" hasCustomPrompt="1"/>
          </p:nvPr>
        </p:nvSpPr>
        <p:spPr>
          <a:xfrm>
            <a:off x="4722974" y="3341341"/>
            <a:ext cx="4023360" cy="356515"/>
          </a:xfrm>
          <a:solidFill>
            <a:schemeClr val="bg1">
              <a:lumMod val="95000"/>
            </a:schemeClr>
          </a:solidFill>
          <a:ln w="6350">
            <a:solidFill>
              <a:schemeClr val="bg1">
                <a:lumMod val="95000"/>
              </a:schemeClr>
            </a:solidFill>
          </a:ln>
        </p:spPr>
        <p:txBody>
          <a:bodyPr lIns="137160" tIns="137160" rIns="137160" bIns="45720" anchor="b" anchorCtr="0">
            <a:normAutofit/>
          </a:bodyPr>
          <a:lstStyle>
            <a:lvl1pPr marL="0" indent="0">
              <a:buNone/>
              <a:defRPr sz="1400" b="1">
                <a:solidFill>
                  <a:schemeClr val="accent2"/>
                </a:solidFill>
              </a:defRPr>
            </a:lvl1pPr>
            <a:lvl2pPr>
              <a:defRPr>
                <a:solidFill>
                  <a:schemeClr val="bg2"/>
                </a:solidFill>
              </a:defRPr>
            </a:lvl2pPr>
            <a:lvl3pPr>
              <a:defRPr>
                <a:solidFill>
                  <a:schemeClr val="bg2"/>
                </a:solidFill>
              </a:defRPr>
            </a:lvl3pPr>
          </a:lstStyle>
          <a:p>
            <a:pPr lvl="0"/>
            <a:r>
              <a:rPr lang="en-US" dirty="0"/>
              <a:t>Short Title Here</a:t>
            </a:r>
          </a:p>
        </p:txBody>
      </p:sp>
      <p:sp>
        <p:nvSpPr>
          <p:cNvPr id="22" name="Title 1">
            <a:extLst>
              <a:ext uri="{FF2B5EF4-FFF2-40B4-BE49-F238E27FC236}">
                <a16:creationId xmlns:a16="http://schemas.microsoft.com/office/drawing/2014/main" id="{3DE7F42C-D2D9-4642-9E56-0728CC9098A7}"/>
              </a:ext>
            </a:extLst>
          </p:cNvPr>
          <p:cNvSpPr>
            <a:spLocks noGrp="1"/>
          </p:cNvSpPr>
          <p:nvPr>
            <p:ph type="title"/>
          </p:nvPr>
        </p:nvSpPr>
        <p:spPr>
          <a:xfrm>
            <a:off x="457200" y="590550"/>
            <a:ext cx="8305800" cy="742950"/>
          </a:xfrm>
          <a:prstGeom prst="rect">
            <a:avLst/>
          </a:prstGeom>
        </p:spPr>
        <p:txBody>
          <a:bodyPr anchor="b">
            <a:normAutofit/>
          </a:bodyPr>
          <a:lstStyle>
            <a:lvl1pPr>
              <a:defRPr sz="2400" b="1">
                <a:solidFill>
                  <a:srgbClr val="1B4D81"/>
                </a:solidFill>
                <a:latin typeface="Lato" panose="020F0502020204030203"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3218718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image" Target="../media/image1.jp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19" Type="http://schemas.openxmlformats.org/officeDocument/2006/relationships/image" Target="../media/image2.png"/><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image" Target="../media/image1.jp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theme" Target="../theme/theme3.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10" Type="http://schemas.openxmlformats.org/officeDocument/2006/relationships/slideLayout" Target="../slideLayouts/slideLayout42.xml"/><Relationship Id="rId19" Type="http://schemas.openxmlformats.org/officeDocument/2006/relationships/image" Target="../media/image2.png"/><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s>
</file>

<file path=ppt/slideMasters/_rels/slideMaster4.xml.rels><?xml version="1.0" encoding="UTF-8" standalone="yes"?>
<Relationships xmlns="http://schemas.openxmlformats.org/package/2006/relationships"><Relationship Id="rId26" Type="http://schemas.openxmlformats.org/officeDocument/2006/relationships/slideLayout" Target="../slideLayouts/slideLayout74.xml"/><Relationship Id="rId21" Type="http://schemas.openxmlformats.org/officeDocument/2006/relationships/slideLayout" Target="../slideLayouts/slideLayout69.xml"/><Relationship Id="rId42" Type="http://schemas.openxmlformats.org/officeDocument/2006/relationships/slideLayout" Target="../slideLayouts/slideLayout90.xml"/><Relationship Id="rId47" Type="http://schemas.openxmlformats.org/officeDocument/2006/relationships/slideLayout" Target="../slideLayouts/slideLayout95.xml"/><Relationship Id="rId63" Type="http://schemas.openxmlformats.org/officeDocument/2006/relationships/slideLayout" Target="../slideLayouts/slideLayout111.xml"/><Relationship Id="rId68" Type="http://schemas.openxmlformats.org/officeDocument/2006/relationships/image" Target="../media/image7.emf"/><Relationship Id="rId7" Type="http://schemas.openxmlformats.org/officeDocument/2006/relationships/slideLayout" Target="../slideLayouts/slideLayout5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9" Type="http://schemas.openxmlformats.org/officeDocument/2006/relationships/slideLayout" Target="../slideLayouts/slideLayout77.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slideLayout" Target="../slideLayouts/slideLayout80.xml"/><Relationship Id="rId37" Type="http://schemas.openxmlformats.org/officeDocument/2006/relationships/slideLayout" Target="../slideLayouts/slideLayout85.xml"/><Relationship Id="rId40" Type="http://schemas.openxmlformats.org/officeDocument/2006/relationships/slideLayout" Target="../slideLayouts/slideLayout88.xml"/><Relationship Id="rId45" Type="http://schemas.openxmlformats.org/officeDocument/2006/relationships/slideLayout" Target="../slideLayouts/slideLayout93.xml"/><Relationship Id="rId53" Type="http://schemas.openxmlformats.org/officeDocument/2006/relationships/slideLayout" Target="../slideLayouts/slideLayout101.xml"/><Relationship Id="rId58" Type="http://schemas.openxmlformats.org/officeDocument/2006/relationships/slideLayout" Target="../slideLayouts/slideLayout106.xml"/><Relationship Id="rId66" Type="http://schemas.openxmlformats.org/officeDocument/2006/relationships/slideLayout" Target="../slideLayouts/slideLayout114.xml"/><Relationship Id="rId5" Type="http://schemas.openxmlformats.org/officeDocument/2006/relationships/slideLayout" Target="../slideLayouts/slideLayout53.xml"/><Relationship Id="rId61" Type="http://schemas.openxmlformats.org/officeDocument/2006/relationships/slideLayout" Target="../slideLayouts/slideLayout109.xml"/><Relationship Id="rId19" Type="http://schemas.openxmlformats.org/officeDocument/2006/relationships/slideLayout" Target="../slideLayouts/slideLayout6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35" Type="http://schemas.openxmlformats.org/officeDocument/2006/relationships/slideLayout" Target="../slideLayouts/slideLayout83.xml"/><Relationship Id="rId43" Type="http://schemas.openxmlformats.org/officeDocument/2006/relationships/slideLayout" Target="../slideLayouts/slideLayout91.xml"/><Relationship Id="rId48" Type="http://schemas.openxmlformats.org/officeDocument/2006/relationships/slideLayout" Target="../slideLayouts/slideLayout96.xml"/><Relationship Id="rId56" Type="http://schemas.openxmlformats.org/officeDocument/2006/relationships/slideLayout" Target="../slideLayouts/slideLayout104.xml"/><Relationship Id="rId64" Type="http://schemas.openxmlformats.org/officeDocument/2006/relationships/slideLayout" Target="../slideLayouts/slideLayout112.xml"/><Relationship Id="rId69" Type="http://schemas.openxmlformats.org/officeDocument/2006/relationships/image" Target="../media/image8.emf"/><Relationship Id="rId8" Type="http://schemas.openxmlformats.org/officeDocument/2006/relationships/slideLayout" Target="../slideLayouts/slideLayout56.xml"/><Relationship Id="rId51" Type="http://schemas.openxmlformats.org/officeDocument/2006/relationships/slideLayout" Target="../slideLayouts/slideLayout99.xml"/><Relationship Id="rId3" Type="http://schemas.openxmlformats.org/officeDocument/2006/relationships/slideLayout" Target="../slideLayouts/slideLayout51.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slideLayout" Target="../slideLayouts/slideLayout81.xml"/><Relationship Id="rId38" Type="http://schemas.openxmlformats.org/officeDocument/2006/relationships/slideLayout" Target="../slideLayouts/slideLayout86.xml"/><Relationship Id="rId46" Type="http://schemas.openxmlformats.org/officeDocument/2006/relationships/slideLayout" Target="../slideLayouts/slideLayout94.xml"/><Relationship Id="rId59" Type="http://schemas.openxmlformats.org/officeDocument/2006/relationships/slideLayout" Target="../slideLayouts/slideLayout107.xml"/><Relationship Id="rId67" Type="http://schemas.openxmlformats.org/officeDocument/2006/relationships/theme" Target="../theme/theme4.xml"/><Relationship Id="rId20" Type="http://schemas.openxmlformats.org/officeDocument/2006/relationships/slideLayout" Target="../slideLayouts/slideLayout68.xml"/><Relationship Id="rId41" Type="http://schemas.openxmlformats.org/officeDocument/2006/relationships/slideLayout" Target="../slideLayouts/slideLayout89.xml"/><Relationship Id="rId54" Type="http://schemas.openxmlformats.org/officeDocument/2006/relationships/slideLayout" Target="../slideLayouts/slideLayout102.xml"/><Relationship Id="rId62" Type="http://schemas.openxmlformats.org/officeDocument/2006/relationships/slideLayout" Target="../slideLayouts/slideLayout110.xml"/><Relationship Id="rId70" Type="http://schemas.openxmlformats.org/officeDocument/2006/relationships/image" Target="../media/image2.png"/><Relationship Id="rId1" Type="http://schemas.openxmlformats.org/officeDocument/2006/relationships/slideLayout" Target="../slideLayouts/slideLayout49.xml"/><Relationship Id="rId6" Type="http://schemas.openxmlformats.org/officeDocument/2006/relationships/slideLayout" Target="../slideLayouts/slideLayout54.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36" Type="http://schemas.openxmlformats.org/officeDocument/2006/relationships/slideLayout" Target="../slideLayouts/slideLayout84.xml"/><Relationship Id="rId49" Type="http://schemas.openxmlformats.org/officeDocument/2006/relationships/slideLayout" Target="../slideLayouts/slideLayout97.xml"/><Relationship Id="rId57" Type="http://schemas.openxmlformats.org/officeDocument/2006/relationships/slideLayout" Target="../slideLayouts/slideLayout105.xml"/><Relationship Id="rId10" Type="http://schemas.openxmlformats.org/officeDocument/2006/relationships/slideLayout" Target="../slideLayouts/slideLayout58.xml"/><Relationship Id="rId31" Type="http://schemas.openxmlformats.org/officeDocument/2006/relationships/slideLayout" Target="../slideLayouts/slideLayout79.xml"/><Relationship Id="rId44" Type="http://schemas.openxmlformats.org/officeDocument/2006/relationships/slideLayout" Target="../slideLayouts/slideLayout92.xml"/><Relationship Id="rId52" Type="http://schemas.openxmlformats.org/officeDocument/2006/relationships/slideLayout" Target="../slideLayouts/slideLayout100.xml"/><Relationship Id="rId60" Type="http://schemas.openxmlformats.org/officeDocument/2006/relationships/slideLayout" Target="../slideLayouts/slideLayout108.xml"/><Relationship Id="rId65" Type="http://schemas.openxmlformats.org/officeDocument/2006/relationships/slideLayout" Target="../slideLayouts/slideLayout113.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3" Type="http://schemas.openxmlformats.org/officeDocument/2006/relationships/slideLayout" Target="../slideLayouts/slideLayout61.xml"/><Relationship Id="rId18" Type="http://schemas.openxmlformats.org/officeDocument/2006/relationships/slideLayout" Target="../slideLayouts/slideLayout66.xml"/><Relationship Id="rId39" Type="http://schemas.openxmlformats.org/officeDocument/2006/relationships/slideLayout" Target="../slideLayouts/slideLayout87.xml"/><Relationship Id="rId34" Type="http://schemas.openxmlformats.org/officeDocument/2006/relationships/slideLayout" Target="../slideLayouts/slideLayout82.xml"/><Relationship Id="rId50" Type="http://schemas.openxmlformats.org/officeDocument/2006/relationships/slideLayout" Target="../slideLayouts/slideLayout98.xml"/><Relationship Id="rId55" Type="http://schemas.openxmlformats.org/officeDocument/2006/relationships/slideLayout" Target="../slideLayouts/slideLayout103.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27.xml"/><Relationship Id="rId18" Type="http://schemas.openxmlformats.org/officeDocument/2006/relationships/slideLayout" Target="../slideLayouts/slideLayout132.xml"/><Relationship Id="rId26" Type="http://schemas.openxmlformats.org/officeDocument/2006/relationships/slideLayout" Target="../slideLayouts/slideLayout140.xml"/><Relationship Id="rId39" Type="http://schemas.openxmlformats.org/officeDocument/2006/relationships/slideLayout" Target="../slideLayouts/slideLayout153.xml"/><Relationship Id="rId21" Type="http://schemas.openxmlformats.org/officeDocument/2006/relationships/slideLayout" Target="../slideLayouts/slideLayout135.xml"/><Relationship Id="rId34" Type="http://schemas.openxmlformats.org/officeDocument/2006/relationships/slideLayout" Target="../slideLayouts/slideLayout148.xml"/><Relationship Id="rId42" Type="http://schemas.openxmlformats.org/officeDocument/2006/relationships/slideLayout" Target="../slideLayouts/slideLayout156.xml"/><Relationship Id="rId47" Type="http://schemas.openxmlformats.org/officeDocument/2006/relationships/slideLayout" Target="../slideLayouts/slideLayout161.xml"/><Relationship Id="rId50" Type="http://schemas.openxmlformats.org/officeDocument/2006/relationships/slideLayout" Target="../slideLayouts/slideLayout164.xml"/><Relationship Id="rId55" Type="http://schemas.openxmlformats.org/officeDocument/2006/relationships/theme" Target="../theme/theme5.xml"/><Relationship Id="rId7" Type="http://schemas.openxmlformats.org/officeDocument/2006/relationships/slideLayout" Target="../slideLayouts/slideLayout121.xml"/><Relationship Id="rId2" Type="http://schemas.openxmlformats.org/officeDocument/2006/relationships/slideLayout" Target="../slideLayouts/slideLayout116.xml"/><Relationship Id="rId16" Type="http://schemas.openxmlformats.org/officeDocument/2006/relationships/slideLayout" Target="../slideLayouts/slideLayout130.xml"/><Relationship Id="rId29" Type="http://schemas.openxmlformats.org/officeDocument/2006/relationships/slideLayout" Target="../slideLayouts/slideLayout143.xml"/><Relationship Id="rId11" Type="http://schemas.openxmlformats.org/officeDocument/2006/relationships/slideLayout" Target="../slideLayouts/slideLayout125.xml"/><Relationship Id="rId24" Type="http://schemas.openxmlformats.org/officeDocument/2006/relationships/slideLayout" Target="../slideLayouts/slideLayout138.xml"/><Relationship Id="rId32" Type="http://schemas.openxmlformats.org/officeDocument/2006/relationships/slideLayout" Target="../slideLayouts/slideLayout146.xml"/><Relationship Id="rId37" Type="http://schemas.openxmlformats.org/officeDocument/2006/relationships/slideLayout" Target="../slideLayouts/slideLayout151.xml"/><Relationship Id="rId40" Type="http://schemas.openxmlformats.org/officeDocument/2006/relationships/slideLayout" Target="../slideLayouts/slideLayout154.xml"/><Relationship Id="rId45" Type="http://schemas.openxmlformats.org/officeDocument/2006/relationships/slideLayout" Target="../slideLayouts/slideLayout159.xml"/><Relationship Id="rId53" Type="http://schemas.openxmlformats.org/officeDocument/2006/relationships/slideLayout" Target="../slideLayouts/slideLayout167.xml"/><Relationship Id="rId58" Type="http://schemas.openxmlformats.org/officeDocument/2006/relationships/image" Target="../media/image2.png"/><Relationship Id="rId5" Type="http://schemas.openxmlformats.org/officeDocument/2006/relationships/slideLayout" Target="../slideLayouts/slideLayout119.xml"/><Relationship Id="rId19" Type="http://schemas.openxmlformats.org/officeDocument/2006/relationships/slideLayout" Target="../slideLayouts/slideLayout133.xml"/><Relationship Id="rId4" Type="http://schemas.openxmlformats.org/officeDocument/2006/relationships/slideLayout" Target="../slideLayouts/slideLayout118.xml"/><Relationship Id="rId9" Type="http://schemas.openxmlformats.org/officeDocument/2006/relationships/slideLayout" Target="../slideLayouts/slideLayout123.xml"/><Relationship Id="rId14" Type="http://schemas.openxmlformats.org/officeDocument/2006/relationships/slideLayout" Target="../slideLayouts/slideLayout128.xml"/><Relationship Id="rId22" Type="http://schemas.openxmlformats.org/officeDocument/2006/relationships/slideLayout" Target="../slideLayouts/slideLayout136.xml"/><Relationship Id="rId27" Type="http://schemas.openxmlformats.org/officeDocument/2006/relationships/slideLayout" Target="../slideLayouts/slideLayout141.xml"/><Relationship Id="rId30" Type="http://schemas.openxmlformats.org/officeDocument/2006/relationships/slideLayout" Target="../slideLayouts/slideLayout144.xml"/><Relationship Id="rId35" Type="http://schemas.openxmlformats.org/officeDocument/2006/relationships/slideLayout" Target="../slideLayouts/slideLayout149.xml"/><Relationship Id="rId43" Type="http://schemas.openxmlformats.org/officeDocument/2006/relationships/slideLayout" Target="../slideLayouts/slideLayout157.xml"/><Relationship Id="rId48" Type="http://schemas.openxmlformats.org/officeDocument/2006/relationships/slideLayout" Target="../slideLayouts/slideLayout162.xml"/><Relationship Id="rId56" Type="http://schemas.openxmlformats.org/officeDocument/2006/relationships/image" Target="../media/image7.emf"/><Relationship Id="rId8" Type="http://schemas.openxmlformats.org/officeDocument/2006/relationships/slideLayout" Target="../slideLayouts/slideLayout122.xml"/><Relationship Id="rId51" Type="http://schemas.openxmlformats.org/officeDocument/2006/relationships/slideLayout" Target="../slideLayouts/slideLayout165.xml"/><Relationship Id="rId3" Type="http://schemas.openxmlformats.org/officeDocument/2006/relationships/slideLayout" Target="../slideLayouts/slideLayout117.xml"/><Relationship Id="rId12" Type="http://schemas.openxmlformats.org/officeDocument/2006/relationships/slideLayout" Target="../slideLayouts/slideLayout126.xml"/><Relationship Id="rId17" Type="http://schemas.openxmlformats.org/officeDocument/2006/relationships/slideLayout" Target="../slideLayouts/slideLayout131.xml"/><Relationship Id="rId25" Type="http://schemas.openxmlformats.org/officeDocument/2006/relationships/slideLayout" Target="../slideLayouts/slideLayout139.xml"/><Relationship Id="rId33" Type="http://schemas.openxmlformats.org/officeDocument/2006/relationships/slideLayout" Target="../slideLayouts/slideLayout147.xml"/><Relationship Id="rId38" Type="http://schemas.openxmlformats.org/officeDocument/2006/relationships/slideLayout" Target="../slideLayouts/slideLayout152.xml"/><Relationship Id="rId46" Type="http://schemas.openxmlformats.org/officeDocument/2006/relationships/slideLayout" Target="../slideLayouts/slideLayout160.xml"/><Relationship Id="rId20" Type="http://schemas.openxmlformats.org/officeDocument/2006/relationships/slideLayout" Target="../slideLayouts/slideLayout134.xml"/><Relationship Id="rId41" Type="http://schemas.openxmlformats.org/officeDocument/2006/relationships/slideLayout" Target="../slideLayouts/slideLayout155.xml"/><Relationship Id="rId54" Type="http://schemas.openxmlformats.org/officeDocument/2006/relationships/slideLayout" Target="../slideLayouts/slideLayout168.xml"/><Relationship Id="rId1" Type="http://schemas.openxmlformats.org/officeDocument/2006/relationships/slideLayout" Target="../slideLayouts/slideLayout115.xml"/><Relationship Id="rId6" Type="http://schemas.openxmlformats.org/officeDocument/2006/relationships/slideLayout" Target="../slideLayouts/slideLayout120.xml"/><Relationship Id="rId15" Type="http://schemas.openxmlformats.org/officeDocument/2006/relationships/slideLayout" Target="../slideLayouts/slideLayout129.xml"/><Relationship Id="rId23" Type="http://schemas.openxmlformats.org/officeDocument/2006/relationships/slideLayout" Target="../slideLayouts/slideLayout137.xml"/><Relationship Id="rId28" Type="http://schemas.openxmlformats.org/officeDocument/2006/relationships/slideLayout" Target="../slideLayouts/slideLayout142.xml"/><Relationship Id="rId36" Type="http://schemas.openxmlformats.org/officeDocument/2006/relationships/slideLayout" Target="../slideLayouts/slideLayout150.xml"/><Relationship Id="rId49" Type="http://schemas.openxmlformats.org/officeDocument/2006/relationships/slideLayout" Target="../slideLayouts/slideLayout163.xml"/><Relationship Id="rId57" Type="http://schemas.openxmlformats.org/officeDocument/2006/relationships/image" Target="../media/image8.emf"/><Relationship Id="rId10" Type="http://schemas.openxmlformats.org/officeDocument/2006/relationships/slideLayout" Target="../slideLayouts/slideLayout124.xml"/><Relationship Id="rId31" Type="http://schemas.openxmlformats.org/officeDocument/2006/relationships/slideLayout" Target="../slideLayouts/slideLayout145.xml"/><Relationship Id="rId44" Type="http://schemas.openxmlformats.org/officeDocument/2006/relationships/slideLayout" Target="../slideLayouts/slideLayout158.xml"/><Relationship Id="rId52" Type="http://schemas.openxmlformats.org/officeDocument/2006/relationships/slideLayout" Target="../slideLayouts/slideLayout16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76.xml"/><Relationship Id="rId13" Type="http://schemas.openxmlformats.org/officeDocument/2006/relationships/slideLayout" Target="../slideLayouts/slideLayout181.xml"/><Relationship Id="rId18" Type="http://schemas.openxmlformats.org/officeDocument/2006/relationships/image" Target="../media/image1.jpg"/><Relationship Id="rId3" Type="http://schemas.openxmlformats.org/officeDocument/2006/relationships/slideLayout" Target="../slideLayouts/slideLayout171.xml"/><Relationship Id="rId7" Type="http://schemas.openxmlformats.org/officeDocument/2006/relationships/slideLayout" Target="../slideLayouts/slideLayout175.xml"/><Relationship Id="rId12" Type="http://schemas.openxmlformats.org/officeDocument/2006/relationships/slideLayout" Target="../slideLayouts/slideLayout180.xml"/><Relationship Id="rId17" Type="http://schemas.openxmlformats.org/officeDocument/2006/relationships/theme" Target="../theme/theme6.xml"/><Relationship Id="rId2" Type="http://schemas.openxmlformats.org/officeDocument/2006/relationships/slideLayout" Target="../slideLayouts/slideLayout170.xml"/><Relationship Id="rId16" Type="http://schemas.openxmlformats.org/officeDocument/2006/relationships/slideLayout" Target="../slideLayouts/slideLayout184.xml"/><Relationship Id="rId1" Type="http://schemas.openxmlformats.org/officeDocument/2006/relationships/slideLayout" Target="../slideLayouts/slideLayout169.xml"/><Relationship Id="rId6" Type="http://schemas.openxmlformats.org/officeDocument/2006/relationships/slideLayout" Target="../slideLayouts/slideLayout174.xml"/><Relationship Id="rId11" Type="http://schemas.openxmlformats.org/officeDocument/2006/relationships/slideLayout" Target="../slideLayouts/slideLayout179.xml"/><Relationship Id="rId5" Type="http://schemas.openxmlformats.org/officeDocument/2006/relationships/slideLayout" Target="../slideLayouts/slideLayout173.xml"/><Relationship Id="rId15" Type="http://schemas.openxmlformats.org/officeDocument/2006/relationships/slideLayout" Target="../slideLayouts/slideLayout183.xml"/><Relationship Id="rId10" Type="http://schemas.openxmlformats.org/officeDocument/2006/relationships/slideLayout" Target="../slideLayouts/slideLayout178.xml"/><Relationship Id="rId19" Type="http://schemas.openxmlformats.org/officeDocument/2006/relationships/image" Target="../media/image2.png"/><Relationship Id="rId4" Type="http://schemas.openxmlformats.org/officeDocument/2006/relationships/slideLayout" Target="../slideLayouts/slideLayout172.xml"/><Relationship Id="rId9" Type="http://schemas.openxmlformats.org/officeDocument/2006/relationships/slideLayout" Target="../slideLayouts/slideLayout177.xml"/><Relationship Id="rId14" Type="http://schemas.openxmlformats.org/officeDocument/2006/relationships/slideLayout" Target="../slideLayouts/slideLayout182.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92.xml"/><Relationship Id="rId13" Type="http://schemas.openxmlformats.org/officeDocument/2006/relationships/slideLayout" Target="../slideLayouts/slideLayout197.xml"/><Relationship Id="rId18" Type="http://schemas.openxmlformats.org/officeDocument/2006/relationships/image" Target="../media/image1.jpg"/><Relationship Id="rId3" Type="http://schemas.openxmlformats.org/officeDocument/2006/relationships/slideLayout" Target="../slideLayouts/slideLayout187.xml"/><Relationship Id="rId7" Type="http://schemas.openxmlformats.org/officeDocument/2006/relationships/slideLayout" Target="../slideLayouts/slideLayout191.xml"/><Relationship Id="rId12" Type="http://schemas.openxmlformats.org/officeDocument/2006/relationships/slideLayout" Target="../slideLayouts/slideLayout196.xml"/><Relationship Id="rId17" Type="http://schemas.openxmlformats.org/officeDocument/2006/relationships/theme" Target="../theme/theme7.xml"/><Relationship Id="rId2" Type="http://schemas.openxmlformats.org/officeDocument/2006/relationships/slideLayout" Target="../slideLayouts/slideLayout186.xml"/><Relationship Id="rId16" Type="http://schemas.openxmlformats.org/officeDocument/2006/relationships/slideLayout" Target="../slideLayouts/slideLayout200.xml"/><Relationship Id="rId1" Type="http://schemas.openxmlformats.org/officeDocument/2006/relationships/slideLayout" Target="../slideLayouts/slideLayout185.xml"/><Relationship Id="rId6" Type="http://schemas.openxmlformats.org/officeDocument/2006/relationships/slideLayout" Target="../slideLayouts/slideLayout190.xml"/><Relationship Id="rId11" Type="http://schemas.openxmlformats.org/officeDocument/2006/relationships/slideLayout" Target="../slideLayouts/slideLayout195.xml"/><Relationship Id="rId5" Type="http://schemas.openxmlformats.org/officeDocument/2006/relationships/slideLayout" Target="../slideLayouts/slideLayout189.xml"/><Relationship Id="rId15" Type="http://schemas.openxmlformats.org/officeDocument/2006/relationships/slideLayout" Target="../slideLayouts/slideLayout199.xml"/><Relationship Id="rId10" Type="http://schemas.openxmlformats.org/officeDocument/2006/relationships/slideLayout" Target="../slideLayouts/slideLayout194.xml"/><Relationship Id="rId19" Type="http://schemas.openxmlformats.org/officeDocument/2006/relationships/image" Target="../media/image2.png"/><Relationship Id="rId4" Type="http://schemas.openxmlformats.org/officeDocument/2006/relationships/slideLayout" Target="../slideLayouts/slideLayout188.xml"/><Relationship Id="rId9" Type="http://schemas.openxmlformats.org/officeDocument/2006/relationships/slideLayout" Target="../slideLayouts/slideLayout193.xml"/><Relationship Id="rId14" Type="http://schemas.openxmlformats.org/officeDocument/2006/relationships/slideLayout" Target="../slideLayouts/slideLayout198.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208.xml"/><Relationship Id="rId3" Type="http://schemas.openxmlformats.org/officeDocument/2006/relationships/slideLayout" Target="../slideLayouts/slideLayout203.xml"/><Relationship Id="rId7" Type="http://schemas.openxmlformats.org/officeDocument/2006/relationships/slideLayout" Target="../slideLayouts/slideLayout207.xml"/><Relationship Id="rId12" Type="http://schemas.openxmlformats.org/officeDocument/2006/relationships/image" Target="../media/image1.jpg"/><Relationship Id="rId2" Type="http://schemas.openxmlformats.org/officeDocument/2006/relationships/slideLayout" Target="../slideLayouts/slideLayout202.xml"/><Relationship Id="rId1" Type="http://schemas.openxmlformats.org/officeDocument/2006/relationships/slideLayout" Target="../slideLayouts/slideLayout201.xml"/><Relationship Id="rId6" Type="http://schemas.openxmlformats.org/officeDocument/2006/relationships/slideLayout" Target="../slideLayouts/slideLayout206.xml"/><Relationship Id="rId11" Type="http://schemas.openxmlformats.org/officeDocument/2006/relationships/theme" Target="../theme/theme8.xml"/><Relationship Id="rId5" Type="http://schemas.openxmlformats.org/officeDocument/2006/relationships/slideLayout" Target="../slideLayouts/slideLayout205.xml"/><Relationship Id="rId10" Type="http://schemas.openxmlformats.org/officeDocument/2006/relationships/slideLayout" Target="../slideLayouts/slideLayout210.xml"/><Relationship Id="rId4" Type="http://schemas.openxmlformats.org/officeDocument/2006/relationships/slideLayout" Target="../slideLayouts/slideLayout204.xml"/><Relationship Id="rId9" Type="http://schemas.openxmlformats.org/officeDocument/2006/relationships/slideLayout" Target="../slideLayouts/slideLayout209.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218.xml"/><Relationship Id="rId3" Type="http://schemas.openxmlformats.org/officeDocument/2006/relationships/slideLayout" Target="../slideLayouts/slideLayout213.xml"/><Relationship Id="rId7" Type="http://schemas.openxmlformats.org/officeDocument/2006/relationships/slideLayout" Target="../slideLayouts/slideLayout217.xml"/><Relationship Id="rId12" Type="http://schemas.openxmlformats.org/officeDocument/2006/relationships/image" Target="../media/image1.jpg"/><Relationship Id="rId2" Type="http://schemas.openxmlformats.org/officeDocument/2006/relationships/slideLayout" Target="../slideLayouts/slideLayout212.xml"/><Relationship Id="rId1" Type="http://schemas.openxmlformats.org/officeDocument/2006/relationships/slideLayout" Target="../slideLayouts/slideLayout211.xml"/><Relationship Id="rId6" Type="http://schemas.openxmlformats.org/officeDocument/2006/relationships/slideLayout" Target="../slideLayouts/slideLayout216.xml"/><Relationship Id="rId11" Type="http://schemas.openxmlformats.org/officeDocument/2006/relationships/theme" Target="../theme/theme9.xml"/><Relationship Id="rId5" Type="http://schemas.openxmlformats.org/officeDocument/2006/relationships/slideLayout" Target="../slideLayouts/slideLayout215.xml"/><Relationship Id="rId10" Type="http://schemas.openxmlformats.org/officeDocument/2006/relationships/slideLayout" Target="../slideLayouts/slideLayout220.xml"/><Relationship Id="rId4" Type="http://schemas.openxmlformats.org/officeDocument/2006/relationships/slideLayout" Target="../slideLayouts/slideLayout214.xml"/><Relationship Id="rId9" Type="http://schemas.openxmlformats.org/officeDocument/2006/relationships/slideLayout" Target="../slideLayouts/slideLayout219.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228.xml"/><Relationship Id="rId13" Type="http://schemas.openxmlformats.org/officeDocument/2006/relationships/slideLayout" Target="../slideLayouts/slideLayout233.xml"/><Relationship Id="rId18" Type="http://schemas.openxmlformats.org/officeDocument/2006/relationships/image" Target="../media/image1.jpg"/><Relationship Id="rId3" Type="http://schemas.openxmlformats.org/officeDocument/2006/relationships/slideLayout" Target="../slideLayouts/slideLayout223.xml"/><Relationship Id="rId7" Type="http://schemas.openxmlformats.org/officeDocument/2006/relationships/slideLayout" Target="../slideLayouts/slideLayout227.xml"/><Relationship Id="rId12" Type="http://schemas.openxmlformats.org/officeDocument/2006/relationships/slideLayout" Target="../slideLayouts/slideLayout232.xml"/><Relationship Id="rId17" Type="http://schemas.openxmlformats.org/officeDocument/2006/relationships/theme" Target="../theme/theme10.xml"/><Relationship Id="rId2" Type="http://schemas.openxmlformats.org/officeDocument/2006/relationships/slideLayout" Target="../slideLayouts/slideLayout222.xml"/><Relationship Id="rId16" Type="http://schemas.openxmlformats.org/officeDocument/2006/relationships/slideLayout" Target="../slideLayouts/slideLayout236.xml"/><Relationship Id="rId1" Type="http://schemas.openxmlformats.org/officeDocument/2006/relationships/slideLayout" Target="../slideLayouts/slideLayout221.xml"/><Relationship Id="rId6" Type="http://schemas.openxmlformats.org/officeDocument/2006/relationships/slideLayout" Target="../slideLayouts/slideLayout226.xml"/><Relationship Id="rId11" Type="http://schemas.openxmlformats.org/officeDocument/2006/relationships/slideLayout" Target="../slideLayouts/slideLayout231.xml"/><Relationship Id="rId5" Type="http://schemas.openxmlformats.org/officeDocument/2006/relationships/slideLayout" Target="../slideLayouts/slideLayout225.xml"/><Relationship Id="rId15" Type="http://schemas.openxmlformats.org/officeDocument/2006/relationships/slideLayout" Target="../slideLayouts/slideLayout235.xml"/><Relationship Id="rId10" Type="http://schemas.openxmlformats.org/officeDocument/2006/relationships/slideLayout" Target="../slideLayouts/slideLayout230.xml"/><Relationship Id="rId19" Type="http://schemas.openxmlformats.org/officeDocument/2006/relationships/image" Target="../media/image2.png"/><Relationship Id="rId4" Type="http://schemas.openxmlformats.org/officeDocument/2006/relationships/slideLayout" Target="../slideLayouts/slideLayout224.xml"/><Relationship Id="rId9" Type="http://schemas.openxmlformats.org/officeDocument/2006/relationships/slideLayout" Target="../slideLayouts/slideLayout229.xml"/><Relationship Id="rId14" Type="http://schemas.openxmlformats.org/officeDocument/2006/relationships/slideLayout" Target="../slideLayouts/slideLayout234.xml"/></Relationships>
</file>

<file path=ppt/slideMasters/_rels/slideMaster11.xml.rels><?xml version="1.0" encoding="UTF-8" standalone="yes"?>
<Relationships xmlns="http://schemas.openxmlformats.org/package/2006/relationships"><Relationship Id="rId26" Type="http://schemas.openxmlformats.org/officeDocument/2006/relationships/slideLayout" Target="../slideLayouts/slideLayout262.xml"/><Relationship Id="rId21" Type="http://schemas.openxmlformats.org/officeDocument/2006/relationships/slideLayout" Target="../slideLayouts/slideLayout257.xml"/><Relationship Id="rId34" Type="http://schemas.openxmlformats.org/officeDocument/2006/relationships/slideLayout" Target="../slideLayouts/slideLayout270.xml"/><Relationship Id="rId42" Type="http://schemas.openxmlformats.org/officeDocument/2006/relationships/slideLayout" Target="../slideLayouts/slideLayout278.xml"/><Relationship Id="rId47" Type="http://schemas.openxmlformats.org/officeDocument/2006/relationships/slideLayout" Target="../slideLayouts/slideLayout283.xml"/><Relationship Id="rId50" Type="http://schemas.openxmlformats.org/officeDocument/2006/relationships/slideLayout" Target="../slideLayouts/slideLayout286.xml"/><Relationship Id="rId55" Type="http://schemas.openxmlformats.org/officeDocument/2006/relationships/slideLayout" Target="../slideLayouts/slideLayout291.xml"/><Relationship Id="rId63" Type="http://schemas.openxmlformats.org/officeDocument/2006/relationships/theme" Target="../theme/theme11.xml"/><Relationship Id="rId7" Type="http://schemas.openxmlformats.org/officeDocument/2006/relationships/slideLayout" Target="../slideLayouts/slideLayout243.xml"/><Relationship Id="rId2" Type="http://schemas.openxmlformats.org/officeDocument/2006/relationships/slideLayout" Target="../slideLayouts/slideLayout238.xml"/><Relationship Id="rId16" Type="http://schemas.openxmlformats.org/officeDocument/2006/relationships/slideLayout" Target="../slideLayouts/slideLayout252.xml"/><Relationship Id="rId29" Type="http://schemas.openxmlformats.org/officeDocument/2006/relationships/slideLayout" Target="../slideLayouts/slideLayout265.xml"/><Relationship Id="rId11" Type="http://schemas.openxmlformats.org/officeDocument/2006/relationships/slideLayout" Target="../slideLayouts/slideLayout247.xml"/><Relationship Id="rId24" Type="http://schemas.openxmlformats.org/officeDocument/2006/relationships/slideLayout" Target="../slideLayouts/slideLayout260.xml"/><Relationship Id="rId32" Type="http://schemas.openxmlformats.org/officeDocument/2006/relationships/slideLayout" Target="../slideLayouts/slideLayout268.xml"/><Relationship Id="rId37" Type="http://schemas.openxmlformats.org/officeDocument/2006/relationships/slideLayout" Target="../slideLayouts/slideLayout273.xml"/><Relationship Id="rId40" Type="http://schemas.openxmlformats.org/officeDocument/2006/relationships/slideLayout" Target="../slideLayouts/slideLayout276.xml"/><Relationship Id="rId45" Type="http://schemas.openxmlformats.org/officeDocument/2006/relationships/slideLayout" Target="../slideLayouts/slideLayout281.xml"/><Relationship Id="rId53" Type="http://schemas.openxmlformats.org/officeDocument/2006/relationships/slideLayout" Target="../slideLayouts/slideLayout289.xml"/><Relationship Id="rId58" Type="http://schemas.openxmlformats.org/officeDocument/2006/relationships/slideLayout" Target="../slideLayouts/slideLayout294.xml"/><Relationship Id="rId66" Type="http://schemas.openxmlformats.org/officeDocument/2006/relationships/image" Target="../media/image2.png"/><Relationship Id="rId5" Type="http://schemas.openxmlformats.org/officeDocument/2006/relationships/slideLayout" Target="../slideLayouts/slideLayout241.xml"/><Relationship Id="rId61" Type="http://schemas.openxmlformats.org/officeDocument/2006/relationships/slideLayout" Target="../slideLayouts/slideLayout297.xml"/><Relationship Id="rId19" Type="http://schemas.openxmlformats.org/officeDocument/2006/relationships/slideLayout" Target="../slideLayouts/slideLayout255.xml"/><Relationship Id="rId14" Type="http://schemas.openxmlformats.org/officeDocument/2006/relationships/slideLayout" Target="../slideLayouts/slideLayout250.xml"/><Relationship Id="rId22" Type="http://schemas.openxmlformats.org/officeDocument/2006/relationships/slideLayout" Target="../slideLayouts/slideLayout258.xml"/><Relationship Id="rId27" Type="http://schemas.openxmlformats.org/officeDocument/2006/relationships/slideLayout" Target="../slideLayouts/slideLayout263.xml"/><Relationship Id="rId30" Type="http://schemas.openxmlformats.org/officeDocument/2006/relationships/slideLayout" Target="../slideLayouts/slideLayout266.xml"/><Relationship Id="rId35" Type="http://schemas.openxmlformats.org/officeDocument/2006/relationships/slideLayout" Target="../slideLayouts/slideLayout271.xml"/><Relationship Id="rId43" Type="http://schemas.openxmlformats.org/officeDocument/2006/relationships/slideLayout" Target="../slideLayouts/slideLayout279.xml"/><Relationship Id="rId48" Type="http://schemas.openxmlformats.org/officeDocument/2006/relationships/slideLayout" Target="../slideLayouts/slideLayout284.xml"/><Relationship Id="rId56" Type="http://schemas.openxmlformats.org/officeDocument/2006/relationships/slideLayout" Target="../slideLayouts/slideLayout292.xml"/><Relationship Id="rId64" Type="http://schemas.openxmlformats.org/officeDocument/2006/relationships/image" Target="../media/image7.emf"/><Relationship Id="rId8" Type="http://schemas.openxmlformats.org/officeDocument/2006/relationships/slideLayout" Target="../slideLayouts/slideLayout244.xml"/><Relationship Id="rId51" Type="http://schemas.openxmlformats.org/officeDocument/2006/relationships/slideLayout" Target="../slideLayouts/slideLayout287.xml"/><Relationship Id="rId3" Type="http://schemas.openxmlformats.org/officeDocument/2006/relationships/slideLayout" Target="../slideLayouts/slideLayout239.xml"/><Relationship Id="rId12" Type="http://schemas.openxmlformats.org/officeDocument/2006/relationships/slideLayout" Target="../slideLayouts/slideLayout248.xml"/><Relationship Id="rId17" Type="http://schemas.openxmlformats.org/officeDocument/2006/relationships/slideLayout" Target="../slideLayouts/slideLayout253.xml"/><Relationship Id="rId25" Type="http://schemas.openxmlformats.org/officeDocument/2006/relationships/slideLayout" Target="../slideLayouts/slideLayout261.xml"/><Relationship Id="rId33" Type="http://schemas.openxmlformats.org/officeDocument/2006/relationships/slideLayout" Target="../slideLayouts/slideLayout269.xml"/><Relationship Id="rId38" Type="http://schemas.openxmlformats.org/officeDocument/2006/relationships/slideLayout" Target="../slideLayouts/slideLayout274.xml"/><Relationship Id="rId46" Type="http://schemas.openxmlformats.org/officeDocument/2006/relationships/slideLayout" Target="../slideLayouts/slideLayout282.xml"/><Relationship Id="rId59" Type="http://schemas.openxmlformats.org/officeDocument/2006/relationships/slideLayout" Target="../slideLayouts/slideLayout295.xml"/><Relationship Id="rId20" Type="http://schemas.openxmlformats.org/officeDocument/2006/relationships/slideLayout" Target="../slideLayouts/slideLayout256.xml"/><Relationship Id="rId41" Type="http://schemas.openxmlformats.org/officeDocument/2006/relationships/slideLayout" Target="../slideLayouts/slideLayout277.xml"/><Relationship Id="rId54" Type="http://schemas.openxmlformats.org/officeDocument/2006/relationships/slideLayout" Target="../slideLayouts/slideLayout290.xml"/><Relationship Id="rId62" Type="http://schemas.openxmlformats.org/officeDocument/2006/relationships/slideLayout" Target="../slideLayouts/slideLayout298.xml"/><Relationship Id="rId1" Type="http://schemas.openxmlformats.org/officeDocument/2006/relationships/slideLayout" Target="../slideLayouts/slideLayout237.xml"/><Relationship Id="rId6" Type="http://schemas.openxmlformats.org/officeDocument/2006/relationships/slideLayout" Target="../slideLayouts/slideLayout242.xml"/><Relationship Id="rId15" Type="http://schemas.openxmlformats.org/officeDocument/2006/relationships/slideLayout" Target="../slideLayouts/slideLayout251.xml"/><Relationship Id="rId23" Type="http://schemas.openxmlformats.org/officeDocument/2006/relationships/slideLayout" Target="../slideLayouts/slideLayout259.xml"/><Relationship Id="rId28" Type="http://schemas.openxmlformats.org/officeDocument/2006/relationships/slideLayout" Target="../slideLayouts/slideLayout264.xml"/><Relationship Id="rId36" Type="http://schemas.openxmlformats.org/officeDocument/2006/relationships/slideLayout" Target="../slideLayouts/slideLayout272.xml"/><Relationship Id="rId49" Type="http://schemas.openxmlformats.org/officeDocument/2006/relationships/slideLayout" Target="../slideLayouts/slideLayout285.xml"/><Relationship Id="rId57" Type="http://schemas.openxmlformats.org/officeDocument/2006/relationships/slideLayout" Target="../slideLayouts/slideLayout293.xml"/><Relationship Id="rId10" Type="http://schemas.openxmlformats.org/officeDocument/2006/relationships/slideLayout" Target="../slideLayouts/slideLayout246.xml"/><Relationship Id="rId31" Type="http://schemas.openxmlformats.org/officeDocument/2006/relationships/slideLayout" Target="../slideLayouts/slideLayout267.xml"/><Relationship Id="rId44" Type="http://schemas.openxmlformats.org/officeDocument/2006/relationships/slideLayout" Target="../slideLayouts/slideLayout280.xml"/><Relationship Id="rId52" Type="http://schemas.openxmlformats.org/officeDocument/2006/relationships/slideLayout" Target="../slideLayouts/slideLayout288.xml"/><Relationship Id="rId60" Type="http://schemas.openxmlformats.org/officeDocument/2006/relationships/slideLayout" Target="../slideLayouts/slideLayout296.xml"/><Relationship Id="rId65" Type="http://schemas.openxmlformats.org/officeDocument/2006/relationships/image" Target="../media/image8.emf"/><Relationship Id="rId4" Type="http://schemas.openxmlformats.org/officeDocument/2006/relationships/slideLayout" Target="../slideLayouts/slideLayout240.xml"/><Relationship Id="rId9" Type="http://schemas.openxmlformats.org/officeDocument/2006/relationships/slideLayout" Target="../slideLayouts/slideLayout245.xml"/><Relationship Id="rId13" Type="http://schemas.openxmlformats.org/officeDocument/2006/relationships/slideLayout" Target="../slideLayouts/slideLayout249.xml"/><Relationship Id="rId18" Type="http://schemas.openxmlformats.org/officeDocument/2006/relationships/slideLayout" Target="../slideLayouts/slideLayout254.xml"/><Relationship Id="rId39" Type="http://schemas.openxmlformats.org/officeDocument/2006/relationships/slideLayout" Target="../slideLayouts/slideLayout275.xml"/></Relationships>
</file>

<file path=ppt/slideMasters/_rels/slideMaster12.xml.rels><?xml version="1.0" encoding="UTF-8" standalone="yes"?>
<Relationships xmlns="http://schemas.openxmlformats.org/package/2006/relationships"><Relationship Id="rId13" Type="http://schemas.openxmlformats.org/officeDocument/2006/relationships/slideLayout" Target="../slideLayouts/slideLayout311.xml"/><Relationship Id="rId18" Type="http://schemas.openxmlformats.org/officeDocument/2006/relationships/slideLayout" Target="../slideLayouts/slideLayout316.xml"/><Relationship Id="rId26" Type="http://schemas.openxmlformats.org/officeDocument/2006/relationships/slideLayout" Target="../slideLayouts/slideLayout324.xml"/><Relationship Id="rId39" Type="http://schemas.openxmlformats.org/officeDocument/2006/relationships/slideLayout" Target="../slideLayouts/slideLayout337.xml"/><Relationship Id="rId21" Type="http://schemas.openxmlformats.org/officeDocument/2006/relationships/slideLayout" Target="../slideLayouts/slideLayout319.xml"/><Relationship Id="rId34" Type="http://schemas.openxmlformats.org/officeDocument/2006/relationships/slideLayout" Target="../slideLayouts/slideLayout332.xml"/><Relationship Id="rId42" Type="http://schemas.openxmlformats.org/officeDocument/2006/relationships/slideLayout" Target="../slideLayouts/slideLayout340.xml"/><Relationship Id="rId47" Type="http://schemas.openxmlformats.org/officeDocument/2006/relationships/slideLayout" Target="../slideLayouts/slideLayout345.xml"/><Relationship Id="rId50" Type="http://schemas.openxmlformats.org/officeDocument/2006/relationships/slideLayout" Target="../slideLayouts/slideLayout348.xml"/><Relationship Id="rId55" Type="http://schemas.openxmlformats.org/officeDocument/2006/relationships/slideLayout" Target="../slideLayouts/slideLayout353.xml"/><Relationship Id="rId63" Type="http://schemas.openxmlformats.org/officeDocument/2006/relationships/image" Target="../media/image8.emf"/><Relationship Id="rId7" Type="http://schemas.openxmlformats.org/officeDocument/2006/relationships/slideLayout" Target="../slideLayouts/slideLayout305.xml"/><Relationship Id="rId2" Type="http://schemas.openxmlformats.org/officeDocument/2006/relationships/slideLayout" Target="../slideLayouts/slideLayout300.xml"/><Relationship Id="rId16" Type="http://schemas.openxmlformats.org/officeDocument/2006/relationships/slideLayout" Target="../slideLayouts/slideLayout314.xml"/><Relationship Id="rId29" Type="http://schemas.openxmlformats.org/officeDocument/2006/relationships/slideLayout" Target="../slideLayouts/slideLayout327.xml"/><Relationship Id="rId11" Type="http://schemas.openxmlformats.org/officeDocument/2006/relationships/slideLayout" Target="../slideLayouts/slideLayout309.xml"/><Relationship Id="rId24" Type="http://schemas.openxmlformats.org/officeDocument/2006/relationships/slideLayout" Target="../slideLayouts/slideLayout322.xml"/><Relationship Id="rId32" Type="http://schemas.openxmlformats.org/officeDocument/2006/relationships/slideLayout" Target="../slideLayouts/slideLayout330.xml"/><Relationship Id="rId37" Type="http://schemas.openxmlformats.org/officeDocument/2006/relationships/slideLayout" Target="../slideLayouts/slideLayout335.xml"/><Relationship Id="rId40" Type="http://schemas.openxmlformats.org/officeDocument/2006/relationships/slideLayout" Target="../slideLayouts/slideLayout338.xml"/><Relationship Id="rId45" Type="http://schemas.openxmlformats.org/officeDocument/2006/relationships/slideLayout" Target="../slideLayouts/slideLayout343.xml"/><Relationship Id="rId53" Type="http://schemas.openxmlformats.org/officeDocument/2006/relationships/slideLayout" Target="../slideLayouts/slideLayout351.xml"/><Relationship Id="rId58" Type="http://schemas.openxmlformats.org/officeDocument/2006/relationships/slideLayout" Target="../slideLayouts/slideLayout356.xml"/><Relationship Id="rId5" Type="http://schemas.openxmlformats.org/officeDocument/2006/relationships/slideLayout" Target="../slideLayouts/slideLayout303.xml"/><Relationship Id="rId61" Type="http://schemas.openxmlformats.org/officeDocument/2006/relationships/theme" Target="../theme/theme12.xml"/><Relationship Id="rId19" Type="http://schemas.openxmlformats.org/officeDocument/2006/relationships/slideLayout" Target="../slideLayouts/slideLayout317.xml"/><Relationship Id="rId14" Type="http://schemas.openxmlformats.org/officeDocument/2006/relationships/slideLayout" Target="../slideLayouts/slideLayout312.xml"/><Relationship Id="rId22" Type="http://schemas.openxmlformats.org/officeDocument/2006/relationships/slideLayout" Target="../slideLayouts/slideLayout320.xml"/><Relationship Id="rId27" Type="http://schemas.openxmlformats.org/officeDocument/2006/relationships/slideLayout" Target="../slideLayouts/slideLayout325.xml"/><Relationship Id="rId30" Type="http://schemas.openxmlformats.org/officeDocument/2006/relationships/slideLayout" Target="../slideLayouts/slideLayout328.xml"/><Relationship Id="rId35" Type="http://schemas.openxmlformats.org/officeDocument/2006/relationships/slideLayout" Target="../slideLayouts/slideLayout333.xml"/><Relationship Id="rId43" Type="http://schemas.openxmlformats.org/officeDocument/2006/relationships/slideLayout" Target="../slideLayouts/slideLayout341.xml"/><Relationship Id="rId48" Type="http://schemas.openxmlformats.org/officeDocument/2006/relationships/slideLayout" Target="../slideLayouts/slideLayout346.xml"/><Relationship Id="rId56" Type="http://schemas.openxmlformats.org/officeDocument/2006/relationships/slideLayout" Target="../slideLayouts/slideLayout354.xml"/><Relationship Id="rId64" Type="http://schemas.openxmlformats.org/officeDocument/2006/relationships/image" Target="../media/image2.png"/><Relationship Id="rId8" Type="http://schemas.openxmlformats.org/officeDocument/2006/relationships/slideLayout" Target="../slideLayouts/slideLayout306.xml"/><Relationship Id="rId51" Type="http://schemas.openxmlformats.org/officeDocument/2006/relationships/slideLayout" Target="../slideLayouts/slideLayout349.xml"/><Relationship Id="rId3" Type="http://schemas.openxmlformats.org/officeDocument/2006/relationships/slideLayout" Target="../slideLayouts/slideLayout301.xml"/><Relationship Id="rId12" Type="http://schemas.openxmlformats.org/officeDocument/2006/relationships/slideLayout" Target="../slideLayouts/slideLayout310.xml"/><Relationship Id="rId17" Type="http://schemas.openxmlformats.org/officeDocument/2006/relationships/slideLayout" Target="../slideLayouts/slideLayout315.xml"/><Relationship Id="rId25" Type="http://schemas.openxmlformats.org/officeDocument/2006/relationships/slideLayout" Target="../slideLayouts/slideLayout323.xml"/><Relationship Id="rId33" Type="http://schemas.openxmlformats.org/officeDocument/2006/relationships/slideLayout" Target="../slideLayouts/slideLayout331.xml"/><Relationship Id="rId38" Type="http://schemas.openxmlformats.org/officeDocument/2006/relationships/slideLayout" Target="../slideLayouts/slideLayout336.xml"/><Relationship Id="rId46" Type="http://schemas.openxmlformats.org/officeDocument/2006/relationships/slideLayout" Target="../slideLayouts/slideLayout344.xml"/><Relationship Id="rId59" Type="http://schemas.openxmlformats.org/officeDocument/2006/relationships/slideLayout" Target="../slideLayouts/slideLayout357.xml"/><Relationship Id="rId20" Type="http://schemas.openxmlformats.org/officeDocument/2006/relationships/slideLayout" Target="../slideLayouts/slideLayout318.xml"/><Relationship Id="rId41" Type="http://schemas.openxmlformats.org/officeDocument/2006/relationships/slideLayout" Target="../slideLayouts/slideLayout339.xml"/><Relationship Id="rId54" Type="http://schemas.openxmlformats.org/officeDocument/2006/relationships/slideLayout" Target="../slideLayouts/slideLayout352.xml"/><Relationship Id="rId62" Type="http://schemas.openxmlformats.org/officeDocument/2006/relationships/image" Target="../media/image7.emf"/><Relationship Id="rId1" Type="http://schemas.openxmlformats.org/officeDocument/2006/relationships/slideLayout" Target="../slideLayouts/slideLayout299.xml"/><Relationship Id="rId6" Type="http://schemas.openxmlformats.org/officeDocument/2006/relationships/slideLayout" Target="../slideLayouts/slideLayout304.xml"/><Relationship Id="rId15" Type="http://schemas.openxmlformats.org/officeDocument/2006/relationships/slideLayout" Target="../slideLayouts/slideLayout313.xml"/><Relationship Id="rId23" Type="http://schemas.openxmlformats.org/officeDocument/2006/relationships/slideLayout" Target="../slideLayouts/slideLayout321.xml"/><Relationship Id="rId28" Type="http://schemas.openxmlformats.org/officeDocument/2006/relationships/slideLayout" Target="../slideLayouts/slideLayout326.xml"/><Relationship Id="rId36" Type="http://schemas.openxmlformats.org/officeDocument/2006/relationships/slideLayout" Target="../slideLayouts/slideLayout334.xml"/><Relationship Id="rId49" Type="http://schemas.openxmlformats.org/officeDocument/2006/relationships/slideLayout" Target="../slideLayouts/slideLayout347.xml"/><Relationship Id="rId57" Type="http://schemas.openxmlformats.org/officeDocument/2006/relationships/slideLayout" Target="../slideLayouts/slideLayout355.xml"/><Relationship Id="rId10" Type="http://schemas.openxmlformats.org/officeDocument/2006/relationships/slideLayout" Target="../slideLayouts/slideLayout308.xml"/><Relationship Id="rId31" Type="http://schemas.openxmlformats.org/officeDocument/2006/relationships/slideLayout" Target="../slideLayouts/slideLayout329.xml"/><Relationship Id="rId44" Type="http://schemas.openxmlformats.org/officeDocument/2006/relationships/slideLayout" Target="../slideLayouts/slideLayout342.xml"/><Relationship Id="rId52" Type="http://schemas.openxmlformats.org/officeDocument/2006/relationships/slideLayout" Target="../slideLayouts/slideLayout350.xml"/><Relationship Id="rId60" Type="http://schemas.openxmlformats.org/officeDocument/2006/relationships/slideLayout" Target="../slideLayouts/slideLayout358.xml"/><Relationship Id="rId4" Type="http://schemas.openxmlformats.org/officeDocument/2006/relationships/slideLayout" Target="../slideLayouts/slideLayout302.xml"/><Relationship Id="rId9" Type="http://schemas.openxmlformats.org/officeDocument/2006/relationships/slideLayout" Target="../slideLayouts/slideLayout307.xml"/></Relationships>
</file>

<file path=ppt/slideMasters/_rels/slideMaster13.xml.rels><?xml version="1.0" encoding="UTF-8" standalone="yes"?>
<Relationships xmlns="http://schemas.openxmlformats.org/package/2006/relationships"><Relationship Id="rId26" Type="http://schemas.openxmlformats.org/officeDocument/2006/relationships/slideLayout" Target="../slideLayouts/slideLayout384.xml"/><Relationship Id="rId21" Type="http://schemas.openxmlformats.org/officeDocument/2006/relationships/slideLayout" Target="../slideLayouts/slideLayout379.xml"/><Relationship Id="rId34" Type="http://schemas.openxmlformats.org/officeDocument/2006/relationships/slideLayout" Target="../slideLayouts/slideLayout392.xml"/><Relationship Id="rId42" Type="http://schemas.openxmlformats.org/officeDocument/2006/relationships/slideLayout" Target="../slideLayouts/slideLayout400.xml"/><Relationship Id="rId47" Type="http://schemas.openxmlformats.org/officeDocument/2006/relationships/slideLayout" Target="../slideLayouts/slideLayout405.xml"/><Relationship Id="rId50" Type="http://schemas.openxmlformats.org/officeDocument/2006/relationships/slideLayout" Target="../slideLayouts/slideLayout408.xml"/><Relationship Id="rId55" Type="http://schemas.openxmlformats.org/officeDocument/2006/relationships/slideLayout" Target="../slideLayouts/slideLayout413.xml"/><Relationship Id="rId63" Type="http://schemas.openxmlformats.org/officeDocument/2006/relationships/image" Target="../media/image7.emf"/><Relationship Id="rId7" Type="http://schemas.openxmlformats.org/officeDocument/2006/relationships/slideLayout" Target="../slideLayouts/slideLayout365.xml"/><Relationship Id="rId2" Type="http://schemas.openxmlformats.org/officeDocument/2006/relationships/slideLayout" Target="../slideLayouts/slideLayout360.xml"/><Relationship Id="rId16" Type="http://schemas.openxmlformats.org/officeDocument/2006/relationships/slideLayout" Target="../slideLayouts/slideLayout374.xml"/><Relationship Id="rId29" Type="http://schemas.openxmlformats.org/officeDocument/2006/relationships/slideLayout" Target="../slideLayouts/slideLayout387.xml"/><Relationship Id="rId11" Type="http://schemas.openxmlformats.org/officeDocument/2006/relationships/slideLayout" Target="../slideLayouts/slideLayout369.xml"/><Relationship Id="rId24" Type="http://schemas.openxmlformats.org/officeDocument/2006/relationships/slideLayout" Target="../slideLayouts/slideLayout382.xml"/><Relationship Id="rId32" Type="http://schemas.openxmlformats.org/officeDocument/2006/relationships/slideLayout" Target="../slideLayouts/slideLayout390.xml"/><Relationship Id="rId37" Type="http://schemas.openxmlformats.org/officeDocument/2006/relationships/slideLayout" Target="../slideLayouts/slideLayout395.xml"/><Relationship Id="rId40" Type="http://schemas.openxmlformats.org/officeDocument/2006/relationships/slideLayout" Target="../slideLayouts/slideLayout398.xml"/><Relationship Id="rId45" Type="http://schemas.openxmlformats.org/officeDocument/2006/relationships/slideLayout" Target="../slideLayouts/slideLayout403.xml"/><Relationship Id="rId53" Type="http://schemas.openxmlformats.org/officeDocument/2006/relationships/slideLayout" Target="../slideLayouts/slideLayout411.xml"/><Relationship Id="rId58" Type="http://schemas.openxmlformats.org/officeDocument/2006/relationships/slideLayout" Target="../slideLayouts/slideLayout416.xml"/><Relationship Id="rId5" Type="http://schemas.openxmlformats.org/officeDocument/2006/relationships/slideLayout" Target="../slideLayouts/slideLayout363.xml"/><Relationship Id="rId61" Type="http://schemas.openxmlformats.org/officeDocument/2006/relationships/slideLayout" Target="../slideLayouts/slideLayout419.xml"/><Relationship Id="rId19" Type="http://schemas.openxmlformats.org/officeDocument/2006/relationships/slideLayout" Target="../slideLayouts/slideLayout377.xml"/><Relationship Id="rId14" Type="http://schemas.openxmlformats.org/officeDocument/2006/relationships/slideLayout" Target="../slideLayouts/slideLayout372.xml"/><Relationship Id="rId22" Type="http://schemas.openxmlformats.org/officeDocument/2006/relationships/slideLayout" Target="../slideLayouts/slideLayout380.xml"/><Relationship Id="rId27" Type="http://schemas.openxmlformats.org/officeDocument/2006/relationships/slideLayout" Target="../slideLayouts/slideLayout385.xml"/><Relationship Id="rId30" Type="http://schemas.openxmlformats.org/officeDocument/2006/relationships/slideLayout" Target="../slideLayouts/slideLayout388.xml"/><Relationship Id="rId35" Type="http://schemas.openxmlformats.org/officeDocument/2006/relationships/slideLayout" Target="../slideLayouts/slideLayout393.xml"/><Relationship Id="rId43" Type="http://schemas.openxmlformats.org/officeDocument/2006/relationships/slideLayout" Target="../slideLayouts/slideLayout401.xml"/><Relationship Id="rId48" Type="http://schemas.openxmlformats.org/officeDocument/2006/relationships/slideLayout" Target="../slideLayouts/slideLayout406.xml"/><Relationship Id="rId56" Type="http://schemas.openxmlformats.org/officeDocument/2006/relationships/slideLayout" Target="../slideLayouts/slideLayout414.xml"/><Relationship Id="rId64" Type="http://schemas.openxmlformats.org/officeDocument/2006/relationships/image" Target="../media/image8.emf"/><Relationship Id="rId8" Type="http://schemas.openxmlformats.org/officeDocument/2006/relationships/slideLayout" Target="../slideLayouts/slideLayout366.xml"/><Relationship Id="rId51" Type="http://schemas.openxmlformats.org/officeDocument/2006/relationships/slideLayout" Target="../slideLayouts/slideLayout409.xml"/><Relationship Id="rId3" Type="http://schemas.openxmlformats.org/officeDocument/2006/relationships/slideLayout" Target="../slideLayouts/slideLayout361.xml"/><Relationship Id="rId12" Type="http://schemas.openxmlformats.org/officeDocument/2006/relationships/slideLayout" Target="../slideLayouts/slideLayout370.xml"/><Relationship Id="rId17" Type="http://schemas.openxmlformats.org/officeDocument/2006/relationships/slideLayout" Target="../slideLayouts/slideLayout375.xml"/><Relationship Id="rId25" Type="http://schemas.openxmlformats.org/officeDocument/2006/relationships/slideLayout" Target="../slideLayouts/slideLayout383.xml"/><Relationship Id="rId33" Type="http://schemas.openxmlformats.org/officeDocument/2006/relationships/slideLayout" Target="../slideLayouts/slideLayout391.xml"/><Relationship Id="rId38" Type="http://schemas.openxmlformats.org/officeDocument/2006/relationships/slideLayout" Target="../slideLayouts/slideLayout396.xml"/><Relationship Id="rId46" Type="http://schemas.openxmlformats.org/officeDocument/2006/relationships/slideLayout" Target="../slideLayouts/slideLayout404.xml"/><Relationship Id="rId59" Type="http://schemas.openxmlformats.org/officeDocument/2006/relationships/slideLayout" Target="../slideLayouts/slideLayout417.xml"/><Relationship Id="rId20" Type="http://schemas.openxmlformats.org/officeDocument/2006/relationships/slideLayout" Target="../slideLayouts/slideLayout378.xml"/><Relationship Id="rId41" Type="http://schemas.openxmlformats.org/officeDocument/2006/relationships/slideLayout" Target="../slideLayouts/slideLayout399.xml"/><Relationship Id="rId54" Type="http://schemas.openxmlformats.org/officeDocument/2006/relationships/slideLayout" Target="../slideLayouts/slideLayout412.xml"/><Relationship Id="rId62" Type="http://schemas.openxmlformats.org/officeDocument/2006/relationships/theme" Target="../theme/theme13.xml"/><Relationship Id="rId1" Type="http://schemas.openxmlformats.org/officeDocument/2006/relationships/slideLayout" Target="../slideLayouts/slideLayout359.xml"/><Relationship Id="rId6" Type="http://schemas.openxmlformats.org/officeDocument/2006/relationships/slideLayout" Target="../slideLayouts/slideLayout364.xml"/><Relationship Id="rId15" Type="http://schemas.openxmlformats.org/officeDocument/2006/relationships/slideLayout" Target="../slideLayouts/slideLayout373.xml"/><Relationship Id="rId23" Type="http://schemas.openxmlformats.org/officeDocument/2006/relationships/slideLayout" Target="../slideLayouts/slideLayout381.xml"/><Relationship Id="rId28" Type="http://schemas.openxmlformats.org/officeDocument/2006/relationships/slideLayout" Target="../slideLayouts/slideLayout386.xml"/><Relationship Id="rId36" Type="http://schemas.openxmlformats.org/officeDocument/2006/relationships/slideLayout" Target="../slideLayouts/slideLayout394.xml"/><Relationship Id="rId49" Type="http://schemas.openxmlformats.org/officeDocument/2006/relationships/slideLayout" Target="../slideLayouts/slideLayout407.xml"/><Relationship Id="rId57" Type="http://schemas.openxmlformats.org/officeDocument/2006/relationships/slideLayout" Target="../slideLayouts/slideLayout415.xml"/><Relationship Id="rId10" Type="http://schemas.openxmlformats.org/officeDocument/2006/relationships/slideLayout" Target="../slideLayouts/slideLayout368.xml"/><Relationship Id="rId31" Type="http://schemas.openxmlformats.org/officeDocument/2006/relationships/slideLayout" Target="../slideLayouts/slideLayout389.xml"/><Relationship Id="rId44" Type="http://schemas.openxmlformats.org/officeDocument/2006/relationships/slideLayout" Target="../slideLayouts/slideLayout402.xml"/><Relationship Id="rId52" Type="http://schemas.openxmlformats.org/officeDocument/2006/relationships/slideLayout" Target="../slideLayouts/slideLayout410.xml"/><Relationship Id="rId60" Type="http://schemas.openxmlformats.org/officeDocument/2006/relationships/slideLayout" Target="../slideLayouts/slideLayout418.xml"/><Relationship Id="rId65" Type="http://schemas.openxmlformats.org/officeDocument/2006/relationships/image" Target="../media/image2.png"/><Relationship Id="rId4" Type="http://schemas.openxmlformats.org/officeDocument/2006/relationships/slideLayout" Target="../slideLayouts/slideLayout362.xml"/><Relationship Id="rId9" Type="http://schemas.openxmlformats.org/officeDocument/2006/relationships/slideLayout" Target="../slideLayouts/slideLayout367.xml"/><Relationship Id="rId13" Type="http://schemas.openxmlformats.org/officeDocument/2006/relationships/slideLayout" Target="../slideLayouts/slideLayout371.xml"/><Relationship Id="rId18" Type="http://schemas.openxmlformats.org/officeDocument/2006/relationships/slideLayout" Target="../slideLayouts/slideLayout376.xml"/><Relationship Id="rId39" Type="http://schemas.openxmlformats.org/officeDocument/2006/relationships/slideLayout" Target="../slideLayouts/slideLayout397.xml"/></Relationships>
</file>

<file path=ppt/slideMasters/_rels/slideMaster14.xml.rels><?xml version="1.0" encoding="UTF-8" standalone="yes"?>
<Relationships xmlns="http://schemas.openxmlformats.org/package/2006/relationships"><Relationship Id="rId13" Type="http://schemas.openxmlformats.org/officeDocument/2006/relationships/slideLayout" Target="../slideLayouts/slideLayout432.xml"/><Relationship Id="rId18" Type="http://schemas.openxmlformats.org/officeDocument/2006/relationships/slideLayout" Target="../slideLayouts/slideLayout437.xml"/><Relationship Id="rId26" Type="http://schemas.openxmlformats.org/officeDocument/2006/relationships/slideLayout" Target="../slideLayouts/slideLayout445.xml"/><Relationship Id="rId39" Type="http://schemas.openxmlformats.org/officeDocument/2006/relationships/slideLayout" Target="../slideLayouts/slideLayout458.xml"/><Relationship Id="rId21" Type="http://schemas.openxmlformats.org/officeDocument/2006/relationships/slideLayout" Target="../slideLayouts/slideLayout440.xml"/><Relationship Id="rId34" Type="http://schemas.openxmlformats.org/officeDocument/2006/relationships/slideLayout" Target="../slideLayouts/slideLayout453.xml"/><Relationship Id="rId42" Type="http://schemas.openxmlformats.org/officeDocument/2006/relationships/slideLayout" Target="../slideLayouts/slideLayout461.xml"/><Relationship Id="rId47" Type="http://schemas.openxmlformats.org/officeDocument/2006/relationships/slideLayout" Target="../slideLayouts/slideLayout466.xml"/><Relationship Id="rId50" Type="http://schemas.openxmlformats.org/officeDocument/2006/relationships/slideLayout" Target="../slideLayouts/slideLayout469.xml"/><Relationship Id="rId55" Type="http://schemas.openxmlformats.org/officeDocument/2006/relationships/slideLayout" Target="../slideLayouts/slideLayout474.xml"/><Relationship Id="rId7" Type="http://schemas.openxmlformats.org/officeDocument/2006/relationships/slideLayout" Target="../slideLayouts/slideLayout426.xml"/><Relationship Id="rId2" Type="http://schemas.openxmlformats.org/officeDocument/2006/relationships/slideLayout" Target="../slideLayouts/slideLayout421.xml"/><Relationship Id="rId16" Type="http://schemas.openxmlformats.org/officeDocument/2006/relationships/slideLayout" Target="../slideLayouts/slideLayout435.xml"/><Relationship Id="rId29" Type="http://schemas.openxmlformats.org/officeDocument/2006/relationships/slideLayout" Target="../slideLayouts/slideLayout448.xml"/><Relationship Id="rId11" Type="http://schemas.openxmlformats.org/officeDocument/2006/relationships/slideLayout" Target="../slideLayouts/slideLayout430.xml"/><Relationship Id="rId24" Type="http://schemas.openxmlformats.org/officeDocument/2006/relationships/slideLayout" Target="../slideLayouts/slideLayout443.xml"/><Relationship Id="rId32" Type="http://schemas.openxmlformats.org/officeDocument/2006/relationships/slideLayout" Target="../slideLayouts/slideLayout451.xml"/><Relationship Id="rId37" Type="http://schemas.openxmlformats.org/officeDocument/2006/relationships/slideLayout" Target="../slideLayouts/slideLayout456.xml"/><Relationship Id="rId40" Type="http://schemas.openxmlformats.org/officeDocument/2006/relationships/slideLayout" Target="../slideLayouts/slideLayout459.xml"/><Relationship Id="rId45" Type="http://schemas.openxmlformats.org/officeDocument/2006/relationships/slideLayout" Target="../slideLayouts/slideLayout464.xml"/><Relationship Id="rId53" Type="http://schemas.openxmlformats.org/officeDocument/2006/relationships/slideLayout" Target="../slideLayouts/slideLayout472.xml"/><Relationship Id="rId58" Type="http://schemas.openxmlformats.org/officeDocument/2006/relationships/image" Target="../media/image8.emf"/><Relationship Id="rId5" Type="http://schemas.openxmlformats.org/officeDocument/2006/relationships/slideLayout" Target="../slideLayouts/slideLayout424.xml"/><Relationship Id="rId19" Type="http://schemas.openxmlformats.org/officeDocument/2006/relationships/slideLayout" Target="../slideLayouts/slideLayout438.xml"/><Relationship Id="rId4" Type="http://schemas.openxmlformats.org/officeDocument/2006/relationships/slideLayout" Target="../slideLayouts/slideLayout423.xml"/><Relationship Id="rId9" Type="http://schemas.openxmlformats.org/officeDocument/2006/relationships/slideLayout" Target="../slideLayouts/slideLayout428.xml"/><Relationship Id="rId14" Type="http://schemas.openxmlformats.org/officeDocument/2006/relationships/slideLayout" Target="../slideLayouts/slideLayout433.xml"/><Relationship Id="rId22" Type="http://schemas.openxmlformats.org/officeDocument/2006/relationships/slideLayout" Target="../slideLayouts/slideLayout441.xml"/><Relationship Id="rId27" Type="http://schemas.openxmlformats.org/officeDocument/2006/relationships/slideLayout" Target="../slideLayouts/slideLayout446.xml"/><Relationship Id="rId30" Type="http://schemas.openxmlformats.org/officeDocument/2006/relationships/slideLayout" Target="../slideLayouts/slideLayout449.xml"/><Relationship Id="rId35" Type="http://schemas.openxmlformats.org/officeDocument/2006/relationships/slideLayout" Target="../slideLayouts/slideLayout454.xml"/><Relationship Id="rId43" Type="http://schemas.openxmlformats.org/officeDocument/2006/relationships/slideLayout" Target="../slideLayouts/slideLayout462.xml"/><Relationship Id="rId48" Type="http://schemas.openxmlformats.org/officeDocument/2006/relationships/slideLayout" Target="../slideLayouts/slideLayout467.xml"/><Relationship Id="rId56" Type="http://schemas.openxmlformats.org/officeDocument/2006/relationships/theme" Target="../theme/theme14.xml"/><Relationship Id="rId8" Type="http://schemas.openxmlformats.org/officeDocument/2006/relationships/slideLayout" Target="../slideLayouts/slideLayout427.xml"/><Relationship Id="rId51" Type="http://schemas.openxmlformats.org/officeDocument/2006/relationships/slideLayout" Target="../slideLayouts/slideLayout470.xml"/><Relationship Id="rId3" Type="http://schemas.openxmlformats.org/officeDocument/2006/relationships/slideLayout" Target="../slideLayouts/slideLayout422.xml"/><Relationship Id="rId12" Type="http://schemas.openxmlformats.org/officeDocument/2006/relationships/slideLayout" Target="../slideLayouts/slideLayout431.xml"/><Relationship Id="rId17" Type="http://schemas.openxmlformats.org/officeDocument/2006/relationships/slideLayout" Target="../slideLayouts/slideLayout436.xml"/><Relationship Id="rId25" Type="http://schemas.openxmlformats.org/officeDocument/2006/relationships/slideLayout" Target="../slideLayouts/slideLayout444.xml"/><Relationship Id="rId33" Type="http://schemas.openxmlformats.org/officeDocument/2006/relationships/slideLayout" Target="../slideLayouts/slideLayout452.xml"/><Relationship Id="rId38" Type="http://schemas.openxmlformats.org/officeDocument/2006/relationships/slideLayout" Target="../slideLayouts/slideLayout457.xml"/><Relationship Id="rId46" Type="http://schemas.openxmlformats.org/officeDocument/2006/relationships/slideLayout" Target="../slideLayouts/slideLayout465.xml"/><Relationship Id="rId59" Type="http://schemas.openxmlformats.org/officeDocument/2006/relationships/image" Target="../media/image2.png"/><Relationship Id="rId20" Type="http://schemas.openxmlformats.org/officeDocument/2006/relationships/slideLayout" Target="../slideLayouts/slideLayout439.xml"/><Relationship Id="rId41" Type="http://schemas.openxmlformats.org/officeDocument/2006/relationships/slideLayout" Target="../slideLayouts/slideLayout460.xml"/><Relationship Id="rId54" Type="http://schemas.openxmlformats.org/officeDocument/2006/relationships/slideLayout" Target="../slideLayouts/slideLayout473.xml"/><Relationship Id="rId1" Type="http://schemas.openxmlformats.org/officeDocument/2006/relationships/slideLayout" Target="../slideLayouts/slideLayout420.xml"/><Relationship Id="rId6" Type="http://schemas.openxmlformats.org/officeDocument/2006/relationships/slideLayout" Target="../slideLayouts/slideLayout425.xml"/><Relationship Id="rId15" Type="http://schemas.openxmlformats.org/officeDocument/2006/relationships/slideLayout" Target="../slideLayouts/slideLayout434.xml"/><Relationship Id="rId23" Type="http://schemas.openxmlformats.org/officeDocument/2006/relationships/slideLayout" Target="../slideLayouts/slideLayout442.xml"/><Relationship Id="rId28" Type="http://schemas.openxmlformats.org/officeDocument/2006/relationships/slideLayout" Target="../slideLayouts/slideLayout447.xml"/><Relationship Id="rId36" Type="http://schemas.openxmlformats.org/officeDocument/2006/relationships/slideLayout" Target="../slideLayouts/slideLayout455.xml"/><Relationship Id="rId49" Type="http://schemas.openxmlformats.org/officeDocument/2006/relationships/slideLayout" Target="../slideLayouts/slideLayout468.xml"/><Relationship Id="rId57" Type="http://schemas.openxmlformats.org/officeDocument/2006/relationships/image" Target="../media/image7.emf"/><Relationship Id="rId10" Type="http://schemas.openxmlformats.org/officeDocument/2006/relationships/slideLayout" Target="../slideLayouts/slideLayout429.xml"/><Relationship Id="rId31" Type="http://schemas.openxmlformats.org/officeDocument/2006/relationships/slideLayout" Target="../slideLayouts/slideLayout450.xml"/><Relationship Id="rId44" Type="http://schemas.openxmlformats.org/officeDocument/2006/relationships/slideLayout" Target="../slideLayouts/slideLayout463.xml"/><Relationship Id="rId52" Type="http://schemas.openxmlformats.org/officeDocument/2006/relationships/slideLayout" Target="../slideLayouts/slideLayout471.xml"/></Relationships>
</file>

<file path=ppt/slideMasters/_rels/slideMaster15.xml.rels><?xml version="1.0" encoding="UTF-8" standalone="yes"?>
<Relationships xmlns="http://schemas.openxmlformats.org/package/2006/relationships"><Relationship Id="rId26" Type="http://schemas.openxmlformats.org/officeDocument/2006/relationships/slideLayout" Target="../slideLayouts/slideLayout500.xml"/><Relationship Id="rId21" Type="http://schemas.openxmlformats.org/officeDocument/2006/relationships/slideLayout" Target="../slideLayouts/slideLayout495.xml"/><Relationship Id="rId34" Type="http://schemas.openxmlformats.org/officeDocument/2006/relationships/slideLayout" Target="../slideLayouts/slideLayout508.xml"/><Relationship Id="rId42" Type="http://schemas.openxmlformats.org/officeDocument/2006/relationships/slideLayout" Target="../slideLayouts/slideLayout516.xml"/><Relationship Id="rId47" Type="http://schemas.openxmlformats.org/officeDocument/2006/relationships/slideLayout" Target="../slideLayouts/slideLayout521.xml"/><Relationship Id="rId50" Type="http://schemas.openxmlformats.org/officeDocument/2006/relationships/slideLayout" Target="../slideLayouts/slideLayout524.xml"/><Relationship Id="rId55" Type="http://schemas.openxmlformats.org/officeDocument/2006/relationships/slideLayout" Target="../slideLayouts/slideLayout529.xml"/><Relationship Id="rId63" Type="http://schemas.openxmlformats.org/officeDocument/2006/relationships/image" Target="../media/image7.emf"/><Relationship Id="rId7" Type="http://schemas.openxmlformats.org/officeDocument/2006/relationships/slideLayout" Target="../slideLayouts/slideLayout481.xml"/><Relationship Id="rId2" Type="http://schemas.openxmlformats.org/officeDocument/2006/relationships/slideLayout" Target="../slideLayouts/slideLayout476.xml"/><Relationship Id="rId16" Type="http://schemas.openxmlformats.org/officeDocument/2006/relationships/slideLayout" Target="../slideLayouts/slideLayout490.xml"/><Relationship Id="rId29" Type="http://schemas.openxmlformats.org/officeDocument/2006/relationships/slideLayout" Target="../slideLayouts/slideLayout503.xml"/><Relationship Id="rId11" Type="http://schemas.openxmlformats.org/officeDocument/2006/relationships/slideLayout" Target="../slideLayouts/slideLayout485.xml"/><Relationship Id="rId24" Type="http://schemas.openxmlformats.org/officeDocument/2006/relationships/slideLayout" Target="../slideLayouts/slideLayout498.xml"/><Relationship Id="rId32" Type="http://schemas.openxmlformats.org/officeDocument/2006/relationships/slideLayout" Target="../slideLayouts/slideLayout506.xml"/><Relationship Id="rId37" Type="http://schemas.openxmlformats.org/officeDocument/2006/relationships/slideLayout" Target="../slideLayouts/slideLayout511.xml"/><Relationship Id="rId40" Type="http://schemas.openxmlformats.org/officeDocument/2006/relationships/slideLayout" Target="../slideLayouts/slideLayout514.xml"/><Relationship Id="rId45" Type="http://schemas.openxmlformats.org/officeDocument/2006/relationships/slideLayout" Target="../slideLayouts/slideLayout519.xml"/><Relationship Id="rId53" Type="http://schemas.openxmlformats.org/officeDocument/2006/relationships/slideLayout" Target="../slideLayouts/slideLayout527.xml"/><Relationship Id="rId58" Type="http://schemas.openxmlformats.org/officeDocument/2006/relationships/slideLayout" Target="../slideLayouts/slideLayout532.xml"/><Relationship Id="rId5" Type="http://schemas.openxmlformats.org/officeDocument/2006/relationships/slideLayout" Target="../slideLayouts/slideLayout479.xml"/><Relationship Id="rId61" Type="http://schemas.openxmlformats.org/officeDocument/2006/relationships/slideLayout" Target="../slideLayouts/slideLayout535.xml"/><Relationship Id="rId19" Type="http://schemas.openxmlformats.org/officeDocument/2006/relationships/slideLayout" Target="../slideLayouts/slideLayout493.xml"/><Relationship Id="rId14" Type="http://schemas.openxmlformats.org/officeDocument/2006/relationships/slideLayout" Target="../slideLayouts/slideLayout488.xml"/><Relationship Id="rId22" Type="http://schemas.openxmlformats.org/officeDocument/2006/relationships/slideLayout" Target="../slideLayouts/slideLayout496.xml"/><Relationship Id="rId27" Type="http://schemas.openxmlformats.org/officeDocument/2006/relationships/slideLayout" Target="../slideLayouts/slideLayout501.xml"/><Relationship Id="rId30" Type="http://schemas.openxmlformats.org/officeDocument/2006/relationships/slideLayout" Target="../slideLayouts/slideLayout504.xml"/><Relationship Id="rId35" Type="http://schemas.openxmlformats.org/officeDocument/2006/relationships/slideLayout" Target="../slideLayouts/slideLayout509.xml"/><Relationship Id="rId43" Type="http://schemas.openxmlformats.org/officeDocument/2006/relationships/slideLayout" Target="../slideLayouts/slideLayout517.xml"/><Relationship Id="rId48" Type="http://schemas.openxmlformats.org/officeDocument/2006/relationships/slideLayout" Target="../slideLayouts/slideLayout522.xml"/><Relationship Id="rId56" Type="http://schemas.openxmlformats.org/officeDocument/2006/relationships/slideLayout" Target="../slideLayouts/slideLayout530.xml"/><Relationship Id="rId64" Type="http://schemas.openxmlformats.org/officeDocument/2006/relationships/image" Target="../media/image8.emf"/><Relationship Id="rId8" Type="http://schemas.openxmlformats.org/officeDocument/2006/relationships/slideLayout" Target="../slideLayouts/slideLayout482.xml"/><Relationship Id="rId51" Type="http://schemas.openxmlformats.org/officeDocument/2006/relationships/slideLayout" Target="../slideLayouts/slideLayout525.xml"/><Relationship Id="rId3" Type="http://schemas.openxmlformats.org/officeDocument/2006/relationships/slideLayout" Target="../slideLayouts/slideLayout477.xml"/><Relationship Id="rId12" Type="http://schemas.openxmlformats.org/officeDocument/2006/relationships/slideLayout" Target="../slideLayouts/slideLayout486.xml"/><Relationship Id="rId17" Type="http://schemas.openxmlformats.org/officeDocument/2006/relationships/slideLayout" Target="../slideLayouts/slideLayout491.xml"/><Relationship Id="rId25" Type="http://schemas.openxmlformats.org/officeDocument/2006/relationships/slideLayout" Target="../slideLayouts/slideLayout499.xml"/><Relationship Id="rId33" Type="http://schemas.openxmlformats.org/officeDocument/2006/relationships/slideLayout" Target="../slideLayouts/slideLayout507.xml"/><Relationship Id="rId38" Type="http://schemas.openxmlformats.org/officeDocument/2006/relationships/slideLayout" Target="../slideLayouts/slideLayout512.xml"/><Relationship Id="rId46" Type="http://schemas.openxmlformats.org/officeDocument/2006/relationships/slideLayout" Target="../slideLayouts/slideLayout520.xml"/><Relationship Id="rId59" Type="http://schemas.openxmlformats.org/officeDocument/2006/relationships/slideLayout" Target="../slideLayouts/slideLayout533.xml"/><Relationship Id="rId20" Type="http://schemas.openxmlformats.org/officeDocument/2006/relationships/slideLayout" Target="../slideLayouts/slideLayout494.xml"/><Relationship Id="rId41" Type="http://schemas.openxmlformats.org/officeDocument/2006/relationships/slideLayout" Target="../slideLayouts/slideLayout515.xml"/><Relationship Id="rId54" Type="http://schemas.openxmlformats.org/officeDocument/2006/relationships/slideLayout" Target="../slideLayouts/slideLayout528.xml"/><Relationship Id="rId62" Type="http://schemas.openxmlformats.org/officeDocument/2006/relationships/theme" Target="../theme/theme15.xml"/><Relationship Id="rId1" Type="http://schemas.openxmlformats.org/officeDocument/2006/relationships/slideLayout" Target="../slideLayouts/slideLayout475.xml"/><Relationship Id="rId6" Type="http://schemas.openxmlformats.org/officeDocument/2006/relationships/slideLayout" Target="../slideLayouts/slideLayout480.xml"/><Relationship Id="rId15" Type="http://schemas.openxmlformats.org/officeDocument/2006/relationships/slideLayout" Target="../slideLayouts/slideLayout489.xml"/><Relationship Id="rId23" Type="http://schemas.openxmlformats.org/officeDocument/2006/relationships/slideLayout" Target="../slideLayouts/slideLayout497.xml"/><Relationship Id="rId28" Type="http://schemas.openxmlformats.org/officeDocument/2006/relationships/slideLayout" Target="../slideLayouts/slideLayout502.xml"/><Relationship Id="rId36" Type="http://schemas.openxmlformats.org/officeDocument/2006/relationships/slideLayout" Target="../slideLayouts/slideLayout510.xml"/><Relationship Id="rId49" Type="http://schemas.openxmlformats.org/officeDocument/2006/relationships/slideLayout" Target="../slideLayouts/slideLayout523.xml"/><Relationship Id="rId57" Type="http://schemas.openxmlformats.org/officeDocument/2006/relationships/slideLayout" Target="../slideLayouts/slideLayout531.xml"/><Relationship Id="rId10" Type="http://schemas.openxmlformats.org/officeDocument/2006/relationships/slideLayout" Target="../slideLayouts/slideLayout484.xml"/><Relationship Id="rId31" Type="http://schemas.openxmlformats.org/officeDocument/2006/relationships/slideLayout" Target="../slideLayouts/slideLayout505.xml"/><Relationship Id="rId44" Type="http://schemas.openxmlformats.org/officeDocument/2006/relationships/slideLayout" Target="../slideLayouts/slideLayout518.xml"/><Relationship Id="rId52" Type="http://schemas.openxmlformats.org/officeDocument/2006/relationships/slideLayout" Target="../slideLayouts/slideLayout526.xml"/><Relationship Id="rId60" Type="http://schemas.openxmlformats.org/officeDocument/2006/relationships/slideLayout" Target="../slideLayouts/slideLayout534.xml"/><Relationship Id="rId65" Type="http://schemas.openxmlformats.org/officeDocument/2006/relationships/image" Target="../media/image2.png"/><Relationship Id="rId4" Type="http://schemas.openxmlformats.org/officeDocument/2006/relationships/slideLayout" Target="../slideLayouts/slideLayout478.xml"/><Relationship Id="rId9" Type="http://schemas.openxmlformats.org/officeDocument/2006/relationships/slideLayout" Target="../slideLayouts/slideLayout483.xml"/><Relationship Id="rId13" Type="http://schemas.openxmlformats.org/officeDocument/2006/relationships/slideLayout" Target="../slideLayouts/slideLayout487.xml"/><Relationship Id="rId18" Type="http://schemas.openxmlformats.org/officeDocument/2006/relationships/slideLayout" Target="../slideLayouts/slideLayout492.xml"/><Relationship Id="rId39" Type="http://schemas.openxmlformats.org/officeDocument/2006/relationships/slideLayout" Target="../slideLayouts/slideLayout5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F58E3-9A58-46F0-BF14-7D50442D181F}"/>
              </a:ext>
            </a:extLst>
          </p:cNvPr>
          <p:cNvSpPr>
            <a:spLocks noGrp="1"/>
          </p:cNvSpPr>
          <p:nvPr>
            <p:ph type="title"/>
          </p:nvPr>
        </p:nvSpPr>
        <p:spPr>
          <a:xfrm>
            <a:off x="628650" y="285750"/>
            <a:ext cx="8058150" cy="742951"/>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4A2A96-2EF0-4D95-8F42-7400F1711668}"/>
              </a:ext>
            </a:extLst>
          </p:cNvPr>
          <p:cNvSpPr>
            <a:spLocks noGrp="1"/>
          </p:cNvSpPr>
          <p:nvPr>
            <p:ph type="body" idx="1"/>
          </p:nvPr>
        </p:nvSpPr>
        <p:spPr>
          <a:xfrm>
            <a:off x="628650" y="1028701"/>
            <a:ext cx="8058150" cy="375284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617351463"/>
      </p:ext>
    </p:extLst>
  </p:cSld>
  <p:clrMap bg1="lt1" tx1="dk1" bg2="lt2" tx2="dk2" accent1="accent1" accent2="accent2" accent3="accent3" accent4="accent4" accent5="accent5" accent6="accent6" hlink="hlink" folHlink="folHlink"/>
  <p:sldLayoutIdLst>
    <p:sldLayoutId id="2147483656" r:id="rId1"/>
    <p:sldLayoutId id="2147483670" r:id="rId2"/>
    <p:sldLayoutId id="2147483667" r:id="rId3"/>
    <p:sldLayoutId id="2147483654" r:id="rId4"/>
    <p:sldLayoutId id="2147483655" r:id="rId5"/>
    <p:sldLayoutId id="2147483657" r:id="rId6"/>
    <p:sldLayoutId id="2147483658" r:id="rId7"/>
    <p:sldLayoutId id="2147483666" r:id="rId8"/>
    <p:sldLayoutId id="2147483660" r:id="rId9"/>
    <p:sldLayoutId id="2147483668" r:id="rId10"/>
    <p:sldLayoutId id="2147483664" r:id="rId11"/>
    <p:sldLayoutId id="2147483674" r:id="rId12"/>
    <p:sldLayoutId id="2147483669" r:id="rId13"/>
    <p:sldLayoutId id="2147483671" r:id="rId14"/>
    <p:sldLayoutId id="2147483672" r:id="rId15"/>
    <p:sldLayoutId id="2147483673" r:id="rId16"/>
  </p:sldLayoutIdLst>
  <p:txStyles>
    <p:titleStyle>
      <a:lvl1pPr algn="l" defTabSz="914400" rtl="0" eaLnBrk="1" latinLnBrk="0" hangingPunct="1">
        <a:lnSpc>
          <a:spcPct val="90000"/>
        </a:lnSpc>
        <a:spcBef>
          <a:spcPct val="0"/>
        </a:spcBef>
        <a:buNone/>
        <a:defRPr sz="2400" b="1" kern="1200">
          <a:solidFill>
            <a:srgbClr val="1B4D81"/>
          </a:solidFill>
          <a:latin typeface="Lato" panose="020F0502020204030203" pitchFamily="34" charset="0"/>
          <a:ea typeface="+mj-ea"/>
          <a:cs typeface="+mj-cs"/>
        </a:defRPr>
      </a:lvl1pPr>
    </p:titleStyle>
    <p:bodyStyle>
      <a:lvl1pPr marL="176213" indent="-176213" algn="l" defTabSz="914400" rtl="0" eaLnBrk="1" latinLnBrk="0" hangingPunct="1">
        <a:lnSpc>
          <a:spcPct val="100000"/>
        </a:lnSpc>
        <a:spcBef>
          <a:spcPts val="1000"/>
        </a:spcBef>
        <a:buFont typeface="Wingdings" pitchFamily="2" charset="2"/>
        <a:buChar char="§"/>
        <a:tabLst/>
        <a:defRPr sz="1600" kern="1200">
          <a:solidFill>
            <a:srgbClr val="393A39"/>
          </a:solidFill>
          <a:latin typeface="Lato" panose="020F0502020204030203" pitchFamily="34" charset="0"/>
          <a:ea typeface="+mn-ea"/>
          <a:cs typeface="+mn-cs"/>
        </a:defRPr>
      </a:lvl1pPr>
      <a:lvl2pPr marL="514350" indent="-222250" algn="l" defTabSz="914400" rtl="0" eaLnBrk="1" latinLnBrk="0" hangingPunct="1">
        <a:lnSpc>
          <a:spcPct val="100000"/>
        </a:lnSpc>
        <a:spcBef>
          <a:spcPts val="500"/>
        </a:spcBef>
        <a:buFontTx/>
        <a:buBlip>
          <a:blip r:embed="rId19"/>
        </a:buBlip>
        <a:tabLst/>
        <a:defRPr sz="1400" kern="1200">
          <a:solidFill>
            <a:srgbClr val="393A39"/>
          </a:solidFill>
          <a:latin typeface="Lato" panose="020F0502020204030203" pitchFamily="34" charset="0"/>
          <a:ea typeface="+mn-ea"/>
          <a:cs typeface="+mn-cs"/>
        </a:defRPr>
      </a:lvl2pPr>
      <a:lvl3pPr marL="746125" indent="-169863" algn="l" defTabSz="806450" rtl="0" eaLnBrk="1" latinLnBrk="0" hangingPunct="1">
        <a:lnSpc>
          <a:spcPct val="100000"/>
        </a:lnSpc>
        <a:spcBef>
          <a:spcPts val="500"/>
        </a:spcBef>
        <a:buFont typeface="Arial" panose="020B0604020202020204" pitchFamily="34" charset="0"/>
        <a:buChar char="•"/>
        <a:tabLst/>
        <a:defRPr sz="1200" kern="1200">
          <a:solidFill>
            <a:srgbClr val="393A39"/>
          </a:solidFill>
          <a:latin typeface="Lato" panose="020F0502020204030203"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F58E3-9A58-46F0-BF14-7D50442D181F}"/>
              </a:ext>
            </a:extLst>
          </p:cNvPr>
          <p:cNvSpPr>
            <a:spLocks noGrp="1"/>
          </p:cNvSpPr>
          <p:nvPr>
            <p:ph type="title"/>
          </p:nvPr>
        </p:nvSpPr>
        <p:spPr>
          <a:xfrm>
            <a:off x="628650" y="285750"/>
            <a:ext cx="8058150" cy="742951"/>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4A2A96-2EF0-4D95-8F42-7400F1711668}"/>
              </a:ext>
            </a:extLst>
          </p:cNvPr>
          <p:cNvSpPr>
            <a:spLocks noGrp="1"/>
          </p:cNvSpPr>
          <p:nvPr>
            <p:ph type="body" idx="1"/>
          </p:nvPr>
        </p:nvSpPr>
        <p:spPr>
          <a:xfrm>
            <a:off x="628650" y="1028701"/>
            <a:ext cx="8058150" cy="375284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014858042"/>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Lst>
  <p:txStyles>
    <p:titleStyle>
      <a:lvl1pPr algn="l" defTabSz="914400" rtl="0" eaLnBrk="1" latinLnBrk="0" hangingPunct="1">
        <a:lnSpc>
          <a:spcPct val="90000"/>
        </a:lnSpc>
        <a:spcBef>
          <a:spcPct val="0"/>
        </a:spcBef>
        <a:buNone/>
        <a:defRPr sz="2400" b="1" kern="1200">
          <a:solidFill>
            <a:srgbClr val="1B4D81"/>
          </a:solidFill>
          <a:latin typeface="Lato" panose="020F0502020204030203" pitchFamily="34" charset="0"/>
          <a:ea typeface="+mj-ea"/>
          <a:cs typeface="+mj-cs"/>
        </a:defRPr>
      </a:lvl1pPr>
    </p:titleStyle>
    <p:bodyStyle>
      <a:lvl1pPr marL="176213" indent="-176213" algn="l" defTabSz="914400" rtl="0" eaLnBrk="1" latinLnBrk="0" hangingPunct="1">
        <a:lnSpc>
          <a:spcPct val="100000"/>
        </a:lnSpc>
        <a:spcBef>
          <a:spcPts val="1000"/>
        </a:spcBef>
        <a:buFont typeface="Wingdings" pitchFamily="2" charset="2"/>
        <a:buChar char="§"/>
        <a:tabLst/>
        <a:defRPr sz="1600" kern="1200">
          <a:solidFill>
            <a:srgbClr val="393A39"/>
          </a:solidFill>
          <a:latin typeface="Lato" panose="020F0502020204030203" pitchFamily="34" charset="0"/>
          <a:ea typeface="+mn-ea"/>
          <a:cs typeface="+mn-cs"/>
        </a:defRPr>
      </a:lvl1pPr>
      <a:lvl2pPr marL="514350" indent="-222250" algn="l" defTabSz="914400" rtl="0" eaLnBrk="1" latinLnBrk="0" hangingPunct="1">
        <a:lnSpc>
          <a:spcPct val="100000"/>
        </a:lnSpc>
        <a:spcBef>
          <a:spcPts val="500"/>
        </a:spcBef>
        <a:buFontTx/>
        <a:buBlip>
          <a:blip r:embed="rId19"/>
        </a:buBlip>
        <a:tabLst/>
        <a:defRPr sz="1400" kern="1200">
          <a:solidFill>
            <a:srgbClr val="393A39"/>
          </a:solidFill>
          <a:latin typeface="Lato" panose="020F0502020204030203" pitchFamily="34" charset="0"/>
          <a:ea typeface="+mn-ea"/>
          <a:cs typeface="+mn-cs"/>
        </a:defRPr>
      </a:lvl2pPr>
      <a:lvl3pPr marL="746125" indent="-169863" algn="l" defTabSz="806450" rtl="0" eaLnBrk="1" latinLnBrk="0" hangingPunct="1">
        <a:lnSpc>
          <a:spcPct val="100000"/>
        </a:lnSpc>
        <a:spcBef>
          <a:spcPts val="500"/>
        </a:spcBef>
        <a:buFont typeface="Arial" panose="020B0604020202020204" pitchFamily="34" charset="0"/>
        <a:buChar char="•"/>
        <a:tabLst/>
        <a:defRPr sz="1200" kern="1200">
          <a:solidFill>
            <a:srgbClr val="393A39"/>
          </a:solidFill>
          <a:latin typeface="Lato" panose="020F0502020204030203"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F58E3-9A58-46F0-BF14-7D50442D181F}"/>
              </a:ext>
            </a:extLst>
          </p:cNvPr>
          <p:cNvSpPr>
            <a:spLocks noGrp="1"/>
          </p:cNvSpPr>
          <p:nvPr>
            <p:ph type="title"/>
          </p:nvPr>
        </p:nvSpPr>
        <p:spPr>
          <a:xfrm>
            <a:off x="628650" y="285750"/>
            <a:ext cx="8058150" cy="742951"/>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4A2A96-2EF0-4D95-8F42-7400F1711668}"/>
              </a:ext>
            </a:extLst>
          </p:cNvPr>
          <p:cNvSpPr>
            <a:spLocks noGrp="1"/>
          </p:cNvSpPr>
          <p:nvPr>
            <p:ph type="body" idx="1"/>
          </p:nvPr>
        </p:nvSpPr>
        <p:spPr>
          <a:xfrm>
            <a:off x="628650" y="1028701"/>
            <a:ext cx="8058150" cy="375284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623287439"/>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Lst>
  <p:txStyles>
    <p:titleStyle>
      <a:lvl1pPr algn="l" defTabSz="914400" rtl="0" eaLnBrk="1" latinLnBrk="0" hangingPunct="1">
        <a:lnSpc>
          <a:spcPct val="90000"/>
        </a:lnSpc>
        <a:spcBef>
          <a:spcPct val="0"/>
        </a:spcBef>
        <a:buNone/>
        <a:defRPr sz="2400" b="1" kern="1200">
          <a:solidFill>
            <a:srgbClr val="1B4D81"/>
          </a:solidFill>
          <a:latin typeface="Lato" panose="020F0502020204030203" pitchFamily="34" charset="0"/>
          <a:ea typeface="+mj-ea"/>
          <a:cs typeface="+mj-cs"/>
        </a:defRPr>
      </a:lvl1pPr>
    </p:titleStyle>
    <p:bodyStyle>
      <a:lvl1pPr marL="176213" indent="-176213" algn="l" defTabSz="914400" rtl="0" eaLnBrk="1" latinLnBrk="0" hangingPunct="1">
        <a:lnSpc>
          <a:spcPct val="100000"/>
        </a:lnSpc>
        <a:spcBef>
          <a:spcPts val="1000"/>
        </a:spcBef>
        <a:buFont typeface="Wingdings" pitchFamily="2" charset="2"/>
        <a:buChar char="§"/>
        <a:tabLst/>
        <a:defRPr sz="1600" kern="1200">
          <a:solidFill>
            <a:srgbClr val="393A39"/>
          </a:solidFill>
          <a:latin typeface="Lato" panose="020F0502020204030203" pitchFamily="34" charset="0"/>
          <a:ea typeface="+mn-ea"/>
          <a:cs typeface="+mn-cs"/>
        </a:defRPr>
      </a:lvl1pPr>
      <a:lvl2pPr marL="514350" indent="-222250" algn="l" defTabSz="914400" rtl="0" eaLnBrk="1" latinLnBrk="0" hangingPunct="1">
        <a:lnSpc>
          <a:spcPct val="100000"/>
        </a:lnSpc>
        <a:spcBef>
          <a:spcPts val="500"/>
        </a:spcBef>
        <a:buFontTx/>
        <a:buBlip>
          <a:blip r:embed="rId19"/>
        </a:buBlip>
        <a:tabLst/>
        <a:defRPr sz="1400" kern="1200">
          <a:solidFill>
            <a:srgbClr val="393A39"/>
          </a:solidFill>
          <a:latin typeface="Lato" panose="020F0502020204030203" pitchFamily="34" charset="0"/>
          <a:ea typeface="+mn-ea"/>
          <a:cs typeface="+mn-cs"/>
        </a:defRPr>
      </a:lvl2pPr>
      <a:lvl3pPr marL="746125" indent="-169863" algn="l" defTabSz="806450" rtl="0" eaLnBrk="1" latinLnBrk="0" hangingPunct="1">
        <a:lnSpc>
          <a:spcPct val="100000"/>
        </a:lnSpc>
        <a:spcBef>
          <a:spcPts val="500"/>
        </a:spcBef>
        <a:buFont typeface="Arial" panose="020B0604020202020204" pitchFamily="34" charset="0"/>
        <a:buChar char="•"/>
        <a:tabLst/>
        <a:defRPr sz="1200" kern="1200">
          <a:solidFill>
            <a:srgbClr val="393A39"/>
          </a:solidFill>
          <a:latin typeface="Lato" panose="020F0502020204030203"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F58E3-9A58-46F0-BF14-7D50442D181F}"/>
              </a:ext>
            </a:extLst>
          </p:cNvPr>
          <p:cNvSpPr>
            <a:spLocks noGrp="1"/>
          </p:cNvSpPr>
          <p:nvPr>
            <p:ph type="title"/>
          </p:nvPr>
        </p:nvSpPr>
        <p:spPr>
          <a:xfrm>
            <a:off x="457200" y="590551"/>
            <a:ext cx="8229600" cy="742951"/>
          </a:xfrm>
          <a:prstGeom prst="rect">
            <a:avLst/>
          </a:prstGeom>
        </p:spPr>
        <p:txBody>
          <a:bodyPr vert="horz" lIns="0" tIns="45720" rIns="91440" bIns="45720" rtlCol="0" anchor="ctr">
            <a:normAutofit/>
          </a:bodyPr>
          <a:lstStyle/>
          <a:p>
            <a:r>
              <a:rPr lang="en-US" dirty="0"/>
              <a:t>Title goes here, can be aligned top middle or </a:t>
            </a:r>
            <a:r>
              <a:rPr lang="en-US" dirty="0" err="1"/>
              <a:t>botton</a:t>
            </a:r>
            <a:r>
              <a:rPr lang="en-US" dirty="0"/>
              <a:t> depending on if one or two lines or if you need more space*</a:t>
            </a:r>
          </a:p>
        </p:txBody>
      </p:sp>
      <p:sp>
        <p:nvSpPr>
          <p:cNvPr id="3" name="Text Placeholder 2">
            <a:extLst>
              <a:ext uri="{FF2B5EF4-FFF2-40B4-BE49-F238E27FC236}">
                <a16:creationId xmlns:a16="http://schemas.microsoft.com/office/drawing/2014/main" id="{504A2A96-2EF0-4D95-8F42-7400F1711668}"/>
              </a:ext>
            </a:extLst>
          </p:cNvPr>
          <p:cNvSpPr>
            <a:spLocks noGrp="1"/>
          </p:cNvSpPr>
          <p:nvPr>
            <p:ph type="body" idx="1"/>
          </p:nvPr>
        </p:nvSpPr>
        <p:spPr>
          <a:xfrm>
            <a:off x="457200" y="1333502"/>
            <a:ext cx="8229600" cy="3752848"/>
          </a:xfrm>
          <a:prstGeom prst="rect">
            <a:avLst/>
          </a:prstGeom>
        </p:spPr>
        <p:txBody>
          <a:bodyPr vert="horz" lIns="0" tIns="45720" rIns="91440" bIns="45720" rtlCol="0">
            <a:normAutofit/>
          </a:bodyPr>
          <a:lstStyle/>
          <a:p>
            <a:pPr lvl="0"/>
            <a:r>
              <a:rPr lang="en-US" dirty="0"/>
              <a:t>Edit Master text styles</a:t>
            </a:r>
          </a:p>
          <a:p>
            <a:pPr lvl="1"/>
            <a:r>
              <a:rPr lang="en-US" dirty="0"/>
              <a:t>Second level</a:t>
            </a:r>
          </a:p>
          <a:p>
            <a:pPr lvl="2"/>
            <a:r>
              <a:rPr lang="en-US" dirty="0"/>
              <a:t>Third level</a:t>
            </a:r>
          </a:p>
          <a:p>
            <a:pPr lvl="2"/>
            <a:endParaRPr lang="en-US" dirty="0"/>
          </a:p>
        </p:txBody>
      </p:sp>
      <p:pic>
        <p:nvPicPr>
          <p:cNvPr id="4" name="Picture 3">
            <a:extLst>
              <a:ext uri="{FF2B5EF4-FFF2-40B4-BE49-F238E27FC236}">
                <a16:creationId xmlns:a16="http://schemas.microsoft.com/office/drawing/2014/main" id="{284C3CF7-F723-BC42-B7DB-6D86FD29A3CC}"/>
              </a:ext>
            </a:extLst>
          </p:cNvPr>
          <p:cNvPicPr>
            <a:picLocks noChangeAspect="1"/>
          </p:cNvPicPr>
          <p:nvPr/>
        </p:nvPicPr>
        <p:blipFill rotWithShape="1">
          <a:blip r:embed="rId68"/>
          <a:srcRect l="24096"/>
          <a:stretch/>
        </p:blipFill>
        <p:spPr>
          <a:xfrm>
            <a:off x="0" y="115218"/>
            <a:ext cx="1066800" cy="287051"/>
          </a:xfrm>
          <a:prstGeom prst="rect">
            <a:avLst/>
          </a:prstGeom>
        </p:spPr>
      </p:pic>
      <p:pic>
        <p:nvPicPr>
          <p:cNvPr id="5" name="Picture 4">
            <a:extLst>
              <a:ext uri="{FF2B5EF4-FFF2-40B4-BE49-F238E27FC236}">
                <a16:creationId xmlns:a16="http://schemas.microsoft.com/office/drawing/2014/main" id="{9D8C6C3B-5A9F-C14B-8A1F-56763A67C66E}"/>
              </a:ext>
            </a:extLst>
          </p:cNvPr>
          <p:cNvPicPr>
            <a:picLocks noChangeAspect="1"/>
          </p:cNvPicPr>
          <p:nvPr/>
        </p:nvPicPr>
        <p:blipFill>
          <a:blip r:embed="rId69"/>
          <a:stretch>
            <a:fillRect/>
          </a:stretch>
        </p:blipFill>
        <p:spPr>
          <a:xfrm>
            <a:off x="115779" y="223914"/>
            <a:ext cx="752320" cy="69658"/>
          </a:xfrm>
          <a:prstGeom prst="rect">
            <a:avLst/>
          </a:prstGeom>
        </p:spPr>
      </p:pic>
      <p:pic>
        <p:nvPicPr>
          <p:cNvPr id="6" name="Picture 5">
            <a:extLst>
              <a:ext uri="{FF2B5EF4-FFF2-40B4-BE49-F238E27FC236}">
                <a16:creationId xmlns:a16="http://schemas.microsoft.com/office/drawing/2014/main" id="{802F9C26-0B9A-EABE-0257-CE7238758DB7}"/>
              </a:ext>
            </a:extLst>
          </p:cNvPr>
          <p:cNvPicPr>
            <a:picLocks noChangeAspect="1"/>
          </p:cNvPicPr>
          <p:nvPr/>
        </p:nvPicPr>
        <p:blipFill rotWithShape="1">
          <a:blip r:embed="rId68"/>
          <a:srcRect l="24096"/>
          <a:stretch/>
        </p:blipFill>
        <p:spPr>
          <a:xfrm>
            <a:off x="0" y="115217"/>
            <a:ext cx="1066800" cy="287051"/>
          </a:xfrm>
          <a:prstGeom prst="rect">
            <a:avLst/>
          </a:prstGeom>
        </p:spPr>
      </p:pic>
      <p:pic>
        <p:nvPicPr>
          <p:cNvPr id="7" name="Picture 6">
            <a:extLst>
              <a:ext uri="{FF2B5EF4-FFF2-40B4-BE49-F238E27FC236}">
                <a16:creationId xmlns:a16="http://schemas.microsoft.com/office/drawing/2014/main" id="{21DDEEF3-0E16-16B5-F551-D873FF1386C9}"/>
              </a:ext>
            </a:extLst>
          </p:cNvPr>
          <p:cNvPicPr>
            <a:picLocks noChangeAspect="1"/>
          </p:cNvPicPr>
          <p:nvPr/>
        </p:nvPicPr>
        <p:blipFill>
          <a:blip r:embed="rId69"/>
          <a:stretch>
            <a:fillRect/>
          </a:stretch>
        </p:blipFill>
        <p:spPr>
          <a:xfrm>
            <a:off x="115778" y="223913"/>
            <a:ext cx="752320" cy="69658"/>
          </a:xfrm>
          <a:prstGeom prst="rect">
            <a:avLst/>
          </a:prstGeom>
        </p:spPr>
      </p:pic>
    </p:spTree>
    <p:extLst>
      <p:ext uri="{BB962C8B-B14F-4D97-AF65-F5344CB8AC3E}">
        <p14:creationId xmlns:p14="http://schemas.microsoft.com/office/powerpoint/2010/main" val="2384000262"/>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 id="2147483727" r:id="rId18"/>
    <p:sldLayoutId id="2147483728" r:id="rId19"/>
    <p:sldLayoutId id="2147483729" r:id="rId20"/>
    <p:sldLayoutId id="2147483730" r:id="rId21"/>
    <p:sldLayoutId id="2147483731" r:id="rId22"/>
    <p:sldLayoutId id="2147483732" r:id="rId23"/>
    <p:sldLayoutId id="2147483733" r:id="rId24"/>
    <p:sldLayoutId id="2147483734" r:id="rId25"/>
    <p:sldLayoutId id="2147483735" r:id="rId26"/>
    <p:sldLayoutId id="2147483736" r:id="rId27"/>
    <p:sldLayoutId id="2147483737" r:id="rId28"/>
    <p:sldLayoutId id="2147483738" r:id="rId29"/>
    <p:sldLayoutId id="2147483739" r:id="rId30"/>
    <p:sldLayoutId id="2147483740" r:id="rId31"/>
    <p:sldLayoutId id="2147483741" r:id="rId32"/>
    <p:sldLayoutId id="2147483742" r:id="rId33"/>
    <p:sldLayoutId id="2147483743" r:id="rId34"/>
    <p:sldLayoutId id="2147483744" r:id="rId35"/>
    <p:sldLayoutId id="2147483745" r:id="rId36"/>
    <p:sldLayoutId id="2147483746" r:id="rId37"/>
    <p:sldLayoutId id="2147483747" r:id="rId38"/>
    <p:sldLayoutId id="2147483748" r:id="rId39"/>
    <p:sldLayoutId id="2147483749" r:id="rId40"/>
    <p:sldLayoutId id="2147483750" r:id="rId41"/>
    <p:sldLayoutId id="2147483751" r:id="rId42"/>
    <p:sldLayoutId id="2147483752" r:id="rId43"/>
    <p:sldLayoutId id="2147483753" r:id="rId44"/>
    <p:sldLayoutId id="2147483754" r:id="rId45"/>
    <p:sldLayoutId id="2147483755" r:id="rId46"/>
    <p:sldLayoutId id="2147483756" r:id="rId47"/>
    <p:sldLayoutId id="2147483757" r:id="rId48"/>
    <p:sldLayoutId id="2147483758" r:id="rId49"/>
    <p:sldLayoutId id="2147483759" r:id="rId50"/>
    <p:sldLayoutId id="2147483760" r:id="rId51"/>
    <p:sldLayoutId id="2147483761" r:id="rId52"/>
    <p:sldLayoutId id="2147483762" r:id="rId53"/>
    <p:sldLayoutId id="2147483763" r:id="rId54"/>
    <p:sldLayoutId id="2147483764" r:id="rId55"/>
    <p:sldLayoutId id="2147483765" r:id="rId56"/>
    <p:sldLayoutId id="2147483766" r:id="rId57"/>
    <p:sldLayoutId id="2147483767" r:id="rId58"/>
    <p:sldLayoutId id="2147483768" r:id="rId59"/>
    <p:sldLayoutId id="2147483769" r:id="rId60"/>
    <p:sldLayoutId id="2147483770" r:id="rId61"/>
    <p:sldLayoutId id="2147483771" r:id="rId62"/>
    <p:sldLayoutId id="2147483772" r:id="rId63"/>
    <p:sldLayoutId id="2147483773" r:id="rId64"/>
    <p:sldLayoutId id="2147483774" r:id="rId65"/>
    <p:sldLayoutId id="2147483775" r:id="rId66"/>
  </p:sldLayoutIdLst>
  <p:txStyles>
    <p:titleStyle>
      <a:lvl1pPr algn="l" defTabSz="914378" rtl="0" eaLnBrk="1" latinLnBrk="0" hangingPunct="1">
        <a:lnSpc>
          <a:spcPct val="90000"/>
        </a:lnSpc>
        <a:spcBef>
          <a:spcPct val="0"/>
        </a:spcBef>
        <a:buNone/>
        <a:defRPr sz="2400" b="1" kern="1200">
          <a:solidFill>
            <a:schemeClr val="accent1"/>
          </a:solidFill>
          <a:latin typeface="Lato" panose="020F0502020204030203" pitchFamily="34" charset="0"/>
          <a:ea typeface="+mj-ea"/>
          <a:cs typeface="+mj-cs"/>
        </a:defRPr>
      </a:lvl1pPr>
    </p:titleStyle>
    <p:bodyStyle>
      <a:lvl1pPr marL="176209" indent="-176209" algn="l" defTabSz="914378" rtl="0" eaLnBrk="1" latinLnBrk="0" hangingPunct="1">
        <a:lnSpc>
          <a:spcPct val="100000"/>
        </a:lnSpc>
        <a:spcBef>
          <a:spcPts val="1000"/>
        </a:spcBef>
        <a:buFont typeface="Wingdings" pitchFamily="2" charset="2"/>
        <a:buChar char="§"/>
        <a:tabLst/>
        <a:defRPr sz="1600" kern="1200">
          <a:solidFill>
            <a:srgbClr val="393A39"/>
          </a:solidFill>
          <a:latin typeface="Lato" panose="020F0502020204030203" pitchFamily="34" charset="0"/>
          <a:ea typeface="+mn-ea"/>
          <a:cs typeface="+mn-cs"/>
        </a:defRPr>
      </a:lvl1pPr>
      <a:lvl2pPr marL="514337" indent="-222245" algn="l" defTabSz="914378" rtl="0" eaLnBrk="1" latinLnBrk="0" hangingPunct="1">
        <a:lnSpc>
          <a:spcPct val="100000"/>
        </a:lnSpc>
        <a:spcBef>
          <a:spcPts val="500"/>
        </a:spcBef>
        <a:buFontTx/>
        <a:buBlip>
          <a:blip r:embed="rId70"/>
        </a:buBlip>
        <a:tabLst/>
        <a:defRPr sz="1400" kern="1200">
          <a:solidFill>
            <a:srgbClr val="393A39"/>
          </a:solidFill>
          <a:latin typeface="Lato" panose="020F0502020204030203" pitchFamily="34" charset="0"/>
          <a:ea typeface="+mn-ea"/>
          <a:cs typeface="+mn-cs"/>
        </a:defRPr>
      </a:lvl2pPr>
      <a:lvl3pPr marL="746106" indent="-169859" algn="l" defTabSz="806430" rtl="0" eaLnBrk="1" latinLnBrk="0" hangingPunct="1">
        <a:lnSpc>
          <a:spcPct val="100000"/>
        </a:lnSpc>
        <a:spcBef>
          <a:spcPts val="500"/>
        </a:spcBef>
        <a:buFont typeface="Arial" panose="020B0604020202020204" pitchFamily="34" charset="0"/>
        <a:buChar char="•"/>
        <a:tabLst/>
        <a:defRPr sz="1200" kern="1200">
          <a:solidFill>
            <a:srgbClr val="393A39"/>
          </a:solidFill>
          <a:latin typeface="Lato" panose="020F0502020204030203" pitchFamily="34" charset="0"/>
          <a:ea typeface="+mn-ea"/>
          <a:cs typeface="+mn-cs"/>
        </a:defRPr>
      </a:lvl3pPr>
      <a:lvl4pPr marL="1371566" indent="0" algn="l" defTabSz="914378"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4pPr>
      <a:lvl5pPr marL="1828754" indent="0" algn="l" defTabSz="914378"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F58E3-9A58-46F0-BF14-7D50442D181F}"/>
              </a:ext>
            </a:extLst>
          </p:cNvPr>
          <p:cNvSpPr>
            <a:spLocks noGrp="1"/>
          </p:cNvSpPr>
          <p:nvPr>
            <p:ph type="title"/>
          </p:nvPr>
        </p:nvSpPr>
        <p:spPr>
          <a:xfrm>
            <a:off x="457200" y="590550"/>
            <a:ext cx="8229600" cy="742951"/>
          </a:xfrm>
          <a:prstGeom prst="rect">
            <a:avLst/>
          </a:prstGeom>
        </p:spPr>
        <p:txBody>
          <a:bodyPr vert="horz" lIns="0" tIns="45720" rIns="91440" bIns="45720" rtlCol="0" anchor="ctr">
            <a:normAutofit/>
          </a:bodyPr>
          <a:lstStyle/>
          <a:p>
            <a:r>
              <a:rPr lang="en-US" dirty="0"/>
              <a:t>Title goes here, can be aligned top middle or </a:t>
            </a:r>
            <a:r>
              <a:rPr lang="en-US" dirty="0" err="1"/>
              <a:t>botton</a:t>
            </a:r>
            <a:r>
              <a:rPr lang="en-US" dirty="0"/>
              <a:t> depending on if one or two lines or if you need more space*</a:t>
            </a:r>
          </a:p>
        </p:txBody>
      </p:sp>
      <p:sp>
        <p:nvSpPr>
          <p:cNvPr id="3" name="Text Placeholder 2">
            <a:extLst>
              <a:ext uri="{FF2B5EF4-FFF2-40B4-BE49-F238E27FC236}">
                <a16:creationId xmlns:a16="http://schemas.microsoft.com/office/drawing/2014/main" id="{504A2A96-2EF0-4D95-8F42-7400F1711668}"/>
              </a:ext>
            </a:extLst>
          </p:cNvPr>
          <p:cNvSpPr>
            <a:spLocks noGrp="1"/>
          </p:cNvSpPr>
          <p:nvPr>
            <p:ph type="body" idx="1"/>
          </p:nvPr>
        </p:nvSpPr>
        <p:spPr>
          <a:xfrm>
            <a:off x="457200" y="1333501"/>
            <a:ext cx="8229600" cy="3752848"/>
          </a:xfrm>
          <a:prstGeom prst="rect">
            <a:avLst/>
          </a:prstGeom>
        </p:spPr>
        <p:txBody>
          <a:bodyPr vert="horz" lIns="0" tIns="45720" rIns="91440" bIns="45720" rtlCol="0">
            <a:normAutofit/>
          </a:bodyPr>
          <a:lstStyle/>
          <a:p>
            <a:pPr lvl="0"/>
            <a:r>
              <a:rPr lang="en-US" dirty="0"/>
              <a:t>Edit Master text styles</a:t>
            </a:r>
          </a:p>
          <a:p>
            <a:pPr lvl="1"/>
            <a:r>
              <a:rPr lang="en-US" dirty="0"/>
              <a:t>Second level</a:t>
            </a:r>
          </a:p>
          <a:p>
            <a:pPr lvl="2"/>
            <a:r>
              <a:rPr lang="en-US" dirty="0"/>
              <a:t>Third level</a:t>
            </a:r>
          </a:p>
          <a:p>
            <a:pPr lvl="2"/>
            <a:endParaRPr lang="en-US" dirty="0"/>
          </a:p>
        </p:txBody>
      </p:sp>
      <p:pic>
        <p:nvPicPr>
          <p:cNvPr id="4" name="Picture 3">
            <a:extLst>
              <a:ext uri="{FF2B5EF4-FFF2-40B4-BE49-F238E27FC236}">
                <a16:creationId xmlns:a16="http://schemas.microsoft.com/office/drawing/2014/main" id="{284C3CF7-F723-BC42-B7DB-6D86FD29A3CC}"/>
              </a:ext>
            </a:extLst>
          </p:cNvPr>
          <p:cNvPicPr>
            <a:picLocks noChangeAspect="1"/>
          </p:cNvPicPr>
          <p:nvPr/>
        </p:nvPicPr>
        <p:blipFill rotWithShape="1">
          <a:blip r:embed="rId56"/>
          <a:srcRect l="24096"/>
          <a:stretch/>
        </p:blipFill>
        <p:spPr>
          <a:xfrm>
            <a:off x="0" y="115217"/>
            <a:ext cx="1066800" cy="287051"/>
          </a:xfrm>
          <a:prstGeom prst="rect">
            <a:avLst/>
          </a:prstGeom>
        </p:spPr>
      </p:pic>
      <p:pic>
        <p:nvPicPr>
          <p:cNvPr id="5" name="Picture 4">
            <a:extLst>
              <a:ext uri="{FF2B5EF4-FFF2-40B4-BE49-F238E27FC236}">
                <a16:creationId xmlns:a16="http://schemas.microsoft.com/office/drawing/2014/main" id="{9D8C6C3B-5A9F-C14B-8A1F-56763A67C66E}"/>
              </a:ext>
            </a:extLst>
          </p:cNvPr>
          <p:cNvPicPr>
            <a:picLocks noChangeAspect="1"/>
          </p:cNvPicPr>
          <p:nvPr/>
        </p:nvPicPr>
        <p:blipFill>
          <a:blip r:embed="rId57"/>
          <a:stretch>
            <a:fillRect/>
          </a:stretch>
        </p:blipFill>
        <p:spPr>
          <a:xfrm>
            <a:off x="115778" y="223913"/>
            <a:ext cx="752320" cy="69658"/>
          </a:xfrm>
          <a:prstGeom prst="rect">
            <a:avLst/>
          </a:prstGeom>
        </p:spPr>
      </p:pic>
    </p:spTree>
    <p:extLst>
      <p:ext uri="{BB962C8B-B14F-4D97-AF65-F5344CB8AC3E}">
        <p14:creationId xmlns:p14="http://schemas.microsoft.com/office/powerpoint/2010/main" val="865343265"/>
      </p:ext>
    </p:extLst>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 id="2147483788" r:id="rId12"/>
    <p:sldLayoutId id="2147483789" r:id="rId13"/>
    <p:sldLayoutId id="2147483790" r:id="rId14"/>
    <p:sldLayoutId id="2147483791" r:id="rId15"/>
    <p:sldLayoutId id="2147483792" r:id="rId16"/>
    <p:sldLayoutId id="2147483793" r:id="rId17"/>
    <p:sldLayoutId id="2147483794" r:id="rId18"/>
    <p:sldLayoutId id="2147483795" r:id="rId19"/>
    <p:sldLayoutId id="2147483796" r:id="rId20"/>
    <p:sldLayoutId id="2147483797" r:id="rId21"/>
    <p:sldLayoutId id="2147483798" r:id="rId22"/>
    <p:sldLayoutId id="2147483799" r:id="rId23"/>
    <p:sldLayoutId id="2147483800" r:id="rId24"/>
    <p:sldLayoutId id="2147483801" r:id="rId25"/>
    <p:sldLayoutId id="2147483802" r:id="rId26"/>
    <p:sldLayoutId id="2147483803" r:id="rId27"/>
    <p:sldLayoutId id="2147483804" r:id="rId28"/>
    <p:sldLayoutId id="2147483805" r:id="rId29"/>
    <p:sldLayoutId id="2147483806" r:id="rId30"/>
    <p:sldLayoutId id="2147483807" r:id="rId31"/>
    <p:sldLayoutId id="2147483808" r:id="rId32"/>
    <p:sldLayoutId id="2147483809" r:id="rId33"/>
    <p:sldLayoutId id="2147483810" r:id="rId34"/>
    <p:sldLayoutId id="2147483811" r:id="rId35"/>
    <p:sldLayoutId id="2147483812" r:id="rId36"/>
    <p:sldLayoutId id="2147483813" r:id="rId37"/>
    <p:sldLayoutId id="2147483814" r:id="rId38"/>
    <p:sldLayoutId id="2147483815" r:id="rId39"/>
    <p:sldLayoutId id="2147483816" r:id="rId40"/>
    <p:sldLayoutId id="2147483817" r:id="rId41"/>
    <p:sldLayoutId id="2147483818" r:id="rId42"/>
    <p:sldLayoutId id="2147483819" r:id="rId43"/>
    <p:sldLayoutId id="2147483820" r:id="rId44"/>
    <p:sldLayoutId id="2147483821" r:id="rId45"/>
    <p:sldLayoutId id="2147483822" r:id="rId46"/>
    <p:sldLayoutId id="2147483823" r:id="rId47"/>
    <p:sldLayoutId id="2147483824" r:id="rId48"/>
    <p:sldLayoutId id="2147483825" r:id="rId49"/>
    <p:sldLayoutId id="2147483826" r:id="rId50"/>
    <p:sldLayoutId id="2147483827" r:id="rId51"/>
    <p:sldLayoutId id="2147483828" r:id="rId52"/>
    <p:sldLayoutId id="2147483829" r:id="rId53"/>
    <p:sldLayoutId id="2147483830" r:id="rId54"/>
  </p:sldLayoutIdLst>
  <p:txStyles>
    <p:titleStyle>
      <a:lvl1pPr algn="l" defTabSz="914400" rtl="0" eaLnBrk="1" latinLnBrk="0" hangingPunct="1">
        <a:lnSpc>
          <a:spcPct val="90000"/>
        </a:lnSpc>
        <a:spcBef>
          <a:spcPct val="0"/>
        </a:spcBef>
        <a:buNone/>
        <a:defRPr sz="2400" b="1" kern="1200">
          <a:solidFill>
            <a:srgbClr val="1B4D81"/>
          </a:solidFill>
          <a:latin typeface="Lato" panose="020F0502020204030203" pitchFamily="34" charset="0"/>
          <a:ea typeface="+mj-ea"/>
          <a:cs typeface="+mj-cs"/>
        </a:defRPr>
      </a:lvl1pPr>
    </p:titleStyle>
    <p:bodyStyle>
      <a:lvl1pPr marL="176213" indent="-176213" algn="l" defTabSz="914400" rtl="0" eaLnBrk="1" latinLnBrk="0" hangingPunct="1">
        <a:lnSpc>
          <a:spcPct val="100000"/>
        </a:lnSpc>
        <a:spcBef>
          <a:spcPts val="1000"/>
        </a:spcBef>
        <a:buFont typeface="Wingdings" pitchFamily="2" charset="2"/>
        <a:buChar char="§"/>
        <a:tabLst/>
        <a:defRPr sz="1600" kern="1200">
          <a:solidFill>
            <a:srgbClr val="393A39"/>
          </a:solidFill>
          <a:latin typeface="Lato" panose="020F0502020204030203" pitchFamily="34" charset="0"/>
          <a:ea typeface="+mn-ea"/>
          <a:cs typeface="+mn-cs"/>
        </a:defRPr>
      </a:lvl1pPr>
      <a:lvl2pPr marL="514350" indent="-222250" algn="l" defTabSz="914400" rtl="0" eaLnBrk="1" latinLnBrk="0" hangingPunct="1">
        <a:lnSpc>
          <a:spcPct val="100000"/>
        </a:lnSpc>
        <a:spcBef>
          <a:spcPts val="500"/>
        </a:spcBef>
        <a:buFontTx/>
        <a:buBlip>
          <a:blip r:embed="rId58"/>
        </a:buBlip>
        <a:tabLst/>
        <a:defRPr sz="1400" kern="1200">
          <a:solidFill>
            <a:srgbClr val="393A39"/>
          </a:solidFill>
          <a:latin typeface="Lato" panose="020F0502020204030203" pitchFamily="34" charset="0"/>
          <a:ea typeface="+mn-ea"/>
          <a:cs typeface="+mn-cs"/>
        </a:defRPr>
      </a:lvl2pPr>
      <a:lvl3pPr marL="746125" indent="-169863" algn="l" defTabSz="806450" rtl="0" eaLnBrk="1" latinLnBrk="0" hangingPunct="1">
        <a:lnSpc>
          <a:spcPct val="100000"/>
        </a:lnSpc>
        <a:spcBef>
          <a:spcPts val="500"/>
        </a:spcBef>
        <a:buFont typeface="Arial" panose="020B0604020202020204" pitchFamily="34" charset="0"/>
        <a:buChar char="•"/>
        <a:tabLst/>
        <a:defRPr sz="1200" kern="1200">
          <a:solidFill>
            <a:srgbClr val="393A39"/>
          </a:solidFill>
          <a:latin typeface="Lato" panose="020F0502020204030203"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F58E3-9A58-46F0-BF14-7D50442D181F}"/>
              </a:ext>
            </a:extLst>
          </p:cNvPr>
          <p:cNvSpPr>
            <a:spLocks noGrp="1"/>
          </p:cNvSpPr>
          <p:nvPr>
            <p:ph type="title"/>
          </p:nvPr>
        </p:nvSpPr>
        <p:spPr>
          <a:xfrm>
            <a:off x="628650" y="285751"/>
            <a:ext cx="8058150" cy="742951"/>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4A2A96-2EF0-4D95-8F42-7400F1711668}"/>
              </a:ext>
            </a:extLst>
          </p:cNvPr>
          <p:cNvSpPr>
            <a:spLocks noGrp="1"/>
          </p:cNvSpPr>
          <p:nvPr>
            <p:ph type="body" idx="1"/>
          </p:nvPr>
        </p:nvSpPr>
        <p:spPr>
          <a:xfrm>
            <a:off x="628650" y="1028701"/>
            <a:ext cx="8058150" cy="375284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205718551"/>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 id="2147483845" r:id="rId14"/>
    <p:sldLayoutId id="2147483846" r:id="rId15"/>
    <p:sldLayoutId id="2147483847" r:id="rId16"/>
  </p:sldLayoutIdLst>
  <p:txStyles>
    <p:titleStyle>
      <a:lvl1pPr algn="l" defTabSz="914378" rtl="0" eaLnBrk="1" latinLnBrk="0" hangingPunct="1">
        <a:lnSpc>
          <a:spcPct val="90000"/>
        </a:lnSpc>
        <a:spcBef>
          <a:spcPct val="0"/>
        </a:spcBef>
        <a:buNone/>
        <a:defRPr sz="2400" b="1" kern="1200">
          <a:solidFill>
            <a:srgbClr val="1B4D81"/>
          </a:solidFill>
          <a:latin typeface="Lato" panose="020F0502020204030203" pitchFamily="34" charset="0"/>
          <a:ea typeface="+mj-ea"/>
          <a:cs typeface="+mj-cs"/>
        </a:defRPr>
      </a:lvl1pPr>
    </p:titleStyle>
    <p:bodyStyle>
      <a:lvl1pPr marL="228594" indent="-228594" algn="l" defTabSz="914378" rtl="0" eaLnBrk="1" latinLnBrk="0" hangingPunct="1">
        <a:lnSpc>
          <a:spcPct val="100000"/>
        </a:lnSpc>
        <a:spcBef>
          <a:spcPts val="1000"/>
        </a:spcBef>
        <a:buFont typeface="Wingdings" pitchFamily="2" charset="2"/>
        <a:buChar char="§"/>
        <a:defRPr sz="1600" kern="1200">
          <a:solidFill>
            <a:srgbClr val="393A39"/>
          </a:solidFill>
          <a:latin typeface="Lato" panose="020F0502020204030203" pitchFamily="34" charset="0"/>
          <a:ea typeface="+mn-ea"/>
          <a:cs typeface="+mn-cs"/>
        </a:defRPr>
      </a:lvl1pPr>
      <a:lvl2pPr marL="536561" indent="-285743" algn="l" defTabSz="914378" rtl="0" eaLnBrk="1" latinLnBrk="0" hangingPunct="1">
        <a:lnSpc>
          <a:spcPct val="100000"/>
        </a:lnSpc>
        <a:spcBef>
          <a:spcPts val="500"/>
        </a:spcBef>
        <a:buFontTx/>
        <a:buBlip>
          <a:blip r:embed="rId19"/>
        </a:buBlip>
        <a:defRPr sz="1400" kern="1200">
          <a:solidFill>
            <a:srgbClr val="393A39"/>
          </a:solidFill>
          <a:latin typeface="Lato" panose="020F0502020204030203" pitchFamily="34" charset="0"/>
          <a:ea typeface="+mn-ea"/>
          <a:cs typeface="+mn-cs"/>
        </a:defRPr>
      </a:lvl2pPr>
      <a:lvl3pPr marL="803255" indent="-228594" algn="l" defTabSz="914378" rtl="0" eaLnBrk="1" latinLnBrk="0" hangingPunct="1">
        <a:lnSpc>
          <a:spcPct val="100000"/>
        </a:lnSpc>
        <a:spcBef>
          <a:spcPts val="500"/>
        </a:spcBef>
        <a:buFont typeface="Arial" panose="020B0604020202020204" pitchFamily="34" charset="0"/>
        <a:buChar char="•"/>
        <a:defRPr sz="1200" kern="1200">
          <a:solidFill>
            <a:srgbClr val="393A39"/>
          </a:solidFill>
          <a:latin typeface="Lato" panose="020F0502020204030203" pitchFamily="34" charset="0"/>
          <a:ea typeface="+mn-ea"/>
          <a:cs typeface="+mn-cs"/>
        </a:defRPr>
      </a:lvl3pPr>
      <a:lvl4pPr marL="1371566" indent="0" algn="l" defTabSz="914378"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4pPr>
      <a:lvl5pPr marL="1828754" indent="0" algn="l" defTabSz="914378"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F58E3-9A58-46F0-BF14-7D50442D181F}"/>
              </a:ext>
            </a:extLst>
          </p:cNvPr>
          <p:cNvSpPr>
            <a:spLocks noGrp="1"/>
          </p:cNvSpPr>
          <p:nvPr>
            <p:ph type="title"/>
          </p:nvPr>
        </p:nvSpPr>
        <p:spPr>
          <a:xfrm>
            <a:off x="628650" y="285750"/>
            <a:ext cx="8058150" cy="742951"/>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4A2A96-2EF0-4D95-8F42-7400F1711668}"/>
              </a:ext>
            </a:extLst>
          </p:cNvPr>
          <p:cNvSpPr>
            <a:spLocks noGrp="1"/>
          </p:cNvSpPr>
          <p:nvPr>
            <p:ph type="body" idx="1"/>
          </p:nvPr>
        </p:nvSpPr>
        <p:spPr>
          <a:xfrm>
            <a:off x="628650" y="1028701"/>
            <a:ext cx="8058150" cy="375284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28776750"/>
      </p:ext>
    </p:extLst>
  </p:cSld>
  <p:clrMap bg1="lt1" tx1="dk1" bg2="lt2" tx2="dk2" accent1="accent1" accent2="accent2" accent3="accent3" accent4="accent4" accent5="accent5" accent6="accent6" hlink="hlink" folHlink="folHlink"/>
  <p:sldLayoutIdLst>
    <p:sldLayoutId id="2147483849" r:id="rId1"/>
    <p:sldLayoutId id="2147483850" r:id="rId2"/>
    <p:sldLayoutId id="2147483851" r:id="rId3"/>
    <p:sldLayoutId id="2147483852" r:id="rId4"/>
    <p:sldLayoutId id="2147483853" r:id="rId5"/>
    <p:sldLayoutId id="2147483854" r:id="rId6"/>
    <p:sldLayoutId id="2147483855" r:id="rId7"/>
    <p:sldLayoutId id="2147483856" r:id="rId8"/>
    <p:sldLayoutId id="2147483857" r:id="rId9"/>
    <p:sldLayoutId id="2147483858" r:id="rId10"/>
    <p:sldLayoutId id="2147483859" r:id="rId11"/>
    <p:sldLayoutId id="2147483860" r:id="rId12"/>
    <p:sldLayoutId id="2147483861" r:id="rId13"/>
    <p:sldLayoutId id="2147483862" r:id="rId14"/>
    <p:sldLayoutId id="2147483863" r:id="rId15"/>
    <p:sldLayoutId id="2147483864" r:id="rId16"/>
  </p:sldLayoutIdLst>
  <p:txStyles>
    <p:titleStyle>
      <a:lvl1pPr algn="l" defTabSz="914400" rtl="0" eaLnBrk="1" latinLnBrk="0" hangingPunct="1">
        <a:lnSpc>
          <a:spcPct val="90000"/>
        </a:lnSpc>
        <a:spcBef>
          <a:spcPct val="0"/>
        </a:spcBef>
        <a:buNone/>
        <a:defRPr sz="2400" b="1" kern="1200">
          <a:solidFill>
            <a:srgbClr val="1B4D81"/>
          </a:solidFill>
          <a:latin typeface="Lato" panose="020F0502020204030203" pitchFamily="34" charset="0"/>
          <a:ea typeface="+mj-ea"/>
          <a:cs typeface="+mj-cs"/>
        </a:defRPr>
      </a:lvl1pPr>
    </p:titleStyle>
    <p:bodyStyle>
      <a:lvl1pPr marL="176213" indent="-176213" algn="l" defTabSz="914400" rtl="0" eaLnBrk="1" latinLnBrk="0" hangingPunct="1">
        <a:lnSpc>
          <a:spcPct val="100000"/>
        </a:lnSpc>
        <a:spcBef>
          <a:spcPts val="1000"/>
        </a:spcBef>
        <a:buFont typeface="Wingdings" pitchFamily="2" charset="2"/>
        <a:buChar char="§"/>
        <a:tabLst/>
        <a:defRPr sz="1600" kern="1200">
          <a:solidFill>
            <a:srgbClr val="393A39"/>
          </a:solidFill>
          <a:latin typeface="Lato" panose="020F0502020204030203" pitchFamily="34" charset="0"/>
          <a:ea typeface="+mn-ea"/>
          <a:cs typeface="+mn-cs"/>
        </a:defRPr>
      </a:lvl1pPr>
      <a:lvl2pPr marL="514350" indent="-222250" algn="l" defTabSz="914400" rtl="0" eaLnBrk="1" latinLnBrk="0" hangingPunct="1">
        <a:lnSpc>
          <a:spcPct val="100000"/>
        </a:lnSpc>
        <a:spcBef>
          <a:spcPts val="500"/>
        </a:spcBef>
        <a:buFontTx/>
        <a:buBlip>
          <a:blip r:embed="rId19"/>
        </a:buBlip>
        <a:tabLst/>
        <a:defRPr sz="1400" kern="1200">
          <a:solidFill>
            <a:srgbClr val="393A39"/>
          </a:solidFill>
          <a:latin typeface="Lato" panose="020F0502020204030203" pitchFamily="34" charset="0"/>
          <a:ea typeface="+mn-ea"/>
          <a:cs typeface="+mn-cs"/>
        </a:defRPr>
      </a:lvl2pPr>
      <a:lvl3pPr marL="746125" indent="-169863" algn="l" defTabSz="806450" rtl="0" eaLnBrk="1" latinLnBrk="0" hangingPunct="1">
        <a:lnSpc>
          <a:spcPct val="100000"/>
        </a:lnSpc>
        <a:spcBef>
          <a:spcPts val="500"/>
        </a:spcBef>
        <a:buFont typeface="Arial" panose="020B0604020202020204" pitchFamily="34" charset="0"/>
        <a:buChar char="•"/>
        <a:tabLst/>
        <a:defRPr sz="1200" kern="1200">
          <a:solidFill>
            <a:srgbClr val="393A39"/>
          </a:solidFill>
          <a:latin typeface="Lato" panose="020F0502020204030203"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F58E3-9A58-46F0-BF14-7D50442D181F}"/>
              </a:ext>
            </a:extLst>
          </p:cNvPr>
          <p:cNvSpPr>
            <a:spLocks noGrp="1"/>
          </p:cNvSpPr>
          <p:nvPr>
            <p:ph type="title"/>
          </p:nvPr>
        </p:nvSpPr>
        <p:spPr>
          <a:xfrm>
            <a:off x="628650" y="285752"/>
            <a:ext cx="8058150" cy="742951"/>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4A2A96-2EF0-4D95-8F42-7400F1711668}"/>
              </a:ext>
            </a:extLst>
          </p:cNvPr>
          <p:cNvSpPr>
            <a:spLocks noGrp="1"/>
          </p:cNvSpPr>
          <p:nvPr>
            <p:ph type="body" idx="1"/>
          </p:nvPr>
        </p:nvSpPr>
        <p:spPr>
          <a:xfrm>
            <a:off x="628650" y="1028701"/>
            <a:ext cx="8058150" cy="375284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72958124"/>
      </p:ext>
    </p:extLst>
  </p:cSld>
  <p:clrMap bg1="lt1" tx1="dk1" bg2="lt2" tx2="dk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Lst>
  <p:txStyles>
    <p:titleStyle>
      <a:lvl1pPr algn="l" defTabSz="685800" rtl="0" eaLnBrk="1" latinLnBrk="0" hangingPunct="1">
        <a:lnSpc>
          <a:spcPct val="90000"/>
        </a:lnSpc>
        <a:spcBef>
          <a:spcPct val="0"/>
        </a:spcBef>
        <a:buNone/>
        <a:defRPr sz="1800" b="1" kern="1200">
          <a:solidFill>
            <a:srgbClr val="1B4D81"/>
          </a:solidFill>
          <a:latin typeface="Lato" panose="020F0502020204030203" pitchFamily="34" charset="0"/>
          <a:ea typeface="+mj-ea"/>
          <a:cs typeface="+mj-cs"/>
        </a:defRPr>
      </a:lvl1pPr>
    </p:titleStyle>
    <p:bodyStyle>
      <a:lvl1pPr marL="171450" indent="-171450" algn="l" defTabSz="685800" rtl="0" eaLnBrk="1" latinLnBrk="0" hangingPunct="1">
        <a:lnSpc>
          <a:spcPct val="100000"/>
        </a:lnSpc>
        <a:spcBef>
          <a:spcPts val="750"/>
        </a:spcBef>
        <a:buFont typeface="Wingdings" pitchFamily="2" charset="2"/>
        <a:buChar char="§"/>
        <a:defRPr sz="1200" kern="1200">
          <a:solidFill>
            <a:srgbClr val="393A39"/>
          </a:solidFill>
          <a:latin typeface="Lato" panose="020F0502020204030203" pitchFamily="34" charset="0"/>
          <a:ea typeface="+mn-ea"/>
          <a:cs typeface="+mn-cs"/>
        </a:defRPr>
      </a:lvl1pPr>
      <a:lvl2pPr marL="514350" indent="-171450" algn="l" defTabSz="685800" rtl="0" eaLnBrk="1" latinLnBrk="0" hangingPunct="1">
        <a:lnSpc>
          <a:spcPct val="100000"/>
        </a:lnSpc>
        <a:spcBef>
          <a:spcPts val="375"/>
        </a:spcBef>
        <a:buFont typeface="Lato" panose="020F0502020204030203" pitchFamily="34" charset="0"/>
        <a:buChar char="-"/>
        <a:defRPr sz="1050" kern="1200">
          <a:solidFill>
            <a:srgbClr val="393A39"/>
          </a:solidFill>
          <a:latin typeface="Lato" panose="020F0502020204030203" pitchFamily="34" charset="0"/>
          <a:ea typeface="+mn-ea"/>
          <a:cs typeface="+mn-cs"/>
        </a:defRPr>
      </a:lvl2pPr>
      <a:lvl3pPr marL="857250" indent="-171450" algn="l" defTabSz="685800" rtl="0" eaLnBrk="1" latinLnBrk="0" hangingPunct="1">
        <a:lnSpc>
          <a:spcPct val="100000"/>
        </a:lnSpc>
        <a:spcBef>
          <a:spcPts val="375"/>
        </a:spcBef>
        <a:buFont typeface="Arial" panose="020B0604020202020204" pitchFamily="34" charset="0"/>
        <a:buChar char="•"/>
        <a:defRPr sz="900" kern="1200">
          <a:solidFill>
            <a:srgbClr val="393A39"/>
          </a:solidFill>
          <a:latin typeface="Lato" panose="020F0502020204030203" pitchFamily="34" charset="0"/>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825" kern="1200">
          <a:solidFill>
            <a:schemeClr val="tx1"/>
          </a:solidFill>
          <a:latin typeface="Lato" panose="020F0502020204030203" pitchFamily="34" charset="0"/>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825" kern="1200">
          <a:solidFill>
            <a:schemeClr val="tx1"/>
          </a:solidFill>
          <a:latin typeface="Lato" panose="020F0502020204030203" pitchFamily="34"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F58E3-9A58-46F0-BF14-7D50442D181F}"/>
              </a:ext>
            </a:extLst>
          </p:cNvPr>
          <p:cNvSpPr>
            <a:spLocks noGrp="1"/>
          </p:cNvSpPr>
          <p:nvPr>
            <p:ph type="title"/>
          </p:nvPr>
        </p:nvSpPr>
        <p:spPr>
          <a:xfrm>
            <a:off x="628650" y="285751"/>
            <a:ext cx="8058150" cy="742951"/>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4A2A96-2EF0-4D95-8F42-7400F1711668}"/>
              </a:ext>
            </a:extLst>
          </p:cNvPr>
          <p:cNvSpPr>
            <a:spLocks noGrp="1"/>
          </p:cNvSpPr>
          <p:nvPr>
            <p:ph type="body" idx="1"/>
          </p:nvPr>
        </p:nvSpPr>
        <p:spPr>
          <a:xfrm>
            <a:off x="628650" y="1028701"/>
            <a:ext cx="8058150" cy="375284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883185692"/>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Lst>
  <p:txStyles>
    <p:titleStyle>
      <a:lvl1pPr algn="l" defTabSz="914378" rtl="0" eaLnBrk="1" latinLnBrk="0" hangingPunct="1">
        <a:lnSpc>
          <a:spcPct val="90000"/>
        </a:lnSpc>
        <a:spcBef>
          <a:spcPct val="0"/>
        </a:spcBef>
        <a:buNone/>
        <a:defRPr sz="2400" b="1" kern="1200">
          <a:solidFill>
            <a:srgbClr val="1B4D81"/>
          </a:solidFill>
          <a:latin typeface="Lato" panose="020F0502020204030203" pitchFamily="34" charset="0"/>
          <a:ea typeface="+mj-ea"/>
          <a:cs typeface="+mj-cs"/>
        </a:defRPr>
      </a:lvl1pPr>
    </p:titleStyle>
    <p:bodyStyle>
      <a:lvl1pPr marL="228594" indent="-228594" algn="l" defTabSz="914378" rtl="0" eaLnBrk="1" latinLnBrk="0" hangingPunct="1">
        <a:lnSpc>
          <a:spcPct val="100000"/>
        </a:lnSpc>
        <a:spcBef>
          <a:spcPts val="1000"/>
        </a:spcBef>
        <a:buFont typeface="Wingdings" pitchFamily="2" charset="2"/>
        <a:buChar char="§"/>
        <a:defRPr sz="1600" kern="1200">
          <a:solidFill>
            <a:srgbClr val="393A39"/>
          </a:solidFill>
          <a:latin typeface="Lato" panose="020F0502020204030203" pitchFamily="34" charset="0"/>
          <a:ea typeface="+mn-ea"/>
          <a:cs typeface="+mn-cs"/>
        </a:defRPr>
      </a:lvl1pPr>
      <a:lvl2pPr marL="685783" indent="-228594" algn="l" defTabSz="914378" rtl="0" eaLnBrk="1" latinLnBrk="0" hangingPunct="1">
        <a:lnSpc>
          <a:spcPct val="100000"/>
        </a:lnSpc>
        <a:spcBef>
          <a:spcPts val="500"/>
        </a:spcBef>
        <a:buFont typeface="STIXGeneral-Regular" pitchFamily="2" charset="2"/>
        <a:buChar char="⎯"/>
        <a:defRPr sz="1400" kern="1200">
          <a:solidFill>
            <a:srgbClr val="393A39"/>
          </a:solidFill>
          <a:latin typeface="Lato" panose="020F0502020204030203" pitchFamily="34" charset="0"/>
          <a:ea typeface="+mn-ea"/>
          <a:cs typeface="+mn-cs"/>
        </a:defRPr>
      </a:lvl2pPr>
      <a:lvl3pPr marL="1142972" indent="-228594" algn="l" defTabSz="914378" rtl="0" eaLnBrk="1" latinLnBrk="0" hangingPunct="1">
        <a:lnSpc>
          <a:spcPct val="100000"/>
        </a:lnSpc>
        <a:spcBef>
          <a:spcPts val="500"/>
        </a:spcBef>
        <a:buFont typeface="Arial" panose="020B0604020202020204" pitchFamily="34" charset="0"/>
        <a:buChar char="•"/>
        <a:defRPr sz="1200" kern="1200">
          <a:solidFill>
            <a:srgbClr val="393A39"/>
          </a:solidFill>
          <a:latin typeface="Lato" panose="020F0502020204030203" pitchFamily="34" charset="0"/>
          <a:ea typeface="+mn-ea"/>
          <a:cs typeface="+mn-cs"/>
        </a:defRPr>
      </a:lvl3pPr>
      <a:lvl4pPr marL="1371566" indent="0" algn="l" defTabSz="914378"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4pPr>
      <a:lvl5pPr marL="1828754" indent="0" algn="l" defTabSz="914378"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F58E3-9A58-46F0-BF14-7D50442D181F}"/>
              </a:ext>
            </a:extLst>
          </p:cNvPr>
          <p:cNvSpPr>
            <a:spLocks noGrp="1"/>
          </p:cNvSpPr>
          <p:nvPr>
            <p:ph type="title"/>
          </p:nvPr>
        </p:nvSpPr>
        <p:spPr>
          <a:xfrm>
            <a:off x="628650" y="285751"/>
            <a:ext cx="8058150" cy="742951"/>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4A2A96-2EF0-4D95-8F42-7400F1711668}"/>
              </a:ext>
            </a:extLst>
          </p:cNvPr>
          <p:cNvSpPr>
            <a:spLocks noGrp="1"/>
          </p:cNvSpPr>
          <p:nvPr>
            <p:ph type="body" idx="1"/>
          </p:nvPr>
        </p:nvSpPr>
        <p:spPr>
          <a:xfrm>
            <a:off x="628650" y="1028701"/>
            <a:ext cx="8058150" cy="375284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600782168"/>
      </p:ext>
    </p:extLst>
  </p:cSld>
  <p:clrMap bg1="lt1" tx1="dk1" bg2="lt2" tx2="dk2" accent1="accent1" accent2="accent2" accent3="accent3" accent4="accent4" accent5="accent5" accent6="accent6" hlink="hlink" folHlink="folHlink"/>
  <p:sldLayoutIdLst>
    <p:sldLayoutId id="2147483888" r:id="rId1"/>
    <p:sldLayoutId id="2147483889" r:id="rId2"/>
    <p:sldLayoutId id="2147483890" r:id="rId3"/>
    <p:sldLayoutId id="2147483891" r:id="rId4"/>
    <p:sldLayoutId id="2147483892" r:id="rId5"/>
    <p:sldLayoutId id="2147483893" r:id="rId6"/>
    <p:sldLayoutId id="2147483894" r:id="rId7"/>
    <p:sldLayoutId id="2147483895" r:id="rId8"/>
    <p:sldLayoutId id="2147483896" r:id="rId9"/>
    <p:sldLayoutId id="2147483897" r:id="rId10"/>
    <p:sldLayoutId id="2147483898" r:id="rId11"/>
    <p:sldLayoutId id="2147483899" r:id="rId12"/>
    <p:sldLayoutId id="2147483900" r:id="rId13"/>
    <p:sldLayoutId id="2147483901" r:id="rId14"/>
    <p:sldLayoutId id="2147483902" r:id="rId15"/>
    <p:sldLayoutId id="2147483903" r:id="rId16"/>
  </p:sldLayoutIdLst>
  <p:txStyles>
    <p:titleStyle>
      <a:lvl1pPr algn="l" defTabSz="914378" rtl="0" eaLnBrk="1" latinLnBrk="0" hangingPunct="1">
        <a:lnSpc>
          <a:spcPct val="90000"/>
        </a:lnSpc>
        <a:spcBef>
          <a:spcPct val="0"/>
        </a:spcBef>
        <a:buNone/>
        <a:defRPr sz="2400" b="1" kern="1200">
          <a:solidFill>
            <a:srgbClr val="1B4D81"/>
          </a:solidFill>
          <a:latin typeface="Lato" panose="020F0502020204030203" pitchFamily="34" charset="0"/>
          <a:ea typeface="+mj-ea"/>
          <a:cs typeface="+mj-cs"/>
        </a:defRPr>
      </a:lvl1pPr>
    </p:titleStyle>
    <p:bodyStyle>
      <a:lvl1pPr marL="176209" indent="-176209" algn="l" defTabSz="914378" rtl="0" eaLnBrk="1" latinLnBrk="0" hangingPunct="1">
        <a:lnSpc>
          <a:spcPct val="100000"/>
        </a:lnSpc>
        <a:spcBef>
          <a:spcPts val="1000"/>
        </a:spcBef>
        <a:buFont typeface="Wingdings" pitchFamily="2" charset="2"/>
        <a:buChar char="§"/>
        <a:tabLst/>
        <a:defRPr sz="1600" kern="1200">
          <a:solidFill>
            <a:srgbClr val="393A39"/>
          </a:solidFill>
          <a:latin typeface="Lato" panose="020F0502020204030203" pitchFamily="34" charset="0"/>
          <a:ea typeface="+mn-ea"/>
          <a:cs typeface="+mn-cs"/>
        </a:defRPr>
      </a:lvl1pPr>
      <a:lvl2pPr marL="514337" indent="-222245" algn="l" defTabSz="914378" rtl="0" eaLnBrk="1" latinLnBrk="0" hangingPunct="1">
        <a:lnSpc>
          <a:spcPct val="100000"/>
        </a:lnSpc>
        <a:spcBef>
          <a:spcPts val="500"/>
        </a:spcBef>
        <a:buFontTx/>
        <a:buBlip>
          <a:blip r:embed="rId19"/>
        </a:buBlip>
        <a:tabLst/>
        <a:defRPr sz="1400" kern="1200">
          <a:solidFill>
            <a:srgbClr val="393A39"/>
          </a:solidFill>
          <a:latin typeface="Lato" panose="020F0502020204030203" pitchFamily="34" charset="0"/>
          <a:ea typeface="+mn-ea"/>
          <a:cs typeface="+mn-cs"/>
        </a:defRPr>
      </a:lvl2pPr>
      <a:lvl3pPr marL="746106" indent="-169859" algn="l" defTabSz="806430" rtl="0" eaLnBrk="1" latinLnBrk="0" hangingPunct="1">
        <a:lnSpc>
          <a:spcPct val="100000"/>
        </a:lnSpc>
        <a:spcBef>
          <a:spcPts val="500"/>
        </a:spcBef>
        <a:buFont typeface="Arial" panose="020B0604020202020204" pitchFamily="34" charset="0"/>
        <a:buChar char="•"/>
        <a:tabLst/>
        <a:defRPr sz="1200" kern="1200">
          <a:solidFill>
            <a:srgbClr val="393A39"/>
          </a:solidFill>
          <a:latin typeface="Lato" panose="020F0502020204030203" pitchFamily="34" charset="0"/>
          <a:ea typeface="+mn-ea"/>
          <a:cs typeface="+mn-cs"/>
        </a:defRPr>
      </a:lvl3pPr>
      <a:lvl4pPr marL="1371566" indent="0" algn="l" defTabSz="914378"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4pPr>
      <a:lvl5pPr marL="1828754" indent="0" algn="l" defTabSz="914378"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F58E3-9A58-46F0-BF14-7D50442D181F}"/>
              </a:ext>
            </a:extLst>
          </p:cNvPr>
          <p:cNvSpPr>
            <a:spLocks noGrp="1"/>
          </p:cNvSpPr>
          <p:nvPr>
            <p:ph type="title"/>
          </p:nvPr>
        </p:nvSpPr>
        <p:spPr>
          <a:xfrm>
            <a:off x="457200" y="590551"/>
            <a:ext cx="8229600" cy="742951"/>
          </a:xfrm>
          <a:prstGeom prst="rect">
            <a:avLst/>
          </a:prstGeom>
        </p:spPr>
        <p:txBody>
          <a:bodyPr vert="horz" lIns="0" tIns="45720" rIns="91440" bIns="45720" rtlCol="0" anchor="ctr">
            <a:normAutofit/>
          </a:bodyPr>
          <a:lstStyle/>
          <a:p>
            <a:r>
              <a:rPr lang="en-US" dirty="0"/>
              <a:t>Title goes here, can be aligned top middle or </a:t>
            </a:r>
            <a:r>
              <a:rPr lang="en-US" dirty="0" err="1"/>
              <a:t>botton</a:t>
            </a:r>
            <a:r>
              <a:rPr lang="en-US" dirty="0"/>
              <a:t> depending on if one or two lines or if you need more space*</a:t>
            </a:r>
          </a:p>
        </p:txBody>
      </p:sp>
      <p:sp>
        <p:nvSpPr>
          <p:cNvPr id="3" name="Text Placeholder 2">
            <a:extLst>
              <a:ext uri="{FF2B5EF4-FFF2-40B4-BE49-F238E27FC236}">
                <a16:creationId xmlns:a16="http://schemas.microsoft.com/office/drawing/2014/main" id="{504A2A96-2EF0-4D95-8F42-7400F1711668}"/>
              </a:ext>
            </a:extLst>
          </p:cNvPr>
          <p:cNvSpPr>
            <a:spLocks noGrp="1"/>
          </p:cNvSpPr>
          <p:nvPr>
            <p:ph type="body" idx="1"/>
          </p:nvPr>
        </p:nvSpPr>
        <p:spPr>
          <a:xfrm>
            <a:off x="457200" y="1333502"/>
            <a:ext cx="8229600" cy="3752848"/>
          </a:xfrm>
          <a:prstGeom prst="rect">
            <a:avLst/>
          </a:prstGeom>
        </p:spPr>
        <p:txBody>
          <a:bodyPr vert="horz" lIns="0" tIns="45720" rIns="91440" bIns="45720" rtlCol="0">
            <a:normAutofit/>
          </a:bodyPr>
          <a:lstStyle/>
          <a:p>
            <a:pPr lvl="0"/>
            <a:r>
              <a:rPr lang="en-US" dirty="0"/>
              <a:t>Edit Master text styles</a:t>
            </a:r>
          </a:p>
          <a:p>
            <a:pPr lvl="1"/>
            <a:r>
              <a:rPr lang="en-US" dirty="0"/>
              <a:t>Second level</a:t>
            </a:r>
          </a:p>
          <a:p>
            <a:pPr lvl="2"/>
            <a:r>
              <a:rPr lang="en-US" dirty="0"/>
              <a:t>Third level</a:t>
            </a:r>
          </a:p>
          <a:p>
            <a:pPr lvl="2"/>
            <a:endParaRPr lang="en-US" dirty="0"/>
          </a:p>
        </p:txBody>
      </p:sp>
      <p:pic>
        <p:nvPicPr>
          <p:cNvPr id="4" name="Picture 3">
            <a:extLst>
              <a:ext uri="{FF2B5EF4-FFF2-40B4-BE49-F238E27FC236}">
                <a16:creationId xmlns:a16="http://schemas.microsoft.com/office/drawing/2014/main" id="{284C3CF7-F723-BC42-B7DB-6D86FD29A3CC}"/>
              </a:ext>
            </a:extLst>
          </p:cNvPr>
          <p:cNvPicPr>
            <a:picLocks noChangeAspect="1"/>
          </p:cNvPicPr>
          <p:nvPr/>
        </p:nvPicPr>
        <p:blipFill rotWithShape="1">
          <a:blip r:embed="rId64"/>
          <a:srcRect l="24096"/>
          <a:stretch/>
        </p:blipFill>
        <p:spPr>
          <a:xfrm>
            <a:off x="0" y="115218"/>
            <a:ext cx="1066800" cy="287051"/>
          </a:xfrm>
          <a:prstGeom prst="rect">
            <a:avLst/>
          </a:prstGeom>
        </p:spPr>
      </p:pic>
      <p:pic>
        <p:nvPicPr>
          <p:cNvPr id="5" name="Picture 4">
            <a:extLst>
              <a:ext uri="{FF2B5EF4-FFF2-40B4-BE49-F238E27FC236}">
                <a16:creationId xmlns:a16="http://schemas.microsoft.com/office/drawing/2014/main" id="{9D8C6C3B-5A9F-C14B-8A1F-56763A67C66E}"/>
              </a:ext>
            </a:extLst>
          </p:cNvPr>
          <p:cNvPicPr>
            <a:picLocks noChangeAspect="1"/>
          </p:cNvPicPr>
          <p:nvPr/>
        </p:nvPicPr>
        <p:blipFill>
          <a:blip r:embed="rId65"/>
          <a:stretch>
            <a:fillRect/>
          </a:stretch>
        </p:blipFill>
        <p:spPr>
          <a:xfrm>
            <a:off x="115779" y="223914"/>
            <a:ext cx="752320" cy="69658"/>
          </a:xfrm>
          <a:prstGeom prst="rect">
            <a:avLst/>
          </a:prstGeom>
        </p:spPr>
      </p:pic>
      <p:pic>
        <p:nvPicPr>
          <p:cNvPr id="6" name="Picture 5">
            <a:extLst>
              <a:ext uri="{FF2B5EF4-FFF2-40B4-BE49-F238E27FC236}">
                <a16:creationId xmlns:a16="http://schemas.microsoft.com/office/drawing/2014/main" id="{E718F701-261E-2FD5-7136-93CDAED2D07D}"/>
              </a:ext>
            </a:extLst>
          </p:cNvPr>
          <p:cNvPicPr>
            <a:picLocks noChangeAspect="1"/>
          </p:cNvPicPr>
          <p:nvPr/>
        </p:nvPicPr>
        <p:blipFill rotWithShape="1">
          <a:blip r:embed="rId64"/>
          <a:srcRect l="24096"/>
          <a:stretch/>
        </p:blipFill>
        <p:spPr>
          <a:xfrm>
            <a:off x="0" y="115218"/>
            <a:ext cx="1066800" cy="287051"/>
          </a:xfrm>
          <a:prstGeom prst="rect">
            <a:avLst/>
          </a:prstGeom>
        </p:spPr>
      </p:pic>
      <p:pic>
        <p:nvPicPr>
          <p:cNvPr id="7" name="Picture 6">
            <a:extLst>
              <a:ext uri="{FF2B5EF4-FFF2-40B4-BE49-F238E27FC236}">
                <a16:creationId xmlns:a16="http://schemas.microsoft.com/office/drawing/2014/main" id="{BF7D461A-B972-7282-E73F-550589E85538}"/>
              </a:ext>
            </a:extLst>
          </p:cNvPr>
          <p:cNvPicPr>
            <a:picLocks noChangeAspect="1"/>
          </p:cNvPicPr>
          <p:nvPr/>
        </p:nvPicPr>
        <p:blipFill>
          <a:blip r:embed="rId65"/>
          <a:stretch>
            <a:fillRect/>
          </a:stretch>
        </p:blipFill>
        <p:spPr>
          <a:xfrm>
            <a:off x="115779" y="223914"/>
            <a:ext cx="752320" cy="69658"/>
          </a:xfrm>
          <a:prstGeom prst="rect">
            <a:avLst/>
          </a:prstGeom>
        </p:spPr>
      </p:pic>
    </p:spTree>
    <p:extLst>
      <p:ext uri="{BB962C8B-B14F-4D97-AF65-F5344CB8AC3E}">
        <p14:creationId xmlns:p14="http://schemas.microsoft.com/office/powerpoint/2010/main" val="3654889351"/>
      </p:ext>
    </p:extLst>
  </p:cSld>
  <p:clrMap bg1="lt1" tx1="dk1" bg2="lt2" tx2="dk2" accent1="accent1" accent2="accent2" accent3="accent3" accent4="accent4" accent5="accent5" accent6="accent6" hlink="hlink" folHlink="folHlink"/>
  <p:sldLayoutIdLst>
    <p:sldLayoutId id="2147483905" r:id="rId1"/>
    <p:sldLayoutId id="2147483906" r:id="rId2"/>
    <p:sldLayoutId id="2147483907" r:id="rId3"/>
    <p:sldLayoutId id="2147483908" r:id="rId4"/>
    <p:sldLayoutId id="2147483909" r:id="rId5"/>
    <p:sldLayoutId id="2147483910" r:id="rId6"/>
    <p:sldLayoutId id="2147483911" r:id="rId7"/>
    <p:sldLayoutId id="2147483912" r:id="rId8"/>
    <p:sldLayoutId id="2147483913" r:id="rId9"/>
    <p:sldLayoutId id="2147483914" r:id="rId10"/>
    <p:sldLayoutId id="2147483915" r:id="rId11"/>
    <p:sldLayoutId id="2147483916" r:id="rId12"/>
    <p:sldLayoutId id="2147483917" r:id="rId13"/>
    <p:sldLayoutId id="2147483918" r:id="rId14"/>
    <p:sldLayoutId id="2147483919" r:id="rId15"/>
    <p:sldLayoutId id="2147483920" r:id="rId16"/>
    <p:sldLayoutId id="2147483921" r:id="rId17"/>
    <p:sldLayoutId id="2147483922" r:id="rId18"/>
    <p:sldLayoutId id="2147483923" r:id="rId19"/>
    <p:sldLayoutId id="2147483924" r:id="rId20"/>
    <p:sldLayoutId id="2147483925" r:id="rId21"/>
    <p:sldLayoutId id="2147483926" r:id="rId22"/>
    <p:sldLayoutId id="2147483927" r:id="rId23"/>
    <p:sldLayoutId id="2147483928" r:id="rId24"/>
    <p:sldLayoutId id="2147483929" r:id="rId25"/>
    <p:sldLayoutId id="2147483930" r:id="rId26"/>
    <p:sldLayoutId id="2147483931" r:id="rId27"/>
    <p:sldLayoutId id="2147483932" r:id="rId28"/>
    <p:sldLayoutId id="2147483933" r:id="rId29"/>
    <p:sldLayoutId id="2147483934" r:id="rId30"/>
    <p:sldLayoutId id="2147483935" r:id="rId31"/>
    <p:sldLayoutId id="2147483936" r:id="rId32"/>
    <p:sldLayoutId id="2147483937" r:id="rId33"/>
    <p:sldLayoutId id="2147483938" r:id="rId34"/>
    <p:sldLayoutId id="2147483939" r:id="rId35"/>
    <p:sldLayoutId id="2147483940" r:id="rId36"/>
    <p:sldLayoutId id="2147483941" r:id="rId37"/>
    <p:sldLayoutId id="2147483942" r:id="rId38"/>
    <p:sldLayoutId id="2147483943" r:id="rId39"/>
    <p:sldLayoutId id="2147483944" r:id="rId40"/>
    <p:sldLayoutId id="2147483945" r:id="rId41"/>
    <p:sldLayoutId id="2147483946" r:id="rId42"/>
    <p:sldLayoutId id="2147483947" r:id="rId43"/>
    <p:sldLayoutId id="2147483948" r:id="rId44"/>
    <p:sldLayoutId id="2147483949" r:id="rId45"/>
    <p:sldLayoutId id="2147483950" r:id="rId46"/>
    <p:sldLayoutId id="2147483951" r:id="rId47"/>
    <p:sldLayoutId id="2147483952" r:id="rId48"/>
    <p:sldLayoutId id="2147483953" r:id="rId49"/>
    <p:sldLayoutId id="2147483954" r:id="rId50"/>
    <p:sldLayoutId id="2147483955" r:id="rId51"/>
    <p:sldLayoutId id="2147483956" r:id="rId52"/>
    <p:sldLayoutId id="2147483957" r:id="rId53"/>
    <p:sldLayoutId id="2147483958" r:id="rId54"/>
    <p:sldLayoutId id="2147483959" r:id="rId55"/>
    <p:sldLayoutId id="2147483960" r:id="rId56"/>
    <p:sldLayoutId id="2147483961" r:id="rId57"/>
    <p:sldLayoutId id="2147483962" r:id="rId58"/>
    <p:sldLayoutId id="2147483963" r:id="rId59"/>
    <p:sldLayoutId id="2147483964" r:id="rId60"/>
    <p:sldLayoutId id="2147483965" r:id="rId61"/>
    <p:sldLayoutId id="2147483966" r:id="rId62"/>
  </p:sldLayoutIdLst>
  <p:txStyles>
    <p:titleStyle>
      <a:lvl1pPr algn="l" defTabSz="914378" rtl="0" eaLnBrk="1" latinLnBrk="0" hangingPunct="1">
        <a:lnSpc>
          <a:spcPct val="90000"/>
        </a:lnSpc>
        <a:spcBef>
          <a:spcPct val="0"/>
        </a:spcBef>
        <a:buNone/>
        <a:defRPr sz="2400" b="1" kern="1200">
          <a:solidFill>
            <a:schemeClr val="accent1"/>
          </a:solidFill>
          <a:latin typeface="Lato" panose="020F0502020204030203" pitchFamily="34" charset="0"/>
          <a:ea typeface="+mj-ea"/>
          <a:cs typeface="+mj-cs"/>
        </a:defRPr>
      </a:lvl1pPr>
    </p:titleStyle>
    <p:bodyStyle>
      <a:lvl1pPr marL="176209" indent="-176209" algn="l" defTabSz="914378" rtl="0" eaLnBrk="1" latinLnBrk="0" hangingPunct="1">
        <a:lnSpc>
          <a:spcPct val="100000"/>
        </a:lnSpc>
        <a:spcBef>
          <a:spcPts val="1000"/>
        </a:spcBef>
        <a:buFont typeface="Wingdings" pitchFamily="2" charset="2"/>
        <a:buChar char="§"/>
        <a:tabLst/>
        <a:defRPr sz="1600" kern="1200">
          <a:solidFill>
            <a:srgbClr val="393A39"/>
          </a:solidFill>
          <a:latin typeface="Lato" panose="020F0502020204030203" pitchFamily="34" charset="0"/>
          <a:ea typeface="+mn-ea"/>
          <a:cs typeface="+mn-cs"/>
        </a:defRPr>
      </a:lvl1pPr>
      <a:lvl2pPr marL="514337" indent="-222245" algn="l" defTabSz="914378" rtl="0" eaLnBrk="1" latinLnBrk="0" hangingPunct="1">
        <a:lnSpc>
          <a:spcPct val="100000"/>
        </a:lnSpc>
        <a:spcBef>
          <a:spcPts val="500"/>
        </a:spcBef>
        <a:buFontTx/>
        <a:buBlip>
          <a:blip r:embed="rId66"/>
        </a:buBlip>
        <a:tabLst/>
        <a:defRPr sz="1400" kern="1200">
          <a:solidFill>
            <a:srgbClr val="393A39"/>
          </a:solidFill>
          <a:latin typeface="Lato" panose="020F0502020204030203" pitchFamily="34" charset="0"/>
          <a:ea typeface="+mn-ea"/>
          <a:cs typeface="+mn-cs"/>
        </a:defRPr>
      </a:lvl2pPr>
      <a:lvl3pPr marL="746106" indent="-169859" algn="l" defTabSz="806430" rtl="0" eaLnBrk="1" latinLnBrk="0" hangingPunct="1">
        <a:lnSpc>
          <a:spcPct val="100000"/>
        </a:lnSpc>
        <a:spcBef>
          <a:spcPts val="500"/>
        </a:spcBef>
        <a:buFont typeface="Arial" panose="020B0604020202020204" pitchFamily="34" charset="0"/>
        <a:buChar char="•"/>
        <a:tabLst/>
        <a:defRPr sz="1200" kern="1200">
          <a:solidFill>
            <a:srgbClr val="393A39"/>
          </a:solidFill>
          <a:latin typeface="Lato" panose="020F0502020204030203" pitchFamily="34" charset="0"/>
          <a:ea typeface="+mn-ea"/>
          <a:cs typeface="+mn-cs"/>
        </a:defRPr>
      </a:lvl3pPr>
      <a:lvl4pPr marL="1371566" indent="0" algn="l" defTabSz="914378"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4pPr>
      <a:lvl5pPr marL="1828754" indent="0" algn="l" defTabSz="914378"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F58E3-9A58-46F0-BF14-7D50442D181F}"/>
              </a:ext>
            </a:extLst>
          </p:cNvPr>
          <p:cNvSpPr>
            <a:spLocks noGrp="1"/>
          </p:cNvSpPr>
          <p:nvPr>
            <p:ph type="title"/>
          </p:nvPr>
        </p:nvSpPr>
        <p:spPr>
          <a:xfrm>
            <a:off x="457200" y="590551"/>
            <a:ext cx="8229600" cy="742951"/>
          </a:xfrm>
          <a:prstGeom prst="rect">
            <a:avLst/>
          </a:prstGeom>
        </p:spPr>
        <p:txBody>
          <a:bodyPr vert="horz" lIns="0" tIns="45720" rIns="91440" bIns="45720" rtlCol="0" anchor="ctr">
            <a:normAutofit/>
          </a:bodyPr>
          <a:lstStyle/>
          <a:p>
            <a:r>
              <a:rPr lang="en-US" dirty="0"/>
              <a:t>Title goes here, can be aligned top middle or </a:t>
            </a:r>
            <a:r>
              <a:rPr lang="en-US" dirty="0" err="1"/>
              <a:t>botton</a:t>
            </a:r>
            <a:r>
              <a:rPr lang="en-US" dirty="0"/>
              <a:t> depending on if one or two lines or if you need more space*</a:t>
            </a:r>
          </a:p>
        </p:txBody>
      </p:sp>
      <p:sp>
        <p:nvSpPr>
          <p:cNvPr id="3" name="Text Placeholder 2">
            <a:extLst>
              <a:ext uri="{FF2B5EF4-FFF2-40B4-BE49-F238E27FC236}">
                <a16:creationId xmlns:a16="http://schemas.microsoft.com/office/drawing/2014/main" id="{504A2A96-2EF0-4D95-8F42-7400F1711668}"/>
              </a:ext>
            </a:extLst>
          </p:cNvPr>
          <p:cNvSpPr>
            <a:spLocks noGrp="1"/>
          </p:cNvSpPr>
          <p:nvPr>
            <p:ph type="body" idx="1"/>
          </p:nvPr>
        </p:nvSpPr>
        <p:spPr>
          <a:xfrm>
            <a:off x="457200" y="1333502"/>
            <a:ext cx="8229600" cy="3752848"/>
          </a:xfrm>
          <a:prstGeom prst="rect">
            <a:avLst/>
          </a:prstGeom>
        </p:spPr>
        <p:txBody>
          <a:bodyPr vert="horz" lIns="0" tIns="45720" rIns="91440" bIns="45720" rtlCol="0">
            <a:normAutofit/>
          </a:bodyPr>
          <a:lstStyle/>
          <a:p>
            <a:pPr lvl="0"/>
            <a:r>
              <a:rPr lang="en-US" dirty="0"/>
              <a:t>Edit Master text styles</a:t>
            </a:r>
          </a:p>
          <a:p>
            <a:pPr lvl="1"/>
            <a:r>
              <a:rPr lang="en-US" dirty="0"/>
              <a:t>Second level</a:t>
            </a:r>
          </a:p>
          <a:p>
            <a:pPr lvl="2"/>
            <a:r>
              <a:rPr lang="en-US" dirty="0"/>
              <a:t>Third level</a:t>
            </a:r>
          </a:p>
          <a:p>
            <a:pPr lvl="2"/>
            <a:endParaRPr lang="en-US" dirty="0"/>
          </a:p>
        </p:txBody>
      </p:sp>
      <p:pic>
        <p:nvPicPr>
          <p:cNvPr id="4" name="Picture 3">
            <a:extLst>
              <a:ext uri="{FF2B5EF4-FFF2-40B4-BE49-F238E27FC236}">
                <a16:creationId xmlns:a16="http://schemas.microsoft.com/office/drawing/2014/main" id="{284C3CF7-F723-BC42-B7DB-6D86FD29A3CC}"/>
              </a:ext>
            </a:extLst>
          </p:cNvPr>
          <p:cNvPicPr>
            <a:picLocks noChangeAspect="1"/>
          </p:cNvPicPr>
          <p:nvPr/>
        </p:nvPicPr>
        <p:blipFill rotWithShape="1">
          <a:blip r:embed="rId62"/>
          <a:srcRect l="24096"/>
          <a:stretch/>
        </p:blipFill>
        <p:spPr>
          <a:xfrm>
            <a:off x="0" y="115218"/>
            <a:ext cx="1066800" cy="287051"/>
          </a:xfrm>
          <a:prstGeom prst="rect">
            <a:avLst/>
          </a:prstGeom>
        </p:spPr>
      </p:pic>
      <p:pic>
        <p:nvPicPr>
          <p:cNvPr id="5" name="Picture 4">
            <a:extLst>
              <a:ext uri="{FF2B5EF4-FFF2-40B4-BE49-F238E27FC236}">
                <a16:creationId xmlns:a16="http://schemas.microsoft.com/office/drawing/2014/main" id="{9D8C6C3B-5A9F-C14B-8A1F-56763A67C66E}"/>
              </a:ext>
            </a:extLst>
          </p:cNvPr>
          <p:cNvPicPr>
            <a:picLocks noChangeAspect="1"/>
          </p:cNvPicPr>
          <p:nvPr/>
        </p:nvPicPr>
        <p:blipFill>
          <a:blip r:embed="rId63"/>
          <a:stretch>
            <a:fillRect/>
          </a:stretch>
        </p:blipFill>
        <p:spPr>
          <a:xfrm>
            <a:off x="115779" y="223914"/>
            <a:ext cx="752320" cy="69658"/>
          </a:xfrm>
          <a:prstGeom prst="rect">
            <a:avLst/>
          </a:prstGeom>
        </p:spPr>
      </p:pic>
    </p:spTree>
    <p:extLst>
      <p:ext uri="{BB962C8B-B14F-4D97-AF65-F5344CB8AC3E}">
        <p14:creationId xmlns:p14="http://schemas.microsoft.com/office/powerpoint/2010/main" val="161122657"/>
      </p:ext>
    </p:extLst>
  </p:cSld>
  <p:clrMap bg1="lt1" tx1="dk1" bg2="lt2" tx2="dk2" accent1="accent1" accent2="accent2" accent3="accent3" accent4="accent4" accent5="accent5" accent6="accent6" hlink="hlink" folHlink="folHlink"/>
  <p:sldLayoutIdLst>
    <p:sldLayoutId id="2147483969" r:id="rId1"/>
    <p:sldLayoutId id="2147483970" r:id="rId2"/>
    <p:sldLayoutId id="2147483971" r:id="rId3"/>
    <p:sldLayoutId id="2147483972" r:id="rId4"/>
    <p:sldLayoutId id="2147483973" r:id="rId5"/>
    <p:sldLayoutId id="2147483974" r:id="rId6"/>
    <p:sldLayoutId id="2147483975" r:id="rId7"/>
    <p:sldLayoutId id="2147483976" r:id="rId8"/>
    <p:sldLayoutId id="2147483977" r:id="rId9"/>
    <p:sldLayoutId id="2147483978" r:id="rId10"/>
    <p:sldLayoutId id="2147483979" r:id="rId11"/>
    <p:sldLayoutId id="2147483980" r:id="rId12"/>
    <p:sldLayoutId id="2147483981" r:id="rId13"/>
    <p:sldLayoutId id="2147483982" r:id="rId14"/>
    <p:sldLayoutId id="2147483983" r:id="rId15"/>
    <p:sldLayoutId id="2147483984" r:id="rId16"/>
    <p:sldLayoutId id="2147483985" r:id="rId17"/>
    <p:sldLayoutId id="2147483986" r:id="rId18"/>
    <p:sldLayoutId id="2147483987" r:id="rId19"/>
    <p:sldLayoutId id="2147483988" r:id="rId20"/>
    <p:sldLayoutId id="2147483989" r:id="rId21"/>
    <p:sldLayoutId id="2147483990" r:id="rId22"/>
    <p:sldLayoutId id="2147483991" r:id="rId23"/>
    <p:sldLayoutId id="2147483992" r:id="rId24"/>
    <p:sldLayoutId id="2147483993" r:id="rId25"/>
    <p:sldLayoutId id="2147483994" r:id="rId26"/>
    <p:sldLayoutId id="2147483995" r:id="rId27"/>
    <p:sldLayoutId id="2147483996" r:id="rId28"/>
    <p:sldLayoutId id="2147483997" r:id="rId29"/>
    <p:sldLayoutId id="2147483998" r:id="rId30"/>
    <p:sldLayoutId id="2147483999" r:id="rId31"/>
    <p:sldLayoutId id="2147484000" r:id="rId32"/>
    <p:sldLayoutId id="2147484001" r:id="rId33"/>
    <p:sldLayoutId id="2147484002" r:id="rId34"/>
    <p:sldLayoutId id="2147484003" r:id="rId35"/>
    <p:sldLayoutId id="2147484004" r:id="rId36"/>
    <p:sldLayoutId id="2147484005" r:id="rId37"/>
    <p:sldLayoutId id="2147484006" r:id="rId38"/>
    <p:sldLayoutId id="2147484007" r:id="rId39"/>
    <p:sldLayoutId id="2147484008" r:id="rId40"/>
    <p:sldLayoutId id="2147484009" r:id="rId41"/>
    <p:sldLayoutId id="2147484010" r:id="rId42"/>
    <p:sldLayoutId id="2147484011" r:id="rId43"/>
    <p:sldLayoutId id="2147484012" r:id="rId44"/>
    <p:sldLayoutId id="2147484013" r:id="rId45"/>
    <p:sldLayoutId id="2147484014" r:id="rId46"/>
    <p:sldLayoutId id="2147484015" r:id="rId47"/>
    <p:sldLayoutId id="2147484016" r:id="rId48"/>
    <p:sldLayoutId id="2147484017" r:id="rId49"/>
    <p:sldLayoutId id="2147484018" r:id="rId50"/>
    <p:sldLayoutId id="2147484019" r:id="rId51"/>
    <p:sldLayoutId id="2147484020" r:id="rId52"/>
    <p:sldLayoutId id="2147484021" r:id="rId53"/>
    <p:sldLayoutId id="2147484022" r:id="rId54"/>
    <p:sldLayoutId id="2147484023" r:id="rId55"/>
    <p:sldLayoutId id="2147484024" r:id="rId56"/>
    <p:sldLayoutId id="2147484025" r:id="rId57"/>
    <p:sldLayoutId id="2147484026" r:id="rId58"/>
    <p:sldLayoutId id="2147484027" r:id="rId59"/>
    <p:sldLayoutId id="2147484028" r:id="rId60"/>
  </p:sldLayoutIdLst>
  <p:txStyles>
    <p:titleStyle>
      <a:lvl1pPr algn="l" defTabSz="914378" rtl="0" eaLnBrk="1" latinLnBrk="0" hangingPunct="1">
        <a:lnSpc>
          <a:spcPct val="90000"/>
        </a:lnSpc>
        <a:spcBef>
          <a:spcPct val="0"/>
        </a:spcBef>
        <a:buNone/>
        <a:defRPr sz="2400" b="1" kern="1200">
          <a:solidFill>
            <a:schemeClr val="accent1"/>
          </a:solidFill>
          <a:latin typeface="Lato" panose="020F0502020204030203" pitchFamily="34" charset="0"/>
          <a:ea typeface="+mj-ea"/>
          <a:cs typeface="+mj-cs"/>
        </a:defRPr>
      </a:lvl1pPr>
    </p:titleStyle>
    <p:bodyStyle>
      <a:lvl1pPr marL="176209" indent="-176209" algn="l" defTabSz="914378" rtl="0" eaLnBrk="1" latinLnBrk="0" hangingPunct="1">
        <a:lnSpc>
          <a:spcPct val="100000"/>
        </a:lnSpc>
        <a:spcBef>
          <a:spcPts val="1000"/>
        </a:spcBef>
        <a:buFont typeface="Wingdings" pitchFamily="2" charset="2"/>
        <a:buChar char="§"/>
        <a:tabLst/>
        <a:defRPr sz="1600" kern="1200">
          <a:solidFill>
            <a:srgbClr val="393A39"/>
          </a:solidFill>
          <a:latin typeface="Lato" panose="020F0502020204030203" pitchFamily="34" charset="0"/>
          <a:ea typeface="+mn-ea"/>
          <a:cs typeface="+mn-cs"/>
        </a:defRPr>
      </a:lvl1pPr>
      <a:lvl2pPr marL="514337" indent="-222245" algn="l" defTabSz="914378" rtl="0" eaLnBrk="1" latinLnBrk="0" hangingPunct="1">
        <a:lnSpc>
          <a:spcPct val="100000"/>
        </a:lnSpc>
        <a:spcBef>
          <a:spcPts val="500"/>
        </a:spcBef>
        <a:buFontTx/>
        <a:buBlip>
          <a:blip r:embed="rId64"/>
        </a:buBlip>
        <a:tabLst/>
        <a:defRPr sz="1400" kern="1200">
          <a:solidFill>
            <a:srgbClr val="393A39"/>
          </a:solidFill>
          <a:latin typeface="Lato" panose="020F0502020204030203" pitchFamily="34" charset="0"/>
          <a:ea typeface="+mn-ea"/>
          <a:cs typeface="+mn-cs"/>
        </a:defRPr>
      </a:lvl2pPr>
      <a:lvl3pPr marL="746106" indent="-169859" algn="l" defTabSz="806430" rtl="0" eaLnBrk="1" latinLnBrk="0" hangingPunct="1">
        <a:lnSpc>
          <a:spcPct val="100000"/>
        </a:lnSpc>
        <a:spcBef>
          <a:spcPts val="500"/>
        </a:spcBef>
        <a:buFont typeface="Arial" panose="020B0604020202020204" pitchFamily="34" charset="0"/>
        <a:buChar char="•"/>
        <a:tabLst/>
        <a:defRPr sz="1200" kern="1200">
          <a:solidFill>
            <a:srgbClr val="393A39"/>
          </a:solidFill>
          <a:latin typeface="Lato" panose="020F0502020204030203" pitchFamily="34" charset="0"/>
          <a:ea typeface="+mn-ea"/>
          <a:cs typeface="+mn-cs"/>
        </a:defRPr>
      </a:lvl3pPr>
      <a:lvl4pPr marL="1371566" indent="0" algn="l" defTabSz="914378"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4pPr>
      <a:lvl5pPr marL="1828754" indent="0" algn="l" defTabSz="914378"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F58E3-9A58-46F0-BF14-7D50442D181F}"/>
              </a:ext>
            </a:extLst>
          </p:cNvPr>
          <p:cNvSpPr>
            <a:spLocks noGrp="1"/>
          </p:cNvSpPr>
          <p:nvPr>
            <p:ph type="title"/>
          </p:nvPr>
        </p:nvSpPr>
        <p:spPr>
          <a:xfrm>
            <a:off x="457200" y="590552"/>
            <a:ext cx="8229600" cy="742951"/>
          </a:xfrm>
          <a:prstGeom prst="rect">
            <a:avLst/>
          </a:prstGeom>
        </p:spPr>
        <p:txBody>
          <a:bodyPr vert="horz" lIns="0" tIns="45720" rIns="91440" bIns="45720" rtlCol="0" anchor="ctr">
            <a:normAutofit/>
          </a:bodyPr>
          <a:lstStyle/>
          <a:p>
            <a:r>
              <a:rPr lang="en-US" dirty="0"/>
              <a:t>Title goes here, can be aligned top middle or </a:t>
            </a:r>
            <a:r>
              <a:rPr lang="en-US" dirty="0" err="1"/>
              <a:t>botton</a:t>
            </a:r>
            <a:r>
              <a:rPr lang="en-US" dirty="0"/>
              <a:t> depending on if one or two lines or if you need more space*</a:t>
            </a:r>
          </a:p>
        </p:txBody>
      </p:sp>
      <p:sp>
        <p:nvSpPr>
          <p:cNvPr id="3" name="Text Placeholder 2">
            <a:extLst>
              <a:ext uri="{FF2B5EF4-FFF2-40B4-BE49-F238E27FC236}">
                <a16:creationId xmlns:a16="http://schemas.microsoft.com/office/drawing/2014/main" id="{504A2A96-2EF0-4D95-8F42-7400F1711668}"/>
              </a:ext>
            </a:extLst>
          </p:cNvPr>
          <p:cNvSpPr>
            <a:spLocks noGrp="1"/>
          </p:cNvSpPr>
          <p:nvPr>
            <p:ph type="body" idx="1"/>
          </p:nvPr>
        </p:nvSpPr>
        <p:spPr>
          <a:xfrm>
            <a:off x="457200" y="1333503"/>
            <a:ext cx="8229600" cy="3752848"/>
          </a:xfrm>
          <a:prstGeom prst="rect">
            <a:avLst/>
          </a:prstGeom>
        </p:spPr>
        <p:txBody>
          <a:bodyPr vert="horz" lIns="0" tIns="45720" rIns="91440" bIns="45720" rtlCol="0">
            <a:normAutofit/>
          </a:bodyPr>
          <a:lstStyle/>
          <a:p>
            <a:pPr lvl="0"/>
            <a:r>
              <a:rPr lang="en-US" dirty="0"/>
              <a:t>Edit Master text styles</a:t>
            </a:r>
          </a:p>
          <a:p>
            <a:pPr lvl="1"/>
            <a:r>
              <a:rPr lang="en-US" dirty="0"/>
              <a:t>Second level</a:t>
            </a:r>
          </a:p>
          <a:p>
            <a:pPr lvl="2"/>
            <a:r>
              <a:rPr lang="en-US" dirty="0"/>
              <a:t>Third level</a:t>
            </a:r>
          </a:p>
          <a:p>
            <a:pPr lvl="2"/>
            <a:endParaRPr lang="en-US" dirty="0"/>
          </a:p>
        </p:txBody>
      </p:sp>
      <p:pic>
        <p:nvPicPr>
          <p:cNvPr id="4" name="Picture 3">
            <a:extLst>
              <a:ext uri="{FF2B5EF4-FFF2-40B4-BE49-F238E27FC236}">
                <a16:creationId xmlns:a16="http://schemas.microsoft.com/office/drawing/2014/main" id="{284C3CF7-F723-BC42-B7DB-6D86FD29A3CC}"/>
              </a:ext>
            </a:extLst>
          </p:cNvPr>
          <p:cNvPicPr>
            <a:picLocks noChangeAspect="1"/>
          </p:cNvPicPr>
          <p:nvPr/>
        </p:nvPicPr>
        <p:blipFill rotWithShape="1">
          <a:blip r:embed="rId63"/>
          <a:srcRect l="24096"/>
          <a:stretch/>
        </p:blipFill>
        <p:spPr>
          <a:xfrm>
            <a:off x="0" y="115219"/>
            <a:ext cx="1066800" cy="287051"/>
          </a:xfrm>
          <a:prstGeom prst="rect">
            <a:avLst/>
          </a:prstGeom>
        </p:spPr>
      </p:pic>
      <p:pic>
        <p:nvPicPr>
          <p:cNvPr id="5" name="Picture 4">
            <a:extLst>
              <a:ext uri="{FF2B5EF4-FFF2-40B4-BE49-F238E27FC236}">
                <a16:creationId xmlns:a16="http://schemas.microsoft.com/office/drawing/2014/main" id="{9D8C6C3B-5A9F-C14B-8A1F-56763A67C66E}"/>
              </a:ext>
            </a:extLst>
          </p:cNvPr>
          <p:cNvPicPr>
            <a:picLocks noChangeAspect="1"/>
          </p:cNvPicPr>
          <p:nvPr/>
        </p:nvPicPr>
        <p:blipFill>
          <a:blip r:embed="rId64"/>
          <a:stretch>
            <a:fillRect/>
          </a:stretch>
        </p:blipFill>
        <p:spPr>
          <a:xfrm>
            <a:off x="115779" y="223914"/>
            <a:ext cx="752320" cy="69658"/>
          </a:xfrm>
          <a:prstGeom prst="rect">
            <a:avLst/>
          </a:prstGeom>
        </p:spPr>
      </p:pic>
    </p:spTree>
    <p:extLst>
      <p:ext uri="{BB962C8B-B14F-4D97-AF65-F5344CB8AC3E}">
        <p14:creationId xmlns:p14="http://schemas.microsoft.com/office/powerpoint/2010/main" val="1583494659"/>
      </p:ext>
    </p:extLst>
  </p:cSld>
  <p:clrMap bg1="lt1" tx1="dk1" bg2="lt2" tx2="dk2" accent1="accent1" accent2="accent2" accent3="accent3" accent4="accent4" accent5="accent5" accent6="accent6" hlink="hlink" folHlink="folHlink"/>
  <p:sldLayoutIdLst>
    <p:sldLayoutId id="2147484030" r:id="rId1"/>
    <p:sldLayoutId id="2147484031" r:id="rId2"/>
    <p:sldLayoutId id="2147484032" r:id="rId3"/>
    <p:sldLayoutId id="2147484033" r:id="rId4"/>
    <p:sldLayoutId id="2147484034" r:id="rId5"/>
    <p:sldLayoutId id="2147484035" r:id="rId6"/>
    <p:sldLayoutId id="2147484036" r:id="rId7"/>
    <p:sldLayoutId id="2147484037" r:id="rId8"/>
    <p:sldLayoutId id="2147484038" r:id="rId9"/>
    <p:sldLayoutId id="2147484039" r:id="rId10"/>
    <p:sldLayoutId id="2147484040" r:id="rId11"/>
    <p:sldLayoutId id="2147484041" r:id="rId12"/>
    <p:sldLayoutId id="2147484042" r:id="rId13"/>
    <p:sldLayoutId id="2147484043" r:id="rId14"/>
    <p:sldLayoutId id="2147484044" r:id="rId15"/>
    <p:sldLayoutId id="2147484045" r:id="rId16"/>
    <p:sldLayoutId id="2147484046" r:id="rId17"/>
    <p:sldLayoutId id="2147484047" r:id="rId18"/>
    <p:sldLayoutId id="2147484048" r:id="rId19"/>
    <p:sldLayoutId id="2147484049" r:id="rId20"/>
    <p:sldLayoutId id="2147484050" r:id="rId21"/>
    <p:sldLayoutId id="2147484051" r:id="rId22"/>
    <p:sldLayoutId id="2147484052" r:id="rId23"/>
    <p:sldLayoutId id="2147484053" r:id="rId24"/>
    <p:sldLayoutId id="2147484054" r:id="rId25"/>
    <p:sldLayoutId id="2147484055" r:id="rId26"/>
    <p:sldLayoutId id="2147484056" r:id="rId27"/>
    <p:sldLayoutId id="2147484057" r:id="rId28"/>
    <p:sldLayoutId id="2147484058" r:id="rId29"/>
    <p:sldLayoutId id="2147484059" r:id="rId30"/>
    <p:sldLayoutId id="2147484060" r:id="rId31"/>
    <p:sldLayoutId id="2147484061" r:id="rId32"/>
    <p:sldLayoutId id="2147484062" r:id="rId33"/>
    <p:sldLayoutId id="2147484063" r:id="rId34"/>
    <p:sldLayoutId id="2147484064" r:id="rId35"/>
    <p:sldLayoutId id="2147484065" r:id="rId36"/>
    <p:sldLayoutId id="2147484066" r:id="rId37"/>
    <p:sldLayoutId id="2147484067" r:id="rId38"/>
    <p:sldLayoutId id="2147484068" r:id="rId39"/>
    <p:sldLayoutId id="2147484069" r:id="rId40"/>
    <p:sldLayoutId id="2147484070" r:id="rId41"/>
    <p:sldLayoutId id="2147484071" r:id="rId42"/>
    <p:sldLayoutId id="2147484072" r:id="rId43"/>
    <p:sldLayoutId id="2147484073" r:id="rId44"/>
    <p:sldLayoutId id="2147484074" r:id="rId45"/>
    <p:sldLayoutId id="2147484075" r:id="rId46"/>
    <p:sldLayoutId id="2147484076" r:id="rId47"/>
    <p:sldLayoutId id="2147484077" r:id="rId48"/>
    <p:sldLayoutId id="2147484078" r:id="rId49"/>
    <p:sldLayoutId id="2147484079" r:id="rId50"/>
    <p:sldLayoutId id="2147484080" r:id="rId51"/>
    <p:sldLayoutId id="2147484081" r:id="rId52"/>
    <p:sldLayoutId id="2147484082" r:id="rId53"/>
    <p:sldLayoutId id="2147484083" r:id="rId54"/>
    <p:sldLayoutId id="2147484084" r:id="rId55"/>
    <p:sldLayoutId id="2147484085" r:id="rId56"/>
    <p:sldLayoutId id="2147484086" r:id="rId57"/>
    <p:sldLayoutId id="2147484087" r:id="rId58"/>
    <p:sldLayoutId id="2147484088" r:id="rId59"/>
    <p:sldLayoutId id="2147484089" r:id="rId60"/>
    <p:sldLayoutId id="2147484090" r:id="rId61"/>
  </p:sldLayoutIdLst>
  <p:txStyles>
    <p:titleStyle>
      <a:lvl1pPr algn="l" defTabSz="914355" rtl="0" eaLnBrk="1" latinLnBrk="0" hangingPunct="1">
        <a:lnSpc>
          <a:spcPct val="90000"/>
        </a:lnSpc>
        <a:spcBef>
          <a:spcPct val="0"/>
        </a:spcBef>
        <a:buNone/>
        <a:defRPr sz="2400" b="1" kern="1200">
          <a:solidFill>
            <a:schemeClr val="accent1"/>
          </a:solidFill>
          <a:latin typeface="Lato" panose="020F0502020204030203" pitchFamily="34" charset="0"/>
          <a:ea typeface="+mj-ea"/>
          <a:cs typeface="+mj-cs"/>
        </a:defRPr>
      </a:lvl1pPr>
    </p:titleStyle>
    <p:bodyStyle>
      <a:lvl1pPr marL="176204" indent="-176204" algn="l" defTabSz="914355" rtl="0" eaLnBrk="1" latinLnBrk="0" hangingPunct="1">
        <a:lnSpc>
          <a:spcPct val="100000"/>
        </a:lnSpc>
        <a:spcBef>
          <a:spcPts val="1000"/>
        </a:spcBef>
        <a:buFont typeface="Wingdings" pitchFamily="2" charset="2"/>
        <a:buChar char="§"/>
        <a:tabLst/>
        <a:defRPr sz="1600" kern="1200">
          <a:solidFill>
            <a:srgbClr val="393A39"/>
          </a:solidFill>
          <a:latin typeface="Lato" panose="020F0502020204030203" pitchFamily="34" charset="0"/>
          <a:ea typeface="+mn-ea"/>
          <a:cs typeface="+mn-cs"/>
        </a:defRPr>
      </a:lvl1pPr>
      <a:lvl2pPr marL="514325" indent="-222239" algn="l" defTabSz="914355" rtl="0" eaLnBrk="1" latinLnBrk="0" hangingPunct="1">
        <a:lnSpc>
          <a:spcPct val="100000"/>
        </a:lnSpc>
        <a:spcBef>
          <a:spcPts val="500"/>
        </a:spcBef>
        <a:buFontTx/>
        <a:buBlip>
          <a:blip r:embed="rId65"/>
        </a:buBlip>
        <a:tabLst/>
        <a:defRPr sz="1400" kern="1200">
          <a:solidFill>
            <a:srgbClr val="393A39"/>
          </a:solidFill>
          <a:latin typeface="Lato" panose="020F0502020204030203" pitchFamily="34" charset="0"/>
          <a:ea typeface="+mn-ea"/>
          <a:cs typeface="+mn-cs"/>
        </a:defRPr>
      </a:lvl2pPr>
      <a:lvl3pPr marL="746087" indent="-169855" algn="l" defTabSz="806410" rtl="0" eaLnBrk="1" latinLnBrk="0" hangingPunct="1">
        <a:lnSpc>
          <a:spcPct val="100000"/>
        </a:lnSpc>
        <a:spcBef>
          <a:spcPts val="500"/>
        </a:spcBef>
        <a:buFont typeface="Arial" panose="020B0604020202020204" pitchFamily="34" charset="0"/>
        <a:buChar char="•"/>
        <a:tabLst/>
        <a:defRPr sz="1200" kern="1200">
          <a:solidFill>
            <a:srgbClr val="393A39"/>
          </a:solidFill>
          <a:latin typeface="Lato" panose="020F0502020204030203" pitchFamily="34" charset="0"/>
          <a:ea typeface="+mn-ea"/>
          <a:cs typeface="+mn-cs"/>
        </a:defRPr>
      </a:lvl3pPr>
      <a:lvl4pPr marL="1371532" indent="0" algn="l" defTabSz="914355"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4pPr>
      <a:lvl5pPr marL="1828709" indent="0" algn="l" defTabSz="914355"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5pPr>
      <a:lvl6pPr marL="2514474"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8"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8"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4"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8" algn="l" defTabSz="914355"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F58E3-9A58-46F0-BF14-7D50442D181F}"/>
              </a:ext>
            </a:extLst>
          </p:cNvPr>
          <p:cNvSpPr>
            <a:spLocks noGrp="1"/>
          </p:cNvSpPr>
          <p:nvPr>
            <p:ph type="title"/>
          </p:nvPr>
        </p:nvSpPr>
        <p:spPr>
          <a:xfrm>
            <a:off x="457200" y="590551"/>
            <a:ext cx="8229600" cy="742951"/>
          </a:xfrm>
          <a:prstGeom prst="rect">
            <a:avLst/>
          </a:prstGeom>
        </p:spPr>
        <p:txBody>
          <a:bodyPr vert="horz" lIns="0" tIns="45720" rIns="91440" bIns="45720" rtlCol="0" anchor="ctr">
            <a:normAutofit/>
          </a:bodyPr>
          <a:lstStyle/>
          <a:p>
            <a:r>
              <a:rPr lang="en-US" dirty="0"/>
              <a:t>Title goes here, can be aligned top middle or </a:t>
            </a:r>
            <a:r>
              <a:rPr lang="en-US" dirty="0" err="1"/>
              <a:t>botton</a:t>
            </a:r>
            <a:r>
              <a:rPr lang="en-US" dirty="0"/>
              <a:t> depending on if one or two lines or if you need more space*</a:t>
            </a:r>
          </a:p>
        </p:txBody>
      </p:sp>
      <p:sp>
        <p:nvSpPr>
          <p:cNvPr id="3" name="Text Placeholder 2">
            <a:extLst>
              <a:ext uri="{FF2B5EF4-FFF2-40B4-BE49-F238E27FC236}">
                <a16:creationId xmlns:a16="http://schemas.microsoft.com/office/drawing/2014/main" id="{504A2A96-2EF0-4D95-8F42-7400F1711668}"/>
              </a:ext>
            </a:extLst>
          </p:cNvPr>
          <p:cNvSpPr>
            <a:spLocks noGrp="1"/>
          </p:cNvSpPr>
          <p:nvPr>
            <p:ph type="body" idx="1"/>
          </p:nvPr>
        </p:nvSpPr>
        <p:spPr>
          <a:xfrm>
            <a:off x="457200" y="1333502"/>
            <a:ext cx="8229600" cy="3752848"/>
          </a:xfrm>
          <a:prstGeom prst="rect">
            <a:avLst/>
          </a:prstGeom>
        </p:spPr>
        <p:txBody>
          <a:bodyPr vert="horz" lIns="0" tIns="45720" rIns="91440" bIns="45720" rtlCol="0">
            <a:normAutofit/>
          </a:bodyPr>
          <a:lstStyle/>
          <a:p>
            <a:pPr lvl="0"/>
            <a:r>
              <a:rPr lang="en-US" dirty="0"/>
              <a:t>Edit Master text styles</a:t>
            </a:r>
          </a:p>
          <a:p>
            <a:pPr lvl="1"/>
            <a:r>
              <a:rPr lang="en-US" dirty="0"/>
              <a:t>Second level</a:t>
            </a:r>
          </a:p>
          <a:p>
            <a:pPr lvl="2"/>
            <a:r>
              <a:rPr lang="en-US" dirty="0"/>
              <a:t>Third level</a:t>
            </a:r>
          </a:p>
          <a:p>
            <a:pPr lvl="2"/>
            <a:endParaRPr lang="en-US" dirty="0"/>
          </a:p>
        </p:txBody>
      </p:sp>
      <p:pic>
        <p:nvPicPr>
          <p:cNvPr id="4" name="Picture 3">
            <a:extLst>
              <a:ext uri="{FF2B5EF4-FFF2-40B4-BE49-F238E27FC236}">
                <a16:creationId xmlns:a16="http://schemas.microsoft.com/office/drawing/2014/main" id="{284C3CF7-F723-BC42-B7DB-6D86FD29A3CC}"/>
              </a:ext>
            </a:extLst>
          </p:cNvPr>
          <p:cNvPicPr>
            <a:picLocks noChangeAspect="1"/>
          </p:cNvPicPr>
          <p:nvPr/>
        </p:nvPicPr>
        <p:blipFill rotWithShape="1">
          <a:blip r:embed="rId57"/>
          <a:srcRect l="24096"/>
          <a:stretch/>
        </p:blipFill>
        <p:spPr>
          <a:xfrm>
            <a:off x="0" y="115218"/>
            <a:ext cx="1066800" cy="287051"/>
          </a:xfrm>
          <a:prstGeom prst="rect">
            <a:avLst/>
          </a:prstGeom>
        </p:spPr>
      </p:pic>
      <p:pic>
        <p:nvPicPr>
          <p:cNvPr id="5" name="Picture 4">
            <a:extLst>
              <a:ext uri="{FF2B5EF4-FFF2-40B4-BE49-F238E27FC236}">
                <a16:creationId xmlns:a16="http://schemas.microsoft.com/office/drawing/2014/main" id="{9D8C6C3B-5A9F-C14B-8A1F-56763A67C66E}"/>
              </a:ext>
            </a:extLst>
          </p:cNvPr>
          <p:cNvPicPr>
            <a:picLocks noChangeAspect="1"/>
          </p:cNvPicPr>
          <p:nvPr/>
        </p:nvPicPr>
        <p:blipFill>
          <a:blip r:embed="rId58"/>
          <a:stretch>
            <a:fillRect/>
          </a:stretch>
        </p:blipFill>
        <p:spPr>
          <a:xfrm>
            <a:off x="115779" y="223914"/>
            <a:ext cx="752320" cy="69658"/>
          </a:xfrm>
          <a:prstGeom prst="rect">
            <a:avLst/>
          </a:prstGeom>
        </p:spPr>
      </p:pic>
    </p:spTree>
    <p:extLst>
      <p:ext uri="{BB962C8B-B14F-4D97-AF65-F5344CB8AC3E}">
        <p14:creationId xmlns:p14="http://schemas.microsoft.com/office/powerpoint/2010/main" val="800441537"/>
      </p:ext>
    </p:extLst>
  </p:cSld>
  <p:clrMap bg1="lt1" tx1="dk1" bg2="lt2" tx2="dk2" accent1="accent1" accent2="accent2" accent3="accent3" accent4="accent4" accent5="accent5" accent6="accent6" hlink="hlink" folHlink="folHlink"/>
  <p:sldLayoutIdLst>
    <p:sldLayoutId id="2147484092" r:id="rId1"/>
    <p:sldLayoutId id="2147484093" r:id="rId2"/>
    <p:sldLayoutId id="2147484094" r:id="rId3"/>
    <p:sldLayoutId id="2147484095" r:id="rId4"/>
    <p:sldLayoutId id="2147484096" r:id="rId5"/>
    <p:sldLayoutId id="2147484097" r:id="rId6"/>
    <p:sldLayoutId id="2147484098" r:id="rId7"/>
    <p:sldLayoutId id="2147484099" r:id="rId8"/>
    <p:sldLayoutId id="2147484100" r:id="rId9"/>
    <p:sldLayoutId id="2147484101" r:id="rId10"/>
    <p:sldLayoutId id="2147484102" r:id="rId11"/>
    <p:sldLayoutId id="2147484103" r:id="rId12"/>
    <p:sldLayoutId id="2147484104" r:id="rId13"/>
    <p:sldLayoutId id="2147484105" r:id="rId14"/>
    <p:sldLayoutId id="2147484106" r:id="rId15"/>
    <p:sldLayoutId id="2147484107" r:id="rId16"/>
    <p:sldLayoutId id="2147484108" r:id="rId17"/>
    <p:sldLayoutId id="2147484109" r:id="rId18"/>
    <p:sldLayoutId id="2147484110" r:id="rId19"/>
    <p:sldLayoutId id="2147484111" r:id="rId20"/>
    <p:sldLayoutId id="2147484112" r:id="rId21"/>
    <p:sldLayoutId id="2147484113" r:id="rId22"/>
    <p:sldLayoutId id="2147484114" r:id="rId23"/>
    <p:sldLayoutId id="2147484115" r:id="rId24"/>
    <p:sldLayoutId id="2147484116" r:id="rId25"/>
    <p:sldLayoutId id="2147484117" r:id="rId26"/>
    <p:sldLayoutId id="2147484118" r:id="rId27"/>
    <p:sldLayoutId id="2147484119" r:id="rId28"/>
    <p:sldLayoutId id="2147484120" r:id="rId29"/>
    <p:sldLayoutId id="2147484121" r:id="rId30"/>
    <p:sldLayoutId id="2147484122" r:id="rId31"/>
    <p:sldLayoutId id="2147484123" r:id="rId32"/>
    <p:sldLayoutId id="2147484124" r:id="rId33"/>
    <p:sldLayoutId id="2147484125" r:id="rId34"/>
    <p:sldLayoutId id="2147484126" r:id="rId35"/>
    <p:sldLayoutId id="2147484127" r:id="rId36"/>
    <p:sldLayoutId id="2147484128" r:id="rId37"/>
    <p:sldLayoutId id="2147484129" r:id="rId38"/>
    <p:sldLayoutId id="2147484130" r:id="rId39"/>
    <p:sldLayoutId id="2147484131" r:id="rId40"/>
    <p:sldLayoutId id="2147484132" r:id="rId41"/>
    <p:sldLayoutId id="2147484133" r:id="rId42"/>
    <p:sldLayoutId id="2147484134" r:id="rId43"/>
    <p:sldLayoutId id="2147484135" r:id="rId44"/>
    <p:sldLayoutId id="2147484136" r:id="rId45"/>
    <p:sldLayoutId id="2147484137" r:id="rId46"/>
    <p:sldLayoutId id="2147484138" r:id="rId47"/>
    <p:sldLayoutId id="2147484139" r:id="rId48"/>
    <p:sldLayoutId id="2147484140" r:id="rId49"/>
    <p:sldLayoutId id="2147484141" r:id="rId50"/>
    <p:sldLayoutId id="2147484142" r:id="rId51"/>
    <p:sldLayoutId id="2147484143" r:id="rId52"/>
    <p:sldLayoutId id="2147484144" r:id="rId53"/>
    <p:sldLayoutId id="2147484145" r:id="rId54"/>
    <p:sldLayoutId id="2147484146" r:id="rId55"/>
  </p:sldLayoutIdLst>
  <p:txStyles>
    <p:titleStyle>
      <a:lvl1pPr algn="l" defTabSz="914378" rtl="0" eaLnBrk="1" latinLnBrk="0" hangingPunct="1">
        <a:lnSpc>
          <a:spcPct val="90000"/>
        </a:lnSpc>
        <a:spcBef>
          <a:spcPct val="0"/>
        </a:spcBef>
        <a:buNone/>
        <a:defRPr sz="2400" b="1" kern="1200">
          <a:solidFill>
            <a:srgbClr val="1B4D81"/>
          </a:solidFill>
          <a:latin typeface="Lato" panose="020F0502020204030203" pitchFamily="34" charset="0"/>
          <a:ea typeface="+mj-ea"/>
          <a:cs typeface="+mj-cs"/>
        </a:defRPr>
      </a:lvl1pPr>
    </p:titleStyle>
    <p:bodyStyle>
      <a:lvl1pPr marL="176209" indent="-176209" algn="l" defTabSz="914378" rtl="0" eaLnBrk="1" latinLnBrk="0" hangingPunct="1">
        <a:lnSpc>
          <a:spcPct val="100000"/>
        </a:lnSpc>
        <a:spcBef>
          <a:spcPts val="1000"/>
        </a:spcBef>
        <a:buFont typeface="Wingdings" pitchFamily="2" charset="2"/>
        <a:buChar char="§"/>
        <a:tabLst/>
        <a:defRPr sz="1600" kern="1200">
          <a:solidFill>
            <a:srgbClr val="393A39"/>
          </a:solidFill>
          <a:latin typeface="Lato" panose="020F0502020204030203" pitchFamily="34" charset="0"/>
          <a:ea typeface="+mn-ea"/>
          <a:cs typeface="+mn-cs"/>
        </a:defRPr>
      </a:lvl1pPr>
      <a:lvl2pPr marL="514337" indent="-222245" algn="l" defTabSz="914378" rtl="0" eaLnBrk="1" latinLnBrk="0" hangingPunct="1">
        <a:lnSpc>
          <a:spcPct val="100000"/>
        </a:lnSpc>
        <a:spcBef>
          <a:spcPts val="500"/>
        </a:spcBef>
        <a:buFontTx/>
        <a:buBlip>
          <a:blip r:embed="rId59"/>
        </a:buBlip>
        <a:tabLst/>
        <a:defRPr sz="1400" kern="1200">
          <a:solidFill>
            <a:srgbClr val="393A39"/>
          </a:solidFill>
          <a:latin typeface="Lato" panose="020F0502020204030203" pitchFamily="34" charset="0"/>
          <a:ea typeface="+mn-ea"/>
          <a:cs typeface="+mn-cs"/>
        </a:defRPr>
      </a:lvl2pPr>
      <a:lvl3pPr marL="746106" indent="-169859" algn="l" defTabSz="806430" rtl="0" eaLnBrk="1" latinLnBrk="0" hangingPunct="1">
        <a:lnSpc>
          <a:spcPct val="100000"/>
        </a:lnSpc>
        <a:spcBef>
          <a:spcPts val="500"/>
        </a:spcBef>
        <a:buFont typeface="Arial" panose="020B0604020202020204" pitchFamily="34" charset="0"/>
        <a:buChar char="•"/>
        <a:tabLst/>
        <a:defRPr sz="1200" kern="1200">
          <a:solidFill>
            <a:srgbClr val="393A39"/>
          </a:solidFill>
          <a:latin typeface="Lato" panose="020F0502020204030203" pitchFamily="34" charset="0"/>
          <a:ea typeface="+mn-ea"/>
          <a:cs typeface="+mn-cs"/>
        </a:defRPr>
      </a:lvl3pPr>
      <a:lvl4pPr marL="1371566" indent="0" algn="l" defTabSz="914378"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4pPr>
      <a:lvl5pPr marL="1828754" indent="0" algn="l" defTabSz="914378"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3F58E3-9A58-46F0-BF14-7D50442D181F}"/>
              </a:ext>
            </a:extLst>
          </p:cNvPr>
          <p:cNvSpPr>
            <a:spLocks noGrp="1"/>
          </p:cNvSpPr>
          <p:nvPr>
            <p:ph type="title"/>
          </p:nvPr>
        </p:nvSpPr>
        <p:spPr>
          <a:xfrm>
            <a:off x="457200" y="590551"/>
            <a:ext cx="8229600" cy="742951"/>
          </a:xfrm>
          <a:prstGeom prst="rect">
            <a:avLst/>
          </a:prstGeom>
        </p:spPr>
        <p:txBody>
          <a:bodyPr vert="horz" lIns="0" tIns="45720" rIns="91440" bIns="45720" rtlCol="0" anchor="ctr">
            <a:normAutofit/>
          </a:bodyPr>
          <a:lstStyle/>
          <a:p>
            <a:r>
              <a:rPr lang="en-US" dirty="0"/>
              <a:t>Title goes here, can be aligned top middle or </a:t>
            </a:r>
            <a:r>
              <a:rPr lang="en-US" dirty="0" err="1"/>
              <a:t>botton</a:t>
            </a:r>
            <a:r>
              <a:rPr lang="en-US" dirty="0"/>
              <a:t> depending on if one or two lines or if you need more space*</a:t>
            </a:r>
          </a:p>
        </p:txBody>
      </p:sp>
      <p:sp>
        <p:nvSpPr>
          <p:cNvPr id="3" name="Text Placeholder 2">
            <a:extLst>
              <a:ext uri="{FF2B5EF4-FFF2-40B4-BE49-F238E27FC236}">
                <a16:creationId xmlns:a16="http://schemas.microsoft.com/office/drawing/2014/main" id="{504A2A96-2EF0-4D95-8F42-7400F1711668}"/>
              </a:ext>
            </a:extLst>
          </p:cNvPr>
          <p:cNvSpPr>
            <a:spLocks noGrp="1"/>
          </p:cNvSpPr>
          <p:nvPr>
            <p:ph type="body" idx="1"/>
          </p:nvPr>
        </p:nvSpPr>
        <p:spPr>
          <a:xfrm>
            <a:off x="457200" y="1333502"/>
            <a:ext cx="8229600" cy="3752848"/>
          </a:xfrm>
          <a:prstGeom prst="rect">
            <a:avLst/>
          </a:prstGeom>
        </p:spPr>
        <p:txBody>
          <a:bodyPr vert="horz" lIns="0" tIns="45720" rIns="91440" bIns="45720" rtlCol="0">
            <a:normAutofit/>
          </a:bodyPr>
          <a:lstStyle/>
          <a:p>
            <a:pPr lvl="0"/>
            <a:r>
              <a:rPr lang="en-US" dirty="0"/>
              <a:t>Edit Master text styles</a:t>
            </a:r>
          </a:p>
          <a:p>
            <a:pPr lvl="1"/>
            <a:r>
              <a:rPr lang="en-US" dirty="0"/>
              <a:t>Second level</a:t>
            </a:r>
          </a:p>
          <a:p>
            <a:pPr lvl="2"/>
            <a:r>
              <a:rPr lang="en-US" dirty="0"/>
              <a:t>Third level</a:t>
            </a:r>
          </a:p>
          <a:p>
            <a:pPr lvl="2"/>
            <a:endParaRPr lang="en-US" dirty="0"/>
          </a:p>
        </p:txBody>
      </p:sp>
      <p:pic>
        <p:nvPicPr>
          <p:cNvPr id="4" name="Picture 3">
            <a:extLst>
              <a:ext uri="{FF2B5EF4-FFF2-40B4-BE49-F238E27FC236}">
                <a16:creationId xmlns:a16="http://schemas.microsoft.com/office/drawing/2014/main" id="{284C3CF7-F723-BC42-B7DB-6D86FD29A3CC}"/>
              </a:ext>
            </a:extLst>
          </p:cNvPr>
          <p:cNvPicPr>
            <a:picLocks noChangeAspect="1"/>
          </p:cNvPicPr>
          <p:nvPr/>
        </p:nvPicPr>
        <p:blipFill rotWithShape="1">
          <a:blip r:embed="rId63"/>
          <a:srcRect l="24096"/>
          <a:stretch/>
        </p:blipFill>
        <p:spPr>
          <a:xfrm>
            <a:off x="0" y="115218"/>
            <a:ext cx="1066800" cy="287051"/>
          </a:xfrm>
          <a:prstGeom prst="rect">
            <a:avLst/>
          </a:prstGeom>
        </p:spPr>
      </p:pic>
      <p:pic>
        <p:nvPicPr>
          <p:cNvPr id="5" name="Picture 4">
            <a:extLst>
              <a:ext uri="{FF2B5EF4-FFF2-40B4-BE49-F238E27FC236}">
                <a16:creationId xmlns:a16="http://schemas.microsoft.com/office/drawing/2014/main" id="{9D8C6C3B-5A9F-C14B-8A1F-56763A67C66E}"/>
              </a:ext>
            </a:extLst>
          </p:cNvPr>
          <p:cNvPicPr>
            <a:picLocks noChangeAspect="1"/>
          </p:cNvPicPr>
          <p:nvPr/>
        </p:nvPicPr>
        <p:blipFill>
          <a:blip r:embed="rId64"/>
          <a:stretch>
            <a:fillRect/>
          </a:stretch>
        </p:blipFill>
        <p:spPr>
          <a:xfrm>
            <a:off x="115779" y="223914"/>
            <a:ext cx="752320" cy="69658"/>
          </a:xfrm>
          <a:prstGeom prst="rect">
            <a:avLst/>
          </a:prstGeom>
        </p:spPr>
      </p:pic>
    </p:spTree>
    <p:extLst>
      <p:ext uri="{BB962C8B-B14F-4D97-AF65-F5344CB8AC3E}">
        <p14:creationId xmlns:p14="http://schemas.microsoft.com/office/powerpoint/2010/main" val="2286659838"/>
      </p:ext>
    </p:extLst>
  </p:cSld>
  <p:clrMap bg1="lt1" tx1="dk1" bg2="lt2" tx2="dk2" accent1="accent1" accent2="accent2" accent3="accent3" accent4="accent4" accent5="accent5" accent6="accent6" hlink="hlink" folHlink="folHlink"/>
  <p:sldLayoutIdLst>
    <p:sldLayoutId id="2147484148" r:id="rId1"/>
    <p:sldLayoutId id="2147484149" r:id="rId2"/>
    <p:sldLayoutId id="2147484150" r:id="rId3"/>
    <p:sldLayoutId id="2147484151" r:id="rId4"/>
    <p:sldLayoutId id="2147484152" r:id="rId5"/>
    <p:sldLayoutId id="2147484153" r:id="rId6"/>
    <p:sldLayoutId id="2147484154" r:id="rId7"/>
    <p:sldLayoutId id="2147484155" r:id="rId8"/>
    <p:sldLayoutId id="2147484156" r:id="rId9"/>
    <p:sldLayoutId id="2147484157" r:id="rId10"/>
    <p:sldLayoutId id="2147484158" r:id="rId11"/>
    <p:sldLayoutId id="2147484159" r:id="rId12"/>
    <p:sldLayoutId id="2147484160" r:id="rId13"/>
    <p:sldLayoutId id="2147484161" r:id="rId14"/>
    <p:sldLayoutId id="2147484162" r:id="rId15"/>
    <p:sldLayoutId id="2147484163" r:id="rId16"/>
    <p:sldLayoutId id="2147484164" r:id="rId17"/>
    <p:sldLayoutId id="2147484165" r:id="rId18"/>
    <p:sldLayoutId id="2147484166" r:id="rId19"/>
    <p:sldLayoutId id="2147484167" r:id="rId20"/>
    <p:sldLayoutId id="2147484168" r:id="rId21"/>
    <p:sldLayoutId id="2147484169" r:id="rId22"/>
    <p:sldLayoutId id="2147484170" r:id="rId23"/>
    <p:sldLayoutId id="2147484171" r:id="rId24"/>
    <p:sldLayoutId id="2147484172" r:id="rId25"/>
    <p:sldLayoutId id="2147484173" r:id="rId26"/>
    <p:sldLayoutId id="2147484174" r:id="rId27"/>
    <p:sldLayoutId id="2147484175" r:id="rId28"/>
    <p:sldLayoutId id="2147484176" r:id="rId29"/>
    <p:sldLayoutId id="2147484177" r:id="rId30"/>
    <p:sldLayoutId id="2147484178" r:id="rId31"/>
    <p:sldLayoutId id="2147484179" r:id="rId32"/>
    <p:sldLayoutId id="2147484180" r:id="rId33"/>
    <p:sldLayoutId id="2147484181" r:id="rId34"/>
    <p:sldLayoutId id="2147484182" r:id="rId35"/>
    <p:sldLayoutId id="2147484183" r:id="rId36"/>
    <p:sldLayoutId id="2147484184" r:id="rId37"/>
    <p:sldLayoutId id="2147484185" r:id="rId38"/>
    <p:sldLayoutId id="2147484186" r:id="rId39"/>
    <p:sldLayoutId id="2147484187" r:id="rId40"/>
    <p:sldLayoutId id="2147484188" r:id="rId41"/>
    <p:sldLayoutId id="2147484189" r:id="rId42"/>
    <p:sldLayoutId id="2147484190" r:id="rId43"/>
    <p:sldLayoutId id="2147484191" r:id="rId44"/>
    <p:sldLayoutId id="2147484192" r:id="rId45"/>
    <p:sldLayoutId id="2147484193" r:id="rId46"/>
    <p:sldLayoutId id="2147484194" r:id="rId47"/>
    <p:sldLayoutId id="2147484195" r:id="rId48"/>
    <p:sldLayoutId id="2147484196" r:id="rId49"/>
    <p:sldLayoutId id="2147484197" r:id="rId50"/>
    <p:sldLayoutId id="2147484198" r:id="rId51"/>
    <p:sldLayoutId id="2147484199" r:id="rId52"/>
    <p:sldLayoutId id="2147484200" r:id="rId53"/>
    <p:sldLayoutId id="2147484201" r:id="rId54"/>
    <p:sldLayoutId id="2147484202" r:id="rId55"/>
    <p:sldLayoutId id="2147484203" r:id="rId56"/>
    <p:sldLayoutId id="2147484204" r:id="rId57"/>
    <p:sldLayoutId id="2147484205" r:id="rId58"/>
    <p:sldLayoutId id="2147484206" r:id="rId59"/>
    <p:sldLayoutId id="2147484207" r:id="rId60"/>
    <p:sldLayoutId id="2147484208" r:id="rId61"/>
  </p:sldLayoutIdLst>
  <p:txStyles>
    <p:titleStyle>
      <a:lvl1pPr algn="l" defTabSz="914378" rtl="0" eaLnBrk="1" latinLnBrk="0" hangingPunct="1">
        <a:lnSpc>
          <a:spcPct val="90000"/>
        </a:lnSpc>
        <a:spcBef>
          <a:spcPct val="0"/>
        </a:spcBef>
        <a:buNone/>
        <a:defRPr sz="2400" b="1" kern="1200">
          <a:solidFill>
            <a:schemeClr val="accent1"/>
          </a:solidFill>
          <a:latin typeface="Lato" panose="020F0502020204030203" pitchFamily="34" charset="0"/>
          <a:ea typeface="+mj-ea"/>
          <a:cs typeface="+mj-cs"/>
        </a:defRPr>
      </a:lvl1pPr>
    </p:titleStyle>
    <p:bodyStyle>
      <a:lvl1pPr marL="176209" indent="-176209" algn="l" defTabSz="914378" rtl="0" eaLnBrk="1" latinLnBrk="0" hangingPunct="1">
        <a:lnSpc>
          <a:spcPct val="100000"/>
        </a:lnSpc>
        <a:spcBef>
          <a:spcPts val="1000"/>
        </a:spcBef>
        <a:buFont typeface="Wingdings" pitchFamily="2" charset="2"/>
        <a:buChar char="§"/>
        <a:tabLst/>
        <a:defRPr sz="1600" kern="1200">
          <a:solidFill>
            <a:srgbClr val="393A39"/>
          </a:solidFill>
          <a:latin typeface="Lato" panose="020F0502020204030203" pitchFamily="34" charset="0"/>
          <a:ea typeface="+mn-ea"/>
          <a:cs typeface="+mn-cs"/>
        </a:defRPr>
      </a:lvl1pPr>
      <a:lvl2pPr marL="514337" indent="-222245" algn="l" defTabSz="914378" rtl="0" eaLnBrk="1" latinLnBrk="0" hangingPunct="1">
        <a:lnSpc>
          <a:spcPct val="100000"/>
        </a:lnSpc>
        <a:spcBef>
          <a:spcPts val="500"/>
        </a:spcBef>
        <a:buFontTx/>
        <a:buBlip>
          <a:blip r:embed="rId65"/>
        </a:buBlip>
        <a:tabLst/>
        <a:defRPr sz="1400" kern="1200">
          <a:solidFill>
            <a:srgbClr val="393A39"/>
          </a:solidFill>
          <a:latin typeface="Lato" panose="020F0502020204030203" pitchFamily="34" charset="0"/>
          <a:ea typeface="+mn-ea"/>
          <a:cs typeface="+mn-cs"/>
        </a:defRPr>
      </a:lvl2pPr>
      <a:lvl3pPr marL="746106" indent="-169859" algn="l" defTabSz="806430" rtl="0" eaLnBrk="1" latinLnBrk="0" hangingPunct="1">
        <a:lnSpc>
          <a:spcPct val="100000"/>
        </a:lnSpc>
        <a:spcBef>
          <a:spcPts val="500"/>
        </a:spcBef>
        <a:buFont typeface="Arial" panose="020B0604020202020204" pitchFamily="34" charset="0"/>
        <a:buChar char="•"/>
        <a:tabLst/>
        <a:defRPr sz="1200" kern="1200">
          <a:solidFill>
            <a:srgbClr val="393A39"/>
          </a:solidFill>
          <a:latin typeface="Lato" panose="020F0502020204030203" pitchFamily="34" charset="0"/>
          <a:ea typeface="+mn-ea"/>
          <a:cs typeface="+mn-cs"/>
        </a:defRPr>
      </a:lvl3pPr>
      <a:lvl4pPr marL="1371566" indent="0" algn="l" defTabSz="914378"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4pPr>
      <a:lvl5pPr marL="1828754" indent="0" algn="l" defTabSz="914378" rtl="0" eaLnBrk="1" latinLnBrk="0" hangingPunct="1">
        <a:lnSpc>
          <a:spcPct val="90000"/>
        </a:lnSpc>
        <a:spcBef>
          <a:spcPts val="500"/>
        </a:spcBef>
        <a:buFont typeface="Arial" panose="020B0604020202020204" pitchFamily="34" charset="0"/>
        <a:buNone/>
        <a:defRPr sz="1100" kern="1200">
          <a:solidFill>
            <a:schemeClr val="tx1"/>
          </a:solidFill>
          <a:latin typeface="Lato" panose="020F0502020204030203" pitchFamily="34" charset="0"/>
          <a:ea typeface="+mn-ea"/>
          <a:cs typeface="+mn-cs"/>
        </a:defRPr>
      </a:lvl5pPr>
      <a:lvl6pPr marL="2514537"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5"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8"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8" rtl="0" eaLnBrk="1" latinLnBrk="0" hangingPunct="1">
        <a:defRPr sz="1800" kern="1200">
          <a:solidFill>
            <a:schemeClr val="tx1"/>
          </a:solidFill>
          <a:latin typeface="+mn-lt"/>
          <a:ea typeface="+mn-ea"/>
          <a:cs typeface="+mn-cs"/>
        </a:defRPr>
      </a:lvl1pPr>
      <a:lvl2pPr marL="457189" algn="l" defTabSz="914378" rtl="0" eaLnBrk="1" latinLnBrk="0" hangingPunct="1">
        <a:defRPr sz="1800" kern="1200">
          <a:solidFill>
            <a:schemeClr val="tx1"/>
          </a:solidFill>
          <a:latin typeface="+mn-lt"/>
          <a:ea typeface="+mn-ea"/>
          <a:cs typeface="+mn-cs"/>
        </a:defRPr>
      </a:lvl2pPr>
      <a:lvl3pPr marL="914378" algn="l" defTabSz="914378" rtl="0" eaLnBrk="1" latinLnBrk="0" hangingPunct="1">
        <a:defRPr sz="1800" kern="1200">
          <a:solidFill>
            <a:schemeClr val="tx1"/>
          </a:solidFill>
          <a:latin typeface="+mn-lt"/>
          <a:ea typeface="+mn-ea"/>
          <a:cs typeface="+mn-cs"/>
        </a:defRPr>
      </a:lvl3pPr>
      <a:lvl4pPr marL="1371566" algn="l" defTabSz="914378" rtl="0" eaLnBrk="1" latinLnBrk="0" hangingPunct="1">
        <a:defRPr sz="1800" kern="1200">
          <a:solidFill>
            <a:schemeClr val="tx1"/>
          </a:solidFill>
          <a:latin typeface="+mn-lt"/>
          <a:ea typeface="+mn-ea"/>
          <a:cs typeface="+mn-cs"/>
        </a:defRPr>
      </a:lvl4pPr>
      <a:lvl5pPr marL="1828754" algn="l" defTabSz="914378" rtl="0" eaLnBrk="1" latinLnBrk="0" hangingPunct="1">
        <a:defRPr sz="1800" kern="1200">
          <a:solidFill>
            <a:schemeClr val="tx1"/>
          </a:solidFill>
          <a:latin typeface="+mn-lt"/>
          <a:ea typeface="+mn-ea"/>
          <a:cs typeface="+mn-cs"/>
        </a:defRPr>
      </a:lvl5pPr>
      <a:lvl6pPr marL="2285943" algn="l" defTabSz="914378" rtl="0" eaLnBrk="1" latinLnBrk="0" hangingPunct="1">
        <a:defRPr sz="1800" kern="1200">
          <a:solidFill>
            <a:schemeClr val="tx1"/>
          </a:solidFill>
          <a:latin typeface="+mn-lt"/>
          <a:ea typeface="+mn-ea"/>
          <a:cs typeface="+mn-cs"/>
        </a:defRPr>
      </a:lvl6pPr>
      <a:lvl7pPr marL="2743132" algn="l" defTabSz="914378" rtl="0" eaLnBrk="1" latinLnBrk="0" hangingPunct="1">
        <a:defRPr sz="1800" kern="1200">
          <a:solidFill>
            <a:schemeClr val="tx1"/>
          </a:solidFill>
          <a:latin typeface="+mn-lt"/>
          <a:ea typeface="+mn-ea"/>
          <a:cs typeface="+mn-cs"/>
        </a:defRPr>
      </a:lvl7pPr>
      <a:lvl8pPr marL="3200320" algn="l" defTabSz="914378" rtl="0" eaLnBrk="1" latinLnBrk="0" hangingPunct="1">
        <a:defRPr sz="1800" kern="1200">
          <a:solidFill>
            <a:schemeClr val="tx1"/>
          </a:solidFill>
          <a:latin typeface="+mn-lt"/>
          <a:ea typeface="+mn-ea"/>
          <a:cs typeface="+mn-cs"/>
        </a:defRPr>
      </a:lvl8pPr>
      <a:lvl9pPr marL="3657509" algn="l" defTabSz="91437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23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2.xml"/></Relationships>
</file>

<file path=ppt/slides/_rels/slide3.xml.rels><?xml version="1.0" encoding="UTF-8" standalone="yes"?>
<Relationships xmlns="http://schemas.openxmlformats.org/package/2006/relationships"><Relationship Id="rId3" Type="http://schemas.openxmlformats.org/officeDocument/2006/relationships/hyperlink" Target="https://www.comsol.com/model/acoustic-treatment-boundary-calculator-118611" TargetMode="External"/><Relationship Id="rId2" Type="http://schemas.openxmlformats.org/officeDocument/2006/relationships/image" Target="../media/image20.png"/><Relationship Id="rId1" Type="http://schemas.openxmlformats.org/officeDocument/2006/relationships/slideLayout" Target="../slideLayouts/slideLayout256.xml"/></Relationships>
</file>

<file path=ppt/slides/_rels/slide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42.xml"/></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246.xml"/></Relationships>
</file>

<file path=ppt/slides/_rels/slide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47.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43.xml"/></Relationships>
</file>

<file path=ppt/slides/_rels/slide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43.xml"/></Relationships>
</file>

<file path=ppt/slides/_rels/slide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24150"/>
            <a:ext cx="8062912" cy="2139950"/>
          </a:xfrm>
        </p:spPr>
        <p:txBody>
          <a:bodyPr/>
          <a:lstStyle/>
          <a:p>
            <a:r>
              <a:rPr lang="en-US" b="1" dirty="0"/>
              <a:t>Acoustics of an</a:t>
            </a:r>
            <a:br>
              <a:rPr lang="en-US" b="1" dirty="0"/>
            </a:br>
            <a:r>
              <a:rPr lang="en-US" b="1" dirty="0"/>
              <a:t>Open-Plan Office Space</a:t>
            </a:r>
            <a:br>
              <a:rPr lang="en-US" dirty="0"/>
            </a:br>
            <a:endParaRPr lang="sv-SE" dirty="0"/>
          </a:p>
        </p:txBody>
      </p:sp>
      <p:pic>
        <p:nvPicPr>
          <p:cNvPr id="4" name="Picture 3">
            <a:extLst>
              <a:ext uri="{FF2B5EF4-FFF2-40B4-BE49-F238E27FC236}">
                <a16:creationId xmlns:a16="http://schemas.microsoft.com/office/drawing/2014/main" id="{EAD541E0-D0BD-5DDD-CDA1-05EAC6717089}"/>
              </a:ext>
            </a:extLst>
          </p:cNvPr>
          <p:cNvPicPr>
            <a:picLocks noChangeAspect="1"/>
          </p:cNvPicPr>
          <p:nvPr/>
        </p:nvPicPr>
        <p:blipFill>
          <a:blip r:embed="rId3"/>
          <a:stretch>
            <a:fillRect/>
          </a:stretch>
        </p:blipFill>
        <p:spPr>
          <a:xfrm>
            <a:off x="3048000" y="88900"/>
            <a:ext cx="6395007" cy="4191000"/>
          </a:xfrm>
          <a:prstGeom prst="rect">
            <a:avLst/>
          </a:prstGeom>
        </p:spPr>
      </p:pic>
    </p:spTree>
    <p:extLst>
      <p:ext uri="{BB962C8B-B14F-4D97-AF65-F5344CB8AC3E}">
        <p14:creationId xmlns:p14="http://schemas.microsoft.com/office/powerpoint/2010/main" val="24701137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a:t>Background and Motivation</a:t>
            </a:r>
            <a:endParaRPr lang="sv-SE" dirty="0"/>
          </a:p>
        </p:txBody>
      </p:sp>
      <p:sp>
        <p:nvSpPr>
          <p:cNvPr id="3" name="Content Placeholder 2"/>
          <p:cNvSpPr>
            <a:spLocks noGrp="1"/>
          </p:cNvSpPr>
          <p:nvPr>
            <p:ph idx="1"/>
          </p:nvPr>
        </p:nvSpPr>
        <p:spPr/>
        <p:txBody>
          <a:bodyPr/>
          <a:lstStyle/>
          <a:p>
            <a:r>
              <a:rPr lang="en-US" dirty="0"/>
              <a:t>In this tutorial, the acoustics of an open-plan office space are analyzed using a wave-based approach in the time domain. An initial pulse is released and the room response is analyzed.</a:t>
            </a:r>
          </a:p>
          <a:p>
            <a:r>
              <a:rPr lang="en-US" dirty="0"/>
              <a:t>Realistic frequency-dependent impedance conditions for the ceiling, carpet, and gypsum walls are included using the </a:t>
            </a:r>
            <a:r>
              <a:rPr lang="en-US" i="1" dirty="0"/>
              <a:t>General local reacting (rational approximation)</a:t>
            </a:r>
            <a:r>
              <a:rPr lang="en-US" dirty="0"/>
              <a:t> impedance option. The input data is fitted using the </a:t>
            </a:r>
            <a:r>
              <a:rPr lang="en-US" i="1" dirty="0"/>
              <a:t>Partial Fraction Fit</a:t>
            </a:r>
            <a:r>
              <a:rPr lang="en-US" dirty="0"/>
              <a:t> function. Moreover, an open window is also modeled using an </a:t>
            </a:r>
            <a:r>
              <a:rPr lang="en-US" i="1" dirty="0"/>
              <a:t>Absorbing Layer</a:t>
            </a:r>
            <a:r>
              <a:rPr lang="en-US" dirty="0"/>
              <a:t>.</a:t>
            </a:r>
          </a:p>
          <a:p>
            <a:r>
              <a:rPr lang="en-US" dirty="0"/>
              <a:t>The model is solved with the </a:t>
            </a:r>
            <a:r>
              <a:rPr lang="en-US" i="1" dirty="0"/>
              <a:t>Pressure Acoustics, Time Explicit</a:t>
            </a:r>
            <a:r>
              <a:rPr lang="en-US" dirty="0"/>
              <a:t> interface using the </a:t>
            </a:r>
            <a:r>
              <a:rPr lang="en-US" i="1" dirty="0"/>
              <a:t>Accelerated solver formulation</a:t>
            </a:r>
            <a:r>
              <a:rPr lang="en-US" dirty="0"/>
              <a:t> that can be run on multiple GPUs.</a:t>
            </a:r>
          </a:p>
        </p:txBody>
      </p:sp>
    </p:spTree>
    <p:extLst>
      <p:ext uri="{BB962C8B-B14F-4D97-AF65-F5344CB8AC3E}">
        <p14:creationId xmlns:p14="http://schemas.microsoft.com/office/powerpoint/2010/main" val="298062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Content Placeholder 17">
            <a:extLst>
              <a:ext uri="{FF2B5EF4-FFF2-40B4-BE49-F238E27FC236}">
                <a16:creationId xmlns:a16="http://schemas.microsoft.com/office/drawing/2014/main" id="{01D2D9DA-ADAF-5536-F29C-48A0CE1798FF}"/>
              </a:ext>
            </a:extLst>
          </p:cNvPr>
          <p:cNvPicPr>
            <a:picLocks noGrp="1" noChangeAspect="1"/>
          </p:cNvPicPr>
          <p:nvPr>
            <p:ph sz="quarter" idx="17"/>
          </p:nvPr>
        </p:nvPicPr>
        <p:blipFill>
          <a:blip r:embed="rId2"/>
          <a:stretch>
            <a:fillRect/>
          </a:stretch>
        </p:blipFill>
        <p:spPr>
          <a:xfrm>
            <a:off x="4644094" y="590550"/>
            <a:ext cx="2442506" cy="4552950"/>
          </a:xfrm>
        </p:spPr>
      </p:pic>
      <p:sp>
        <p:nvSpPr>
          <p:cNvPr id="4" name="Title 3">
            <a:extLst>
              <a:ext uri="{FF2B5EF4-FFF2-40B4-BE49-F238E27FC236}">
                <a16:creationId xmlns:a16="http://schemas.microsoft.com/office/drawing/2014/main" id="{EA97A3C6-459A-E086-DAE0-6A30D8BC5F5D}"/>
              </a:ext>
            </a:extLst>
          </p:cNvPr>
          <p:cNvSpPr>
            <a:spLocks noGrp="1"/>
          </p:cNvSpPr>
          <p:nvPr>
            <p:ph type="title"/>
          </p:nvPr>
        </p:nvSpPr>
        <p:spPr/>
        <p:txBody>
          <a:bodyPr/>
          <a:lstStyle/>
          <a:p>
            <a:r>
              <a:rPr lang="da-DK" dirty="0"/>
              <a:t>Model Setup</a:t>
            </a:r>
            <a:endParaRPr lang="en-US" dirty="0"/>
          </a:p>
        </p:txBody>
      </p:sp>
      <p:sp>
        <p:nvSpPr>
          <p:cNvPr id="5" name="Content Placeholder 4">
            <a:extLst>
              <a:ext uri="{FF2B5EF4-FFF2-40B4-BE49-F238E27FC236}">
                <a16:creationId xmlns:a16="http://schemas.microsoft.com/office/drawing/2014/main" id="{15A9FA14-4565-4956-06D2-0FD9F084F752}"/>
              </a:ext>
            </a:extLst>
          </p:cNvPr>
          <p:cNvSpPr>
            <a:spLocks noGrp="1"/>
          </p:cNvSpPr>
          <p:nvPr>
            <p:ph sz="half" idx="10"/>
          </p:nvPr>
        </p:nvSpPr>
        <p:spPr/>
        <p:txBody>
          <a:bodyPr/>
          <a:lstStyle/>
          <a:p>
            <a:r>
              <a:rPr lang="en-US"/>
              <a:t>Import and fit of frequency dependent admittance for carpet, ceiling, and gypsum wall materials.</a:t>
            </a:r>
          </a:p>
          <a:p>
            <a:pPr lvl="1"/>
            <a:r>
              <a:rPr lang="en-US" dirty="0"/>
              <a:t>Fit performed with the </a:t>
            </a:r>
            <a:r>
              <a:rPr lang="en-US" i="1" dirty="0"/>
              <a:t>Partial Fraction Fit</a:t>
            </a:r>
            <a:r>
              <a:rPr lang="en-US" dirty="0"/>
              <a:t> function</a:t>
            </a:r>
          </a:p>
          <a:p>
            <a:pPr lvl="1"/>
            <a:r>
              <a:rPr lang="en-US" dirty="0"/>
              <a:t>Data generated using the </a:t>
            </a:r>
            <a:r>
              <a:rPr lang="en-US" dirty="0">
                <a:hlinkClick r:id="rId3"/>
              </a:rPr>
              <a:t>Acoustic Treatment Boundary Calculator</a:t>
            </a:r>
            <a:r>
              <a:rPr lang="en-US" dirty="0"/>
              <a:t> app</a:t>
            </a:r>
          </a:p>
          <a:p>
            <a:r>
              <a:rPr lang="en-US" dirty="0"/>
              <a:t>Rational approximation of frequency dependent surface data used.</a:t>
            </a:r>
          </a:p>
        </p:txBody>
      </p:sp>
      <p:sp>
        <p:nvSpPr>
          <p:cNvPr id="9" name="TextBox 8">
            <a:extLst>
              <a:ext uri="{FF2B5EF4-FFF2-40B4-BE49-F238E27FC236}">
                <a16:creationId xmlns:a16="http://schemas.microsoft.com/office/drawing/2014/main" id="{9B2F4B93-9436-A586-A6C8-8CF0332509F2}"/>
              </a:ext>
            </a:extLst>
          </p:cNvPr>
          <p:cNvSpPr txBox="1"/>
          <p:nvPr/>
        </p:nvSpPr>
        <p:spPr>
          <a:xfrm>
            <a:off x="3500775" y="2266950"/>
            <a:ext cx="389850" cy="369332"/>
          </a:xfrm>
          <a:prstGeom prst="rect">
            <a:avLst/>
          </a:prstGeom>
          <a:noFill/>
        </p:spPr>
        <p:txBody>
          <a:bodyPr wrap="none" rtlCol="0">
            <a:spAutoFit/>
          </a:bodyPr>
          <a:lstStyle/>
          <a:p>
            <a:r>
              <a:rPr lang="en-US" dirty="0">
                <a:solidFill>
                  <a:schemeClr val="accent4"/>
                </a:solidFill>
                <a:sym typeface="Wingdings" panose="05000000000000000000" pitchFamily="2" charset="2"/>
              </a:rPr>
              <a:t></a:t>
            </a:r>
            <a:endParaRPr lang="en-US" dirty="0">
              <a:solidFill>
                <a:schemeClr val="accent4"/>
              </a:solidFill>
            </a:endParaRPr>
          </a:p>
        </p:txBody>
      </p:sp>
      <p:sp>
        <p:nvSpPr>
          <p:cNvPr id="13" name="TextBox 12">
            <a:extLst>
              <a:ext uri="{FF2B5EF4-FFF2-40B4-BE49-F238E27FC236}">
                <a16:creationId xmlns:a16="http://schemas.microsoft.com/office/drawing/2014/main" id="{400369D4-4DC1-B112-15E6-0E8B39F4CD47}"/>
              </a:ext>
            </a:extLst>
          </p:cNvPr>
          <p:cNvSpPr txBox="1"/>
          <p:nvPr/>
        </p:nvSpPr>
        <p:spPr>
          <a:xfrm>
            <a:off x="3500775" y="3867150"/>
            <a:ext cx="389850" cy="369332"/>
          </a:xfrm>
          <a:prstGeom prst="rect">
            <a:avLst/>
          </a:prstGeom>
          <a:noFill/>
        </p:spPr>
        <p:txBody>
          <a:bodyPr wrap="none" rtlCol="0">
            <a:spAutoFit/>
          </a:bodyPr>
          <a:lstStyle/>
          <a:p>
            <a:r>
              <a:rPr lang="en-US" dirty="0">
                <a:solidFill>
                  <a:schemeClr val="accent4"/>
                </a:solidFill>
                <a:sym typeface="Wingdings" panose="05000000000000000000" pitchFamily="2" charset="2"/>
              </a:rPr>
              <a:t></a:t>
            </a:r>
            <a:endParaRPr lang="en-US" dirty="0">
              <a:solidFill>
                <a:schemeClr val="accent4"/>
              </a:solidFill>
            </a:endParaRPr>
          </a:p>
        </p:txBody>
      </p:sp>
      <p:sp>
        <p:nvSpPr>
          <p:cNvPr id="14" name="TextBox 13">
            <a:extLst>
              <a:ext uri="{FF2B5EF4-FFF2-40B4-BE49-F238E27FC236}">
                <a16:creationId xmlns:a16="http://schemas.microsoft.com/office/drawing/2014/main" id="{12F22F50-CDD7-D25E-3675-DF9AF5A5C6D3}"/>
              </a:ext>
            </a:extLst>
          </p:cNvPr>
          <p:cNvSpPr txBox="1"/>
          <p:nvPr/>
        </p:nvSpPr>
        <p:spPr>
          <a:xfrm>
            <a:off x="6642462" y="1553632"/>
            <a:ext cx="389850" cy="369332"/>
          </a:xfrm>
          <a:prstGeom prst="rect">
            <a:avLst/>
          </a:prstGeom>
          <a:noFill/>
        </p:spPr>
        <p:txBody>
          <a:bodyPr wrap="none" rtlCol="0">
            <a:spAutoFit/>
          </a:bodyPr>
          <a:lstStyle/>
          <a:p>
            <a:r>
              <a:rPr lang="en-US" dirty="0">
                <a:solidFill>
                  <a:schemeClr val="accent4"/>
                </a:solidFill>
                <a:sym typeface="Wingdings" panose="05000000000000000000" pitchFamily="2" charset="2"/>
              </a:rPr>
              <a:t></a:t>
            </a:r>
            <a:endParaRPr lang="en-US" dirty="0">
              <a:solidFill>
                <a:schemeClr val="accent4"/>
              </a:solidFill>
            </a:endParaRPr>
          </a:p>
        </p:txBody>
      </p:sp>
      <p:sp>
        <p:nvSpPr>
          <p:cNvPr id="15" name="TextBox 14">
            <a:extLst>
              <a:ext uri="{FF2B5EF4-FFF2-40B4-BE49-F238E27FC236}">
                <a16:creationId xmlns:a16="http://schemas.microsoft.com/office/drawing/2014/main" id="{C5DAC7DD-DFD1-6633-F245-7CB924A54869}"/>
              </a:ext>
            </a:extLst>
          </p:cNvPr>
          <p:cNvSpPr txBox="1"/>
          <p:nvPr/>
        </p:nvSpPr>
        <p:spPr>
          <a:xfrm>
            <a:off x="6311324" y="4054537"/>
            <a:ext cx="389850" cy="369332"/>
          </a:xfrm>
          <a:prstGeom prst="rect">
            <a:avLst/>
          </a:prstGeom>
          <a:noFill/>
        </p:spPr>
        <p:txBody>
          <a:bodyPr wrap="none" rtlCol="0">
            <a:spAutoFit/>
          </a:bodyPr>
          <a:lstStyle/>
          <a:p>
            <a:r>
              <a:rPr lang="en-US" dirty="0">
                <a:solidFill>
                  <a:schemeClr val="accent4"/>
                </a:solidFill>
                <a:sym typeface="Wingdings" panose="05000000000000000000" pitchFamily="2" charset="2"/>
              </a:rPr>
              <a:t></a:t>
            </a:r>
            <a:endParaRPr lang="en-US" dirty="0">
              <a:solidFill>
                <a:schemeClr val="accent4"/>
              </a:solidFill>
            </a:endParaRPr>
          </a:p>
        </p:txBody>
      </p:sp>
    </p:spTree>
    <p:extLst>
      <p:ext uri="{BB962C8B-B14F-4D97-AF65-F5344CB8AC3E}">
        <p14:creationId xmlns:p14="http://schemas.microsoft.com/office/powerpoint/2010/main" val="766857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A5FAAA-5D6E-7BF5-00C8-ABDFA22E1BB5}"/>
              </a:ext>
            </a:extLst>
          </p:cNvPr>
          <p:cNvSpPr>
            <a:spLocks noGrp="1"/>
          </p:cNvSpPr>
          <p:nvPr>
            <p:ph type="title"/>
          </p:nvPr>
        </p:nvSpPr>
        <p:spPr/>
        <p:txBody>
          <a:bodyPr/>
          <a:lstStyle/>
          <a:p>
            <a:r>
              <a:rPr lang="da-DK" dirty="0"/>
              <a:t>Model Setup</a:t>
            </a:r>
            <a:endParaRPr lang="en-US" dirty="0"/>
          </a:p>
        </p:txBody>
      </p:sp>
      <p:pic>
        <p:nvPicPr>
          <p:cNvPr id="8" name="Picture 7">
            <a:extLst>
              <a:ext uri="{FF2B5EF4-FFF2-40B4-BE49-F238E27FC236}">
                <a16:creationId xmlns:a16="http://schemas.microsoft.com/office/drawing/2014/main" id="{963ECAAB-037F-31CA-2AD6-D1BEB42A6A95}"/>
              </a:ext>
            </a:extLst>
          </p:cNvPr>
          <p:cNvPicPr>
            <a:picLocks noChangeAspect="1"/>
          </p:cNvPicPr>
          <p:nvPr/>
        </p:nvPicPr>
        <p:blipFill>
          <a:blip r:embed="rId2"/>
          <a:stretch>
            <a:fillRect/>
          </a:stretch>
        </p:blipFill>
        <p:spPr>
          <a:xfrm>
            <a:off x="381000" y="742950"/>
            <a:ext cx="5199130" cy="4250826"/>
          </a:xfrm>
          <a:prstGeom prst="rect">
            <a:avLst/>
          </a:prstGeom>
        </p:spPr>
      </p:pic>
      <p:sp>
        <p:nvSpPr>
          <p:cNvPr id="9" name="TextBox 8">
            <a:extLst>
              <a:ext uri="{FF2B5EF4-FFF2-40B4-BE49-F238E27FC236}">
                <a16:creationId xmlns:a16="http://schemas.microsoft.com/office/drawing/2014/main" id="{A080050C-CFCE-0F3B-EFA0-15B3EE5CB963}"/>
              </a:ext>
            </a:extLst>
          </p:cNvPr>
          <p:cNvSpPr txBox="1"/>
          <p:nvPr/>
        </p:nvSpPr>
        <p:spPr>
          <a:xfrm>
            <a:off x="609600" y="4324350"/>
            <a:ext cx="1854995" cy="338554"/>
          </a:xfrm>
          <a:prstGeom prst="rect">
            <a:avLst/>
          </a:prstGeom>
          <a:noFill/>
        </p:spPr>
        <p:txBody>
          <a:bodyPr wrap="none" rtlCol="0">
            <a:spAutoFit/>
          </a:bodyPr>
          <a:lstStyle/>
          <a:p>
            <a:r>
              <a:rPr lang="en-US" sz="1600" dirty="0">
                <a:latin typeface="Lato Light" panose="020F0502020204030203" pitchFamily="34" charset="0"/>
                <a:ea typeface="Lato Light" panose="020F0502020204030203" pitchFamily="34" charset="0"/>
                <a:cs typeface="Lato Light" panose="020F0502020204030203" pitchFamily="34" charset="0"/>
              </a:rPr>
              <a:t>Microphone points</a:t>
            </a:r>
          </a:p>
        </p:txBody>
      </p:sp>
      <p:cxnSp>
        <p:nvCxnSpPr>
          <p:cNvPr id="11" name="Connector: Elbow 10">
            <a:extLst>
              <a:ext uri="{FF2B5EF4-FFF2-40B4-BE49-F238E27FC236}">
                <a16:creationId xmlns:a16="http://schemas.microsoft.com/office/drawing/2014/main" id="{36059B37-FD11-8D28-203C-E137313AA7AC}"/>
              </a:ext>
            </a:extLst>
          </p:cNvPr>
          <p:cNvCxnSpPr>
            <a:cxnSpLocks/>
            <a:stCxn id="9" idx="0"/>
          </p:cNvCxnSpPr>
          <p:nvPr/>
        </p:nvCxnSpPr>
        <p:spPr>
          <a:xfrm rot="5400000" flipH="1" flipV="1">
            <a:off x="1492450" y="3530798"/>
            <a:ext cx="838200" cy="748904"/>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2F7F3AD-947C-8257-B8F5-54E6AC931758}"/>
              </a:ext>
            </a:extLst>
          </p:cNvPr>
          <p:cNvSpPr txBox="1"/>
          <p:nvPr/>
        </p:nvSpPr>
        <p:spPr>
          <a:xfrm>
            <a:off x="4953000" y="1091791"/>
            <a:ext cx="3352800" cy="1077218"/>
          </a:xfrm>
          <a:prstGeom prst="rect">
            <a:avLst/>
          </a:prstGeom>
          <a:noFill/>
        </p:spPr>
        <p:txBody>
          <a:bodyPr wrap="square" rtlCol="0">
            <a:spAutoFit/>
          </a:bodyPr>
          <a:lstStyle/>
          <a:p>
            <a:r>
              <a:rPr lang="en-US" sz="1600" dirty="0">
                <a:latin typeface="Lato Light" panose="020F0502020204030203" pitchFamily="34" charset="0"/>
                <a:ea typeface="Lato Light" panose="020F0502020204030203" pitchFamily="34" charset="0"/>
                <a:cs typeface="Lato Light" panose="020F0502020204030203" pitchFamily="34" charset="0"/>
              </a:rPr>
              <a:t>Source location using initial Gaussian pressure distribution.</a:t>
            </a:r>
          </a:p>
          <a:p>
            <a:endParaRPr lang="en-US" sz="1600" dirty="0">
              <a:latin typeface="Lato Light" panose="020F0502020204030203" pitchFamily="34" charset="0"/>
              <a:ea typeface="Lato Light" panose="020F0502020204030203" pitchFamily="34" charset="0"/>
              <a:cs typeface="Lato Light" panose="020F0502020204030203" pitchFamily="34" charset="0"/>
            </a:endParaRPr>
          </a:p>
          <a:p>
            <a:r>
              <a:rPr lang="en-US" sz="1600" dirty="0">
                <a:latin typeface="Lato Light" panose="020F0502020204030203" pitchFamily="34" charset="0"/>
                <a:ea typeface="Lato Light" panose="020F0502020204030203" pitchFamily="34" charset="0"/>
                <a:cs typeface="Lato Light" panose="020F0502020204030203" pitchFamily="34" charset="0"/>
              </a:rPr>
              <a:t>Source frequency content:</a:t>
            </a:r>
          </a:p>
        </p:txBody>
      </p:sp>
      <p:sp>
        <p:nvSpPr>
          <p:cNvPr id="14" name="Oval 13">
            <a:extLst>
              <a:ext uri="{FF2B5EF4-FFF2-40B4-BE49-F238E27FC236}">
                <a16:creationId xmlns:a16="http://schemas.microsoft.com/office/drawing/2014/main" id="{56BD2FF7-1DDC-5B5B-3FF1-56549F5C7DBE}"/>
              </a:ext>
            </a:extLst>
          </p:cNvPr>
          <p:cNvSpPr/>
          <p:nvPr/>
        </p:nvSpPr>
        <p:spPr>
          <a:xfrm>
            <a:off x="3581400" y="2533650"/>
            <a:ext cx="76200" cy="76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Connector: Elbow 15">
            <a:extLst>
              <a:ext uri="{FF2B5EF4-FFF2-40B4-BE49-F238E27FC236}">
                <a16:creationId xmlns:a16="http://schemas.microsoft.com/office/drawing/2014/main" id="{02674E0E-6B66-052E-ED65-47030DFDBC03}"/>
              </a:ext>
            </a:extLst>
          </p:cNvPr>
          <p:cNvCxnSpPr>
            <a:cxnSpLocks/>
          </p:cNvCxnSpPr>
          <p:nvPr/>
        </p:nvCxnSpPr>
        <p:spPr>
          <a:xfrm rot="10800000" flipV="1">
            <a:off x="3616511" y="1351522"/>
            <a:ext cx="1360441" cy="1160631"/>
          </a:xfrm>
          <a:prstGeom prst="bentConnector2">
            <a:avLst/>
          </a:prstGeom>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4581474E-DDAC-364B-5502-40FC4B40F606}"/>
              </a:ext>
            </a:extLst>
          </p:cNvPr>
          <p:cNvPicPr>
            <a:picLocks noChangeAspect="1"/>
          </p:cNvPicPr>
          <p:nvPr/>
        </p:nvPicPr>
        <p:blipFill>
          <a:blip r:embed="rId3"/>
          <a:stretch>
            <a:fillRect/>
          </a:stretch>
        </p:blipFill>
        <p:spPr>
          <a:xfrm>
            <a:off x="4981506" y="2187716"/>
            <a:ext cx="3601082" cy="2077382"/>
          </a:xfrm>
          <a:prstGeom prst="rect">
            <a:avLst/>
          </a:prstGeom>
        </p:spPr>
      </p:pic>
    </p:spTree>
    <p:extLst>
      <p:ext uri="{BB962C8B-B14F-4D97-AF65-F5344CB8AC3E}">
        <p14:creationId xmlns:p14="http://schemas.microsoft.com/office/powerpoint/2010/main" val="983762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49090-A4F0-B575-5FC6-5581BBDCCCEB}"/>
              </a:ext>
            </a:extLst>
          </p:cNvPr>
          <p:cNvSpPr>
            <a:spLocks noGrp="1"/>
          </p:cNvSpPr>
          <p:nvPr>
            <p:ph type="title"/>
          </p:nvPr>
        </p:nvSpPr>
        <p:spPr/>
        <p:txBody>
          <a:bodyPr/>
          <a:lstStyle/>
          <a:p>
            <a:r>
              <a:rPr lang="da-DK" dirty="0"/>
              <a:t>Model Solved on GPU</a:t>
            </a:r>
            <a:endParaRPr lang="en-US" dirty="0"/>
          </a:p>
        </p:txBody>
      </p:sp>
      <p:pic>
        <p:nvPicPr>
          <p:cNvPr id="8" name="Content Placeholder 7">
            <a:extLst>
              <a:ext uri="{FF2B5EF4-FFF2-40B4-BE49-F238E27FC236}">
                <a16:creationId xmlns:a16="http://schemas.microsoft.com/office/drawing/2014/main" id="{34805AFA-9906-0BCD-3296-CAB9E28E4E73}"/>
              </a:ext>
            </a:extLst>
          </p:cNvPr>
          <p:cNvPicPr>
            <a:picLocks noGrp="1" noChangeAspect="1"/>
          </p:cNvPicPr>
          <p:nvPr>
            <p:ph sz="quarter" idx="11"/>
          </p:nvPr>
        </p:nvPicPr>
        <p:blipFill>
          <a:blip r:embed="rId3"/>
          <a:stretch>
            <a:fillRect/>
          </a:stretch>
        </p:blipFill>
        <p:spPr>
          <a:xfrm>
            <a:off x="6430084" y="1266789"/>
            <a:ext cx="2456033" cy="2609920"/>
          </a:xfrm>
        </p:spPr>
      </p:pic>
      <p:sp>
        <p:nvSpPr>
          <p:cNvPr id="3" name="Content Placeholder 2">
            <a:extLst>
              <a:ext uri="{FF2B5EF4-FFF2-40B4-BE49-F238E27FC236}">
                <a16:creationId xmlns:a16="http://schemas.microsoft.com/office/drawing/2014/main" id="{2662E34D-8023-7B97-18C1-1CC516AD2E6E}"/>
              </a:ext>
            </a:extLst>
          </p:cNvPr>
          <p:cNvSpPr>
            <a:spLocks noGrp="1"/>
          </p:cNvSpPr>
          <p:nvPr>
            <p:ph sz="half" idx="10"/>
          </p:nvPr>
        </p:nvSpPr>
        <p:spPr/>
        <p:txBody>
          <a:bodyPr>
            <a:normAutofit lnSpcReduction="10000"/>
          </a:bodyPr>
          <a:lstStyle/>
          <a:p>
            <a:r>
              <a:rPr lang="en-US" dirty="0"/>
              <a:t>The model solves for 43</a:t>
            </a:r>
            <a:r>
              <a:rPr lang="en-US" dirty="0">
                <a:sym typeface="Symbol" panose="05050102010706020507" pitchFamily="18" charset="2"/>
              </a:rPr>
              <a:t></a:t>
            </a:r>
            <a:r>
              <a:rPr lang="en-US" dirty="0"/>
              <a:t>10</a:t>
            </a:r>
            <a:r>
              <a:rPr lang="en-US" baseline="30000" dirty="0"/>
              <a:t>6</a:t>
            </a:r>
            <a:r>
              <a:rPr lang="en-US" dirty="0"/>
              <a:t> DOFs. In study 1 it solves for 20 periods (0.027 s) at the 500 Hz signal center frequency, while in study 2 it solves for 0.4 s to generate data for the impulse response.</a:t>
            </a:r>
          </a:p>
          <a:p>
            <a:r>
              <a:rPr lang="en-US" dirty="0"/>
              <a:t>In study 1 the data is stored on all boundaries, while in study 2, it is only stored on selected receiver positions and the data is output 30 times per period.</a:t>
            </a:r>
          </a:p>
          <a:p>
            <a:r>
              <a:rPr lang="en-US" dirty="0"/>
              <a:t>As an example, study 2 solves in 3 h 22 min on two GPUs (NVIDIA® RTX-A6000 Ada). This particular card has 48 GB of memory. Note that the model requires about 46 GB of RAM, while it only takes up about 12 GB of the GPU memory.</a:t>
            </a:r>
          </a:p>
          <a:p>
            <a:r>
              <a:rPr lang="en-US" dirty="0"/>
              <a:t>The model is solved using single precision (the default) on the GPUs.</a:t>
            </a:r>
          </a:p>
        </p:txBody>
      </p:sp>
      <p:sp>
        <p:nvSpPr>
          <p:cNvPr id="6" name="Text Placeholder 5">
            <a:extLst>
              <a:ext uri="{FF2B5EF4-FFF2-40B4-BE49-F238E27FC236}">
                <a16:creationId xmlns:a16="http://schemas.microsoft.com/office/drawing/2014/main" id="{C1695AEA-3DE0-3D23-347E-7B6EC571C531}"/>
              </a:ext>
            </a:extLst>
          </p:cNvPr>
          <p:cNvSpPr>
            <a:spLocks noGrp="1"/>
          </p:cNvSpPr>
          <p:nvPr>
            <p:ph type="body" sz="quarter" idx="12"/>
          </p:nvPr>
        </p:nvSpPr>
        <p:spPr/>
        <p:txBody>
          <a:bodyPr>
            <a:normAutofit fontScale="92500" lnSpcReduction="20000"/>
          </a:bodyPr>
          <a:lstStyle/>
          <a:p>
            <a:r>
              <a:rPr lang="en-US"/>
              <a:t>Settings for the accelerated solver as seem at the physics interface level.</a:t>
            </a:r>
          </a:p>
        </p:txBody>
      </p:sp>
      <p:sp>
        <p:nvSpPr>
          <p:cNvPr id="4" name="TextBox 3">
            <a:extLst>
              <a:ext uri="{FF2B5EF4-FFF2-40B4-BE49-F238E27FC236}">
                <a16:creationId xmlns:a16="http://schemas.microsoft.com/office/drawing/2014/main" id="{14441B7B-D7D4-E8DE-B7AB-767C1B164D25}"/>
              </a:ext>
            </a:extLst>
          </p:cNvPr>
          <p:cNvSpPr txBox="1"/>
          <p:nvPr/>
        </p:nvSpPr>
        <p:spPr>
          <a:xfrm>
            <a:off x="2362200" y="4948555"/>
            <a:ext cx="3823402" cy="184666"/>
          </a:xfrm>
          <a:prstGeom prst="rect">
            <a:avLst/>
          </a:prstGeom>
          <a:noFill/>
        </p:spPr>
        <p:txBody>
          <a:bodyPr wrap="square" lIns="0" rtlCol="0">
            <a:spAutoFit/>
          </a:bodyPr>
          <a:lstStyle>
            <a:defPPr>
              <a:defRPr lang="en-US"/>
            </a:defPPr>
            <a:lvl1pPr>
              <a:defRPr sz="800">
                <a:solidFill>
                  <a:schemeClr val="bg1">
                    <a:lumMod val="75000"/>
                  </a:schemeClr>
                </a:solidFill>
                <a:latin typeface="Lato" panose="020F0502020204030203" pitchFamily="34" charset="0"/>
              </a:defRPr>
            </a:lvl1pPr>
          </a:lstStyle>
          <a:p>
            <a:pPr algn="r"/>
            <a:r>
              <a:rPr lang="en-US" sz="600" dirty="0"/>
              <a:t>NVIDIA is a trademark and/or registered trademark of NVIDIA Corporation in the U.S. and/or other countries.</a:t>
            </a:r>
          </a:p>
        </p:txBody>
      </p:sp>
      <p:sp>
        <p:nvSpPr>
          <p:cNvPr id="9" name="TextBox 8">
            <a:extLst>
              <a:ext uri="{FF2B5EF4-FFF2-40B4-BE49-F238E27FC236}">
                <a16:creationId xmlns:a16="http://schemas.microsoft.com/office/drawing/2014/main" id="{16E8BC90-2002-8ED3-DB98-A869766C67DA}"/>
              </a:ext>
            </a:extLst>
          </p:cNvPr>
          <p:cNvSpPr txBox="1"/>
          <p:nvPr/>
        </p:nvSpPr>
        <p:spPr>
          <a:xfrm>
            <a:off x="5334000" y="3876709"/>
            <a:ext cx="389850" cy="369332"/>
          </a:xfrm>
          <a:prstGeom prst="rect">
            <a:avLst/>
          </a:prstGeom>
          <a:noFill/>
        </p:spPr>
        <p:txBody>
          <a:bodyPr wrap="none" rtlCol="0">
            <a:spAutoFit/>
          </a:bodyPr>
          <a:lstStyle/>
          <a:p>
            <a:r>
              <a:rPr lang="en-US" dirty="0">
                <a:solidFill>
                  <a:schemeClr val="accent4"/>
                </a:solidFill>
                <a:sym typeface="Wingdings" panose="05000000000000000000" pitchFamily="2" charset="2"/>
              </a:rPr>
              <a:t></a:t>
            </a:r>
            <a:endParaRPr lang="en-US" dirty="0">
              <a:solidFill>
                <a:schemeClr val="accent4"/>
              </a:solidFill>
            </a:endParaRPr>
          </a:p>
        </p:txBody>
      </p:sp>
      <p:sp>
        <p:nvSpPr>
          <p:cNvPr id="10" name="TextBox 9">
            <a:extLst>
              <a:ext uri="{FF2B5EF4-FFF2-40B4-BE49-F238E27FC236}">
                <a16:creationId xmlns:a16="http://schemas.microsoft.com/office/drawing/2014/main" id="{AB1914A8-953F-3C13-2E92-2E439DDA7DA6}"/>
              </a:ext>
            </a:extLst>
          </p:cNvPr>
          <p:cNvSpPr txBox="1"/>
          <p:nvPr/>
        </p:nvSpPr>
        <p:spPr>
          <a:xfrm>
            <a:off x="7543800" y="3105150"/>
            <a:ext cx="389850" cy="369332"/>
          </a:xfrm>
          <a:prstGeom prst="rect">
            <a:avLst/>
          </a:prstGeom>
          <a:noFill/>
        </p:spPr>
        <p:txBody>
          <a:bodyPr wrap="none" rtlCol="0">
            <a:spAutoFit/>
          </a:bodyPr>
          <a:lstStyle/>
          <a:p>
            <a:r>
              <a:rPr lang="en-US" dirty="0">
                <a:solidFill>
                  <a:schemeClr val="accent4"/>
                </a:solidFill>
                <a:sym typeface="Wingdings" panose="05000000000000000000" pitchFamily="2" charset="2"/>
              </a:rPr>
              <a:t></a:t>
            </a:r>
            <a:endParaRPr lang="en-US" dirty="0">
              <a:solidFill>
                <a:schemeClr val="accent4"/>
              </a:solidFill>
            </a:endParaRPr>
          </a:p>
        </p:txBody>
      </p:sp>
    </p:spTree>
    <p:extLst>
      <p:ext uri="{BB962C8B-B14F-4D97-AF65-F5344CB8AC3E}">
        <p14:creationId xmlns:p14="http://schemas.microsoft.com/office/powerpoint/2010/main" val="255805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16E0235-9E49-68D6-2EA2-AE9F80CEEDD9}"/>
              </a:ext>
            </a:extLst>
          </p:cNvPr>
          <p:cNvSpPr>
            <a:spLocks noGrp="1"/>
          </p:cNvSpPr>
          <p:nvPr>
            <p:ph type="title"/>
          </p:nvPr>
        </p:nvSpPr>
        <p:spPr/>
        <p:txBody>
          <a:bodyPr/>
          <a:lstStyle/>
          <a:p>
            <a:r>
              <a:rPr lang="da-DK" dirty="0"/>
              <a:t>Importance of Mesh</a:t>
            </a:r>
            <a:endParaRPr lang="en-US" dirty="0"/>
          </a:p>
        </p:txBody>
      </p:sp>
      <p:pic>
        <p:nvPicPr>
          <p:cNvPr id="10" name="Content Placeholder 9">
            <a:extLst>
              <a:ext uri="{FF2B5EF4-FFF2-40B4-BE49-F238E27FC236}">
                <a16:creationId xmlns:a16="http://schemas.microsoft.com/office/drawing/2014/main" id="{1CBED164-A0EE-1FFF-ECA4-25B0BD08B795}"/>
              </a:ext>
            </a:extLst>
          </p:cNvPr>
          <p:cNvPicPr>
            <a:picLocks noGrp="1" noChangeAspect="1"/>
          </p:cNvPicPr>
          <p:nvPr>
            <p:ph sz="quarter" idx="11"/>
          </p:nvPr>
        </p:nvPicPr>
        <p:blipFill>
          <a:blip r:embed="rId2"/>
          <a:stretch>
            <a:fillRect/>
          </a:stretch>
        </p:blipFill>
        <p:spPr>
          <a:xfrm>
            <a:off x="4114800" y="1047750"/>
            <a:ext cx="4800600" cy="2723904"/>
          </a:xfrm>
          <a:prstGeom prst="rect">
            <a:avLst/>
          </a:prstGeom>
          <a:noFill/>
        </p:spPr>
      </p:pic>
      <p:sp>
        <p:nvSpPr>
          <p:cNvPr id="6" name="Content Placeholder 5">
            <a:extLst>
              <a:ext uri="{FF2B5EF4-FFF2-40B4-BE49-F238E27FC236}">
                <a16:creationId xmlns:a16="http://schemas.microsoft.com/office/drawing/2014/main" id="{87490F05-3507-2E71-96BD-F56F692B531B}"/>
              </a:ext>
            </a:extLst>
          </p:cNvPr>
          <p:cNvSpPr>
            <a:spLocks noGrp="1"/>
          </p:cNvSpPr>
          <p:nvPr>
            <p:ph sz="half" idx="10"/>
          </p:nvPr>
        </p:nvSpPr>
        <p:spPr/>
        <p:txBody>
          <a:bodyPr/>
          <a:lstStyle/>
          <a:p>
            <a:r>
              <a:rPr lang="da-DK" dirty="0"/>
              <a:t>In a time explicit model the smallest mesh element in the model dictates the time stepping. Hence, it is important to optimize the mesh.</a:t>
            </a:r>
          </a:p>
          <a:p>
            <a:r>
              <a:rPr lang="da-DK" dirty="0"/>
              <a:t>Visualize the mesh element that controls the time stepping using the Results Template of the Cell Wave Time Scale</a:t>
            </a:r>
          </a:p>
          <a:p>
            <a:r>
              <a:rPr lang="da-DK" dirty="0"/>
              <a:t>Linearize small mesh elements that are not important for the acoustics for teh given wavelength.</a:t>
            </a:r>
            <a:endParaRPr lang="en-US" dirty="0"/>
          </a:p>
          <a:p>
            <a:pPr marL="0" indent="0">
              <a:buNone/>
            </a:pPr>
            <a:endParaRPr lang="en-US" dirty="0"/>
          </a:p>
        </p:txBody>
      </p:sp>
      <p:sp>
        <p:nvSpPr>
          <p:cNvPr id="8" name="Text Placeholder 7">
            <a:extLst>
              <a:ext uri="{FF2B5EF4-FFF2-40B4-BE49-F238E27FC236}">
                <a16:creationId xmlns:a16="http://schemas.microsoft.com/office/drawing/2014/main" id="{75373252-C222-143B-9DAF-42E10273C6A0}"/>
              </a:ext>
            </a:extLst>
          </p:cNvPr>
          <p:cNvSpPr>
            <a:spLocks noGrp="1"/>
          </p:cNvSpPr>
          <p:nvPr>
            <p:ph type="body" sz="quarter" idx="12"/>
          </p:nvPr>
        </p:nvSpPr>
        <p:spPr>
          <a:xfrm>
            <a:off x="4178146" y="4324350"/>
            <a:ext cx="3899053" cy="609600"/>
          </a:xfrm>
        </p:spPr>
        <p:txBody>
          <a:bodyPr>
            <a:normAutofit/>
          </a:bodyPr>
          <a:lstStyle/>
          <a:p>
            <a:r>
              <a:rPr lang="da-DK" dirty="0"/>
              <a:t>Linearize small mesh elements smaller than 1/10 of the wavelength. This will loosen the requirement for meshing curved surfaces and avoid too smal elements. </a:t>
            </a:r>
            <a:endParaRPr lang="en-US" dirty="0"/>
          </a:p>
        </p:txBody>
      </p:sp>
      <p:sp>
        <p:nvSpPr>
          <p:cNvPr id="11" name="TextBox 10">
            <a:extLst>
              <a:ext uri="{FF2B5EF4-FFF2-40B4-BE49-F238E27FC236}">
                <a16:creationId xmlns:a16="http://schemas.microsoft.com/office/drawing/2014/main" id="{A4A5FD73-B72D-2C39-4420-C8B46C15624A}"/>
              </a:ext>
            </a:extLst>
          </p:cNvPr>
          <p:cNvSpPr txBox="1"/>
          <p:nvPr/>
        </p:nvSpPr>
        <p:spPr>
          <a:xfrm>
            <a:off x="3016926" y="4139684"/>
            <a:ext cx="389850" cy="369332"/>
          </a:xfrm>
          <a:prstGeom prst="rect">
            <a:avLst/>
          </a:prstGeom>
          <a:noFill/>
        </p:spPr>
        <p:txBody>
          <a:bodyPr wrap="none" rtlCol="0">
            <a:spAutoFit/>
          </a:bodyPr>
          <a:lstStyle/>
          <a:p>
            <a:r>
              <a:rPr lang="en-US" dirty="0">
                <a:solidFill>
                  <a:schemeClr val="accent4"/>
                </a:solidFill>
                <a:sym typeface="Wingdings" panose="05000000000000000000" pitchFamily="2" charset="2"/>
              </a:rPr>
              <a:t></a:t>
            </a:r>
            <a:endParaRPr lang="en-US" dirty="0">
              <a:solidFill>
                <a:schemeClr val="accent4"/>
              </a:solidFill>
            </a:endParaRPr>
          </a:p>
        </p:txBody>
      </p:sp>
      <p:sp>
        <p:nvSpPr>
          <p:cNvPr id="12" name="TextBox 11">
            <a:extLst>
              <a:ext uri="{FF2B5EF4-FFF2-40B4-BE49-F238E27FC236}">
                <a16:creationId xmlns:a16="http://schemas.microsoft.com/office/drawing/2014/main" id="{FEFA3469-58FF-5786-ED5C-8A9DA9F88013}"/>
              </a:ext>
            </a:extLst>
          </p:cNvPr>
          <p:cNvSpPr txBox="1"/>
          <p:nvPr/>
        </p:nvSpPr>
        <p:spPr>
          <a:xfrm>
            <a:off x="7086600" y="1885950"/>
            <a:ext cx="389850" cy="369332"/>
          </a:xfrm>
          <a:prstGeom prst="rect">
            <a:avLst/>
          </a:prstGeom>
          <a:noFill/>
        </p:spPr>
        <p:txBody>
          <a:bodyPr wrap="none" rtlCol="0">
            <a:spAutoFit/>
          </a:bodyPr>
          <a:lstStyle/>
          <a:p>
            <a:r>
              <a:rPr lang="en-US" dirty="0">
                <a:solidFill>
                  <a:schemeClr val="accent4"/>
                </a:solidFill>
                <a:sym typeface="Wingdings" panose="05000000000000000000" pitchFamily="2" charset="2"/>
              </a:rPr>
              <a:t></a:t>
            </a:r>
            <a:endParaRPr lang="en-US" dirty="0">
              <a:solidFill>
                <a:schemeClr val="accent4"/>
              </a:solidFill>
            </a:endParaRPr>
          </a:p>
        </p:txBody>
      </p:sp>
    </p:spTree>
    <p:extLst>
      <p:ext uri="{BB962C8B-B14F-4D97-AF65-F5344CB8AC3E}">
        <p14:creationId xmlns:p14="http://schemas.microsoft.com/office/powerpoint/2010/main" val="2468188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88EAAB-B8B2-A671-660E-081A3D0B4810}"/>
              </a:ext>
            </a:extLst>
          </p:cNvPr>
          <p:cNvSpPr>
            <a:spLocks noGrp="1"/>
          </p:cNvSpPr>
          <p:nvPr>
            <p:ph type="title"/>
          </p:nvPr>
        </p:nvSpPr>
        <p:spPr/>
        <p:txBody>
          <a:bodyPr/>
          <a:lstStyle/>
          <a:p>
            <a:r>
              <a:rPr lang="da-DK" dirty="0"/>
              <a:t>Results</a:t>
            </a:r>
            <a:endParaRPr lang="en-US" dirty="0"/>
          </a:p>
        </p:txBody>
      </p:sp>
      <p:pic>
        <p:nvPicPr>
          <p:cNvPr id="10" name="Picture 9">
            <a:extLst>
              <a:ext uri="{FF2B5EF4-FFF2-40B4-BE49-F238E27FC236}">
                <a16:creationId xmlns:a16="http://schemas.microsoft.com/office/drawing/2014/main" id="{971D248B-3BEC-B95D-4F56-76DDA4FB1B32}"/>
              </a:ext>
            </a:extLst>
          </p:cNvPr>
          <p:cNvPicPr>
            <a:picLocks noChangeAspect="1"/>
          </p:cNvPicPr>
          <p:nvPr/>
        </p:nvPicPr>
        <p:blipFill>
          <a:blip r:embed="rId2"/>
          <a:stretch>
            <a:fillRect/>
          </a:stretch>
        </p:blipFill>
        <p:spPr>
          <a:xfrm>
            <a:off x="152400" y="1562112"/>
            <a:ext cx="4340525" cy="2609837"/>
          </a:xfrm>
          <a:prstGeom prst="rect">
            <a:avLst/>
          </a:prstGeom>
        </p:spPr>
      </p:pic>
      <p:pic>
        <p:nvPicPr>
          <p:cNvPr id="12" name="Picture 11">
            <a:extLst>
              <a:ext uri="{FF2B5EF4-FFF2-40B4-BE49-F238E27FC236}">
                <a16:creationId xmlns:a16="http://schemas.microsoft.com/office/drawing/2014/main" id="{35601C49-9E36-B842-7A3C-8C1C1A09B4BB}"/>
              </a:ext>
            </a:extLst>
          </p:cNvPr>
          <p:cNvPicPr>
            <a:picLocks noChangeAspect="1"/>
          </p:cNvPicPr>
          <p:nvPr/>
        </p:nvPicPr>
        <p:blipFill>
          <a:blip r:embed="rId3"/>
          <a:stretch>
            <a:fillRect/>
          </a:stretch>
        </p:blipFill>
        <p:spPr>
          <a:xfrm>
            <a:off x="4569125" y="1562112"/>
            <a:ext cx="4340525" cy="2609838"/>
          </a:xfrm>
          <a:prstGeom prst="rect">
            <a:avLst/>
          </a:prstGeom>
        </p:spPr>
      </p:pic>
    </p:spTree>
    <p:extLst>
      <p:ext uri="{BB962C8B-B14F-4D97-AF65-F5344CB8AC3E}">
        <p14:creationId xmlns:p14="http://schemas.microsoft.com/office/powerpoint/2010/main" val="2923548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6326E-0378-9739-F9F6-293C0627716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FEC6509-4DB5-2923-B9AA-94CD10F59282}"/>
              </a:ext>
            </a:extLst>
          </p:cNvPr>
          <p:cNvSpPr>
            <a:spLocks noGrp="1"/>
          </p:cNvSpPr>
          <p:nvPr>
            <p:ph type="title"/>
          </p:nvPr>
        </p:nvSpPr>
        <p:spPr/>
        <p:txBody>
          <a:bodyPr/>
          <a:lstStyle/>
          <a:p>
            <a:r>
              <a:rPr lang="da-DK" dirty="0"/>
              <a:t>Microphone Response (3 points on the microphone array)</a:t>
            </a:r>
            <a:endParaRPr lang="en-US" dirty="0"/>
          </a:p>
        </p:txBody>
      </p:sp>
      <p:pic>
        <p:nvPicPr>
          <p:cNvPr id="3" name="Picture 2">
            <a:extLst>
              <a:ext uri="{FF2B5EF4-FFF2-40B4-BE49-F238E27FC236}">
                <a16:creationId xmlns:a16="http://schemas.microsoft.com/office/drawing/2014/main" id="{24A76420-6C3A-5B18-1790-4B7C2361590C}"/>
              </a:ext>
            </a:extLst>
          </p:cNvPr>
          <p:cNvPicPr>
            <a:picLocks noChangeAspect="1"/>
          </p:cNvPicPr>
          <p:nvPr/>
        </p:nvPicPr>
        <p:blipFill>
          <a:blip r:embed="rId2"/>
          <a:stretch>
            <a:fillRect/>
          </a:stretch>
        </p:blipFill>
        <p:spPr>
          <a:xfrm>
            <a:off x="952500" y="1123950"/>
            <a:ext cx="7239000" cy="3857982"/>
          </a:xfrm>
          <a:prstGeom prst="rect">
            <a:avLst/>
          </a:prstGeom>
        </p:spPr>
      </p:pic>
    </p:spTree>
    <p:extLst>
      <p:ext uri="{BB962C8B-B14F-4D97-AF65-F5344CB8AC3E}">
        <p14:creationId xmlns:p14="http://schemas.microsoft.com/office/powerpoint/2010/main" val="1050145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F2138D23-BA88-9C90-56A7-76B9D9984C8D}"/>
              </a:ext>
            </a:extLst>
          </p:cNvPr>
          <p:cNvGraphicFramePr>
            <a:graphicFrameLocks noGrp="1"/>
          </p:cNvGraphicFramePr>
          <p:nvPr>
            <p:ph sz="half" idx="2"/>
            <p:extLst>
              <p:ext uri="{D42A27DB-BD31-4B8C-83A1-F6EECF244321}">
                <p14:modId xmlns:p14="http://schemas.microsoft.com/office/powerpoint/2010/main" val="1217971617"/>
              </p:ext>
            </p:extLst>
          </p:nvPr>
        </p:nvGraphicFramePr>
        <p:xfrm>
          <a:off x="4626049" y="1980223"/>
          <a:ext cx="4113216" cy="1813560"/>
        </p:xfrm>
        <a:graphic>
          <a:graphicData uri="http://schemas.openxmlformats.org/drawingml/2006/table">
            <a:tbl>
              <a:tblPr firstRow="1" bandRow="1">
                <a:tableStyleId>{5C22544A-7EE6-4342-B048-85BDC9FD1C3A}</a:tableStyleId>
              </a:tblPr>
              <a:tblGrid>
                <a:gridCol w="784151">
                  <a:extLst>
                    <a:ext uri="{9D8B030D-6E8A-4147-A177-3AD203B41FA5}">
                      <a16:colId xmlns:a16="http://schemas.microsoft.com/office/drawing/2014/main" val="501175410"/>
                    </a:ext>
                  </a:extLst>
                </a:gridCol>
                <a:gridCol w="665813">
                  <a:extLst>
                    <a:ext uri="{9D8B030D-6E8A-4147-A177-3AD203B41FA5}">
                      <a16:colId xmlns:a16="http://schemas.microsoft.com/office/drawing/2014/main" val="2295767922"/>
                    </a:ext>
                  </a:extLst>
                </a:gridCol>
                <a:gridCol w="665813">
                  <a:extLst>
                    <a:ext uri="{9D8B030D-6E8A-4147-A177-3AD203B41FA5}">
                      <a16:colId xmlns:a16="http://schemas.microsoft.com/office/drawing/2014/main" val="983110941"/>
                    </a:ext>
                  </a:extLst>
                </a:gridCol>
                <a:gridCol w="665813">
                  <a:extLst>
                    <a:ext uri="{9D8B030D-6E8A-4147-A177-3AD203B41FA5}">
                      <a16:colId xmlns:a16="http://schemas.microsoft.com/office/drawing/2014/main" val="2489577692"/>
                    </a:ext>
                  </a:extLst>
                </a:gridCol>
                <a:gridCol w="665813">
                  <a:extLst>
                    <a:ext uri="{9D8B030D-6E8A-4147-A177-3AD203B41FA5}">
                      <a16:colId xmlns:a16="http://schemas.microsoft.com/office/drawing/2014/main" val="334082135"/>
                    </a:ext>
                  </a:extLst>
                </a:gridCol>
                <a:gridCol w="665813">
                  <a:extLst>
                    <a:ext uri="{9D8B030D-6E8A-4147-A177-3AD203B41FA5}">
                      <a16:colId xmlns:a16="http://schemas.microsoft.com/office/drawing/2014/main" val="3052336548"/>
                    </a:ext>
                  </a:extLst>
                </a:gridCol>
              </a:tblGrid>
              <a:tr h="370840">
                <a:tc>
                  <a:txBody>
                    <a:bodyPr/>
                    <a:lstStyle/>
                    <a:p>
                      <a:r>
                        <a:rPr lang="da-DK" sz="1000" dirty="0"/>
                        <a:t>Band center frequency (Hz)</a:t>
                      </a:r>
                      <a:endParaRPr lang="en-US" sz="1000" dirty="0"/>
                    </a:p>
                  </a:txBody>
                  <a:tcPr/>
                </a:tc>
                <a:tc>
                  <a:txBody>
                    <a:bodyPr/>
                    <a:lstStyle/>
                    <a:p>
                      <a:r>
                        <a:rPr lang="da-DK" sz="1000" dirty="0"/>
                        <a:t>D (%)</a:t>
                      </a:r>
                      <a:endParaRPr lang="en-US" sz="1000" dirty="0"/>
                    </a:p>
                  </a:txBody>
                  <a:tcPr/>
                </a:tc>
                <a:tc>
                  <a:txBody>
                    <a:bodyPr/>
                    <a:lstStyle/>
                    <a:p>
                      <a:r>
                        <a:rPr lang="da-DK" sz="1000" dirty="0"/>
                        <a:t>C50 (dB)</a:t>
                      </a:r>
                      <a:endParaRPr lang="en-US" sz="1000" dirty="0"/>
                    </a:p>
                  </a:txBody>
                  <a:tcPr/>
                </a:tc>
                <a:tc>
                  <a:txBody>
                    <a:bodyPr/>
                    <a:lstStyle/>
                    <a:p>
                      <a:r>
                        <a:rPr lang="da-DK" sz="1000" dirty="0"/>
                        <a:t>C80 (dB)</a:t>
                      </a:r>
                      <a:endParaRPr lang="en-US" sz="1000" dirty="0"/>
                    </a:p>
                  </a:txBody>
                  <a:tcPr/>
                </a:tc>
                <a:tc>
                  <a:txBody>
                    <a:bodyPr/>
                    <a:lstStyle/>
                    <a:p>
                      <a:r>
                        <a:rPr lang="da-DK" sz="1000" dirty="0"/>
                        <a:t>EDT (s)</a:t>
                      </a:r>
                      <a:endParaRPr lang="en-US" sz="1000" dirty="0"/>
                    </a:p>
                  </a:txBody>
                  <a:tcPr/>
                </a:tc>
                <a:tc>
                  <a:txBody>
                    <a:bodyPr/>
                    <a:lstStyle/>
                    <a:p>
                      <a:r>
                        <a:rPr lang="da-DK" sz="1000" dirty="0"/>
                        <a:t>T20 (s)</a:t>
                      </a:r>
                      <a:endParaRPr lang="en-US" sz="1000" dirty="0"/>
                    </a:p>
                  </a:txBody>
                  <a:tcPr/>
                </a:tc>
                <a:extLst>
                  <a:ext uri="{0D108BD9-81ED-4DB2-BD59-A6C34878D82A}">
                    <a16:rowId xmlns:a16="http://schemas.microsoft.com/office/drawing/2014/main" val="39588504"/>
                  </a:ext>
                </a:extLst>
              </a:tr>
              <a:tr h="370840">
                <a:tc>
                  <a:txBody>
                    <a:bodyPr/>
                    <a:lstStyle/>
                    <a:p>
                      <a:r>
                        <a:rPr lang="da-DK" sz="1000" dirty="0"/>
                        <a:t>400</a:t>
                      </a:r>
                      <a:endParaRPr lang="en-US" sz="1000" dirty="0"/>
                    </a:p>
                  </a:txBody>
                  <a:tcPr/>
                </a:tc>
                <a:tc>
                  <a:txBody>
                    <a:bodyPr/>
                    <a:lstStyle/>
                    <a:p>
                      <a:r>
                        <a:rPr lang="da-DK" sz="1000" dirty="0"/>
                        <a:t>66.0</a:t>
                      </a:r>
                      <a:endParaRPr lang="en-US" sz="1000" dirty="0"/>
                    </a:p>
                  </a:txBody>
                  <a:tcPr/>
                </a:tc>
                <a:tc>
                  <a:txBody>
                    <a:bodyPr/>
                    <a:lstStyle/>
                    <a:p>
                      <a:r>
                        <a:rPr lang="da-DK" sz="1000" dirty="0"/>
                        <a:t>2.9</a:t>
                      </a:r>
                      <a:endParaRPr lang="en-US" sz="1000" dirty="0"/>
                    </a:p>
                  </a:txBody>
                  <a:tcPr/>
                </a:tc>
                <a:tc>
                  <a:txBody>
                    <a:bodyPr/>
                    <a:lstStyle/>
                    <a:p>
                      <a:r>
                        <a:rPr lang="da-DK" sz="1000" dirty="0"/>
                        <a:t>3.4</a:t>
                      </a:r>
                      <a:endParaRPr lang="en-US" sz="1000" dirty="0"/>
                    </a:p>
                  </a:txBody>
                  <a:tcPr/>
                </a:tc>
                <a:tc>
                  <a:txBody>
                    <a:bodyPr/>
                    <a:lstStyle/>
                    <a:p>
                      <a:r>
                        <a:rPr lang="da-DK" sz="1000" dirty="0"/>
                        <a:t>0.73</a:t>
                      </a:r>
                      <a:endParaRPr lang="en-US" sz="1000" dirty="0"/>
                    </a:p>
                  </a:txBody>
                  <a:tcPr/>
                </a:tc>
                <a:tc>
                  <a:txBody>
                    <a:bodyPr/>
                    <a:lstStyle/>
                    <a:p>
                      <a:r>
                        <a:rPr lang="da-DK" sz="1000" dirty="0"/>
                        <a:t>0.72</a:t>
                      </a:r>
                      <a:endParaRPr lang="en-US" sz="1000" dirty="0"/>
                    </a:p>
                  </a:txBody>
                  <a:tcPr/>
                </a:tc>
                <a:extLst>
                  <a:ext uri="{0D108BD9-81ED-4DB2-BD59-A6C34878D82A}">
                    <a16:rowId xmlns:a16="http://schemas.microsoft.com/office/drawing/2014/main" val="3521442322"/>
                  </a:ext>
                </a:extLst>
              </a:tr>
              <a:tr h="370840">
                <a:tc>
                  <a:txBody>
                    <a:bodyPr/>
                    <a:lstStyle/>
                    <a:p>
                      <a:r>
                        <a:rPr lang="da-DK" sz="1000" dirty="0"/>
                        <a:t>500</a:t>
                      </a:r>
                      <a:endParaRPr lang="en-US" sz="1000" dirty="0"/>
                    </a:p>
                  </a:txBody>
                  <a:tcPr/>
                </a:tc>
                <a:tc>
                  <a:txBody>
                    <a:bodyPr/>
                    <a:lstStyle/>
                    <a:p>
                      <a:r>
                        <a:rPr lang="da-DK" sz="1000" dirty="0"/>
                        <a:t>46.2</a:t>
                      </a:r>
                      <a:endParaRPr lang="en-US" sz="1000" dirty="0"/>
                    </a:p>
                  </a:txBody>
                  <a:tcPr/>
                </a:tc>
                <a:tc>
                  <a:txBody>
                    <a:bodyPr/>
                    <a:lstStyle/>
                    <a:p>
                      <a:r>
                        <a:rPr lang="da-DK" sz="1000" dirty="0"/>
                        <a:t>-0.7</a:t>
                      </a:r>
                      <a:endParaRPr lang="en-US" sz="1000" dirty="0"/>
                    </a:p>
                  </a:txBody>
                  <a:tcPr/>
                </a:tc>
                <a:tc>
                  <a:txBody>
                    <a:bodyPr/>
                    <a:lstStyle/>
                    <a:p>
                      <a:r>
                        <a:rPr lang="da-DK" sz="1000" dirty="0"/>
                        <a:t>2.5</a:t>
                      </a:r>
                      <a:endParaRPr lang="en-US" sz="1000" dirty="0"/>
                    </a:p>
                  </a:txBody>
                  <a:tcPr/>
                </a:tc>
                <a:tc>
                  <a:txBody>
                    <a:bodyPr/>
                    <a:lstStyle/>
                    <a:p>
                      <a:r>
                        <a:rPr lang="da-DK" sz="1000" dirty="0"/>
                        <a:t>1.0</a:t>
                      </a:r>
                      <a:endParaRPr lang="en-US" sz="1000" dirty="0"/>
                    </a:p>
                  </a:txBody>
                  <a:tcPr/>
                </a:tc>
                <a:tc>
                  <a:txBody>
                    <a:bodyPr/>
                    <a:lstStyle/>
                    <a:p>
                      <a:r>
                        <a:rPr lang="da-DK" sz="1000" dirty="0"/>
                        <a:t>0.67</a:t>
                      </a:r>
                      <a:endParaRPr lang="en-US" sz="1000" dirty="0"/>
                    </a:p>
                  </a:txBody>
                  <a:tcPr/>
                </a:tc>
                <a:extLst>
                  <a:ext uri="{0D108BD9-81ED-4DB2-BD59-A6C34878D82A}">
                    <a16:rowId xmlns:a16="http://schemas.microsoft.com/office/drawing/2014/main" val="1143283393"/>
                  </a:ext>
                </a:extLst>
              </a:tr>
              <a:tr h="370840">
                <a:tc>
                  <a:txBody>
                    <a:bodyPr/>
                    <a:lstStyle/>
                    <a:p>
                      <a:r>
                        <a:rPr lang="da-DK" sz="1000" dirty="0"/>
                        <a:t>630</a:t>
                      </a:r>
                      <a:endParaRPr lang="en-US" sz="1000" dirty="0"/>
                    </a:p>
                  </a:txBody>
                  <a:tcPr/>
                </a:tc>
                <a:tc>
                  <a:txBody>
                    <a:bodyPr/>
                    <a:lstStyle/>
                    <a:p>
                      <a:r>
                        <a:rPr lang="da-DK" sz="1000" dirty="0"/>
                        <a:t>69.7</a:t>
                      </a:r>
                      <a:endParaRPr lang="en-US" sz="1000" dirty="0"/>
                    </a:p>
                  </a:txBody>
                  <a:tcPr/>
                </a:tc>
                <a:tc>
                  <a:txBody>
                    <a:bodyPr/>
                    <a:lstStyle/>
                    <a:p>
                      <a:r>
                        <a:rPr lang="da-DK" sz="1000" dirty="0"/>
                        <a:t>3.6</a:t>
                      </a:r>
                      <a:endParaRPr lang="en-US" sz="1000" dirty="0"/>
                    </a:p>
                  </a:txBody>
                  <a:tcPr/>
                </a:tc>
                <a:tc>
                  <a:txBody>
                    <a:bodyPr/>
                    <a:lstStyle/>
                    <a:p>
                      <a:r>
                        <a:rPr lang="da-DK" sz="1000" dirty="0"/>
                        <a:t>9.9</a:t>
                      </a:r>
                      <a:endParaRPr lang="en-US" sz="1000" dirty="0"/>
                    </a:p>
                  </a:txBody>
                  <a:tcPr/>
                </a:tc>
                <a:tc>
                  <a:txBody>
                    <a:bodyPr/>
                    <a:lstStyle/>
                    <a:p>
                      <a:r>
                        <a:rPr lang="da-DK" sz="1000" dirty="0"/>
                        <a:t>0.45</a:t>
                      </a:r>
                      <a:endParaRPr lang="en-US" sz="1000" dirty="0"/>
                    </a:p>
                  </a:txBody>
                  <a:tcPr/>
                </a:tc>
                <a:tc>
                  <a:txBody>
                    <a:bodyPr/>
                    <a:lstStyle/>
                    <a:p>
                      <a:r>
                        <a:rPr lang="da-DK" sz="1000" dirty="0"/>
                        <a:t>0.60</a:t>
                      </a:r>
                      <a:endParaRPr lang="en-US" sz="1000" dirty="0"/>
                    </a:p>
                  </a:txBody>
                  <a:tcPr/>
                </a:tc>
                <a:extLst>
                  <a:ext uri="{0D108BD9-81ED-4DB2-BD59-A6C34878D82A}">
                    <a16:rowId xmlns:a16="http://schemas.microsoft.com/office/drawing/2014/main" val="1771598197"/>
                  </a:ext>
                </a:extLst>
              </a:tr>
            </a:tbl>
          </a:graphicData>
        </a:graphic>
      </p:graphicFrame>
      <p:sp>
        <p:nvSpPr>
          <p:cNvPr id="4" name="Title 3">
            <a:extLst>
              <a:ext uri="{FF2B5EF4-FFF2-40B4-BE49-F238E27FC236}">
                <a16:creationId xmlns:a16="http://schemas.microsoft.com/office/drawing/2014/main" id="{3CEED5EC-9254-16EA-675C-6662DE89E980}"/>
              </a:ext>
            </a:extLst>
          </p:cNvPr>
          <p:cNvSpPr>
            <a:spLocks noGrp="1"/>
          </p:cNvSpPr>
          <p:nvPr>
            <p:ph type="title"/>
          </p:nvPr>
        </p:nvSpPr>
        <p:spPr/>
        <p:txBody>
          <a:bodyPr/>
          <a:lstStyle/>
          <a:p>
            <a:r>
              <a:rPr lang="da-DK" dirty="0"/>
              <a:t>Acoustic Metrics 1/3 Octaves (1 microphone position)</a:t>
            </a:r>
            <a:endParaRPr lang="en-US" dirty="0"/>
          </a:p>
        </p:txBody>
      </p:sp>
      <p:sp>
        <p:nvSpPr>
          <p:cNvPr id="2" name="TextBox 1">
            <a:extLst>
              <a:ext uri="{FF2B5EF4-FFF2-40B4-BE49-F238E27FC236}">
                <a16:creationId xmlns:a16="http://schemas.microsoft.com/office/drawing/2014/main" id="{DF509C4F-35B1-4774-F9EE-90817EA1BCB5}"/>
              </a:ext>
            </a:extLst>
          </p:cNvPr>
          <p:cNvSpPr txBox="1"/>
          <p:nvPr/>
        </p:nvSpPr>
        <p:spPr>
          <a:xfrm>
            <a:off x="4594750" y="4393560"/>
            <a:ext cx="4038600" cy="461665"/>
          </a:xfrm>
          <a:prstGeom prst="rect">
            <a:avLst/>
          </a:prstGeom>
          <a:noFill/>
        </p:spPr>
        <p:txBody>
          <a:bodyPr wrap="square" rtlCol="0">
            <a:spAutoFit/>
          </a:bodyPr>
          <a:lstStyle/>
          <a:p>
            <a:r>
              <a:rPr lang="en-US" sz="1200" dirty="0">
                <a:latin typeface="Lato Light" panose="020F0502020204030203" pitchFamily="34" charset="0"/>
                <a:ea typeface="Lato Light" panose="020F0502020204030203" pitchFamily="34" charset="0"/>
                <a:cs typeface="Lato Light" panose="020F0502020204030203" pitchFamily="34" charset="0"/>
              </a:rPr>
              <a:t>Based on T20 and the room volume (186 m</a:t>
            </a:r>
            <a:r>
              <a:rPr lang="en-US" sz="1200" baseline="30000" dirty="0">
                <a:latin typeface="Lato Light" panose="020F0502020204030203" pitchFamily="34" charset="0"/>
                <a:ea typeface="Lato Light" panose="020F0502020204030203" pitchFamily="34" charset="0"/>
                <a:cs typeface="Lato Light" panose="020F0502020204030203" pitchFamily="34" charset="0"/>
              </a:rPr>
              <a:t>3</a:t>
            </a:r>
            <a:r>
              <a:rPr lang="en-US" sz="1200" dirty="0">
                <a:latin typeface="Lato Light" panose="020F0502020204030203" pitchFamily="34" charset="0"/>
                <a:ea typeface="Lato Light" panose="020F0502020204030203" pitchFamily="34" charset="0"/>
                <a:cs typeface="Lato Light" panose="020F0502020204030203" pitchFamily="34" charset="0"/>
              </a:rPr>
              <a:t>) the Schroeder frequency for the room is about 100 Hz.</a:t>
            </a:r>
          </a:p>
        </p:txBody>
      </p:sp>
      <p:pic>
        <p:nvPicPr>
          <p:cNvPr id="7" name="Content Placeholder 6">
            <a:extLst>
              <a:ext uri="{FF2B5EF4-FFF2-40B4-BE49-F238E27FC236}">
                <a16:creationId xmlns:a16="http://schemas.microsoft.com/office/drawing/2014/main" id="{88FCDBB4-C0C3-84DA-68E2-08E99BC6F951}"/>
              </a:ext>
            </a:extLst>
          </p:cNvPr>
          <p:cNvPicPr>
            <a:picLocks noGrp="1" noChangeAspect="1"/>
          </p:cNvPicPr>
          <p:nvPr>
            <p:ph sz="half" idx="1"/>
          </p:nvPr>
        </p:nvPicPr>
        <p:blipFill>
          <a:blip r:embed="rId2"/>
          <a:stretch>
            <a:fillRect/>
          </a:stretch>
        </p:blipFill>
        <p:spPr>
          <a:xfrm>
            <a:off x="404735" y="1733550"/>
            <a:ext cx="3801734" cy="2427759"/>
          </a:xfrm>
          <a:prstGeom prst="rect">
            <a:avLst/>
          </a:prstGeom>
        </p:spPr>
      </p:pic>
    </p:spTree>
    <p:extLst>
      <p:ext uri="{BB962C8B-B14F-4D97-AF65-F5344CB8AC3E}">
        <p14:creationId xmlns:p14="http://schemas.microsoft.com/office/powerpoint/2010/main" val="2972097242"/>
      </p:ext>
    </p:extLst>
  </p:cSld>
  <p:clrMapOvr>
    <a:masterClrMapping/>
  </p:clrMapOvr>
</p:sld>
</file>

<file path=ppt/theme/theme1.xml><?xml version="1.0" encoding="utf-8"?>
<a:theme xmlns:a="http://schemas.openxmlformats.org/drawingml/2006/main" name="comsol-slide-template-NEW">
  <a:themeElements>
    <a:clrScheme name="COMSOL 1">
      <a:dk1>
        <a:srgbClr val="393A39"/>
      </a:dk1>
      <a:lt1>
        <a:srgbClr val="FFFFFF"/>
      </a:lt1>
      <a:dk2>
        <a:srgbClr val="12192D"/>
      </a:dk2>
      <a:lt2>
        <a:srgbClr val="BDD2DE"/>
      </a:lt2>
      <a:accent1>
        <a:srgbClr val="1B4D81"/>
      </a:accent1>
      <a:accent2>
        <a:srgbClr val="3B80B6"/>
      </a:accent2>
      <a:accent3>
        <a:srgbClr val="E39C47"/>
      </a:accent3>
      <a:accent4>
        <a:srgbClr val="D5572D"/>
      </a:accent4>
      <a:accent5>
        <a:srgbClr val="3C7881"/>
      </a:accent5>
      <a:accent6>
        <a:srgbClr val="AAD3C5"/>
      </a:accent6>
      <a:hlink>
        <a:srgbClr val="3B80B6"/>
      </a:hlink>
      <a:folHlink>
        <a:srgbClr val="1A4D83"/>
      </a:folHlink>
    </a:clrScheme>
    <a:fontScheme name="COMSOL">
      <a:majorFont>
        <a:latin typeface="Lato"/>
        <a:ea typeface=""/>
        <a:cs typeface=""/>
      </a:majorFont>
      <a:minorFont>
        <a:latin typeface="La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A31D662-4B09-FD40-915E-578D5FC7E514}" vid="{D1BCAEE3-4106-F24B-BAF9-0C2744683F9C}"/>
    </a:ext>
  </a:extLst>
</a:theme>
</file>

<file path=ppt/theme/theme2.xml><?xml version="1.0" encoding="utf-8"?>
<a:theme xmlns:a="http://schemas.openxmlformats.org/drawingml/2006/main" name="1_comsol-slide-template-NEW">
  <a:themeElements>
    <a:clrScheme name="COMSOL 1">
      <a:dk1>
        <a:srgbClr val="393A39"/>
      </a:dk1>
      <a:lt1>
        <a:srgbClr val="FFFFFF"/>
      </a:lt1>
      <a:dk2>
        <a:srgbClr val="12192D"/>
      </a:dk2>
      <a:lt2>
        <a:srgbClr val="BDD2DE"/>
      </a:lt2>
      <a:accent1>
        <a:srgbClr val="1B4D81"/>
      </a:accent1>
      <a:accent2>
        <a:srgbClr val="3B80B6"/>
      </a:accent2>
      <a:accent3>
        <a:srgbClr val="E39C47"/>
      </a:accent3>
      <a:accent4>
        <a:srgbClr val="D5572D"/>
      </a:accent4>
      <a:accent5>
        <a:srgbClr val="3C7881"/>
      </a:accent5>
      <a:accent6>
        <a:srgbClr val="AAD3C5"/>
      </a:accent6>
      <a:hlink>
        <a:srgbClr val="3B80B6"/>
      </a:hlink>
      <a:folHlink>
        <a:srgbClr val="1A4D83"/>
      </a:folHlink>
    </a:clrScheme>
    <a:fontScheme name="COMSOL">
      <a:majorFont>
        <a:latin typeface="Lato"/>
        <a:ea typeface=""/>
        <a:cs typeface=""/>
      </a:majorFont>
      <a:minorFont>
        <a:latin typeface="La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52912BFE-7B6F-124A-9C24-F24CF1F92020}" vid="{842B0FB5-7D74-1443-A34A-FB4C06755760}"/>
    </a:ext>
  </a:extLst>
</a:theme>
</file>

<file path=ppt/theme/theme3.xml><?xml version="1.0" encoding="utf-8"?>
<a:theme xmlns:a="http://schemas.openxmlformats.org/drawingml/2006/main" name="2_comsol-slide-template-NEW">
  <a:themeElements>
    <a:clrScheme name="COMSOL 1">
      <a:dk1>
        <a:srgbClr val="393A39"/>
      </a:dk1>
      <a:lt1>
        <a:srgbClr val="FFFFFF"/>
      </a:lt1>
      <a:dk2>
        <a:srgbClr val="12192D"/>
      </a:dk2>
      <a:lt2>
        <a:srgbClr val="BDD2DE"/>
      </a:lt2>
      <a:accent1>
        <a:srgbClr val="1B4D81"/>
      </a:accent1>
      <a:accent2>
        <a:srgbClr val="3B80B6"/>
      </a:accent2>
      <a:accent3>
        <a:srgbClr val="E39C47"/>
      </a:accent3>
      <a:accent4>
        <a:srgbClr val="D5572D"/>
      </a:accent4>
      <a:accent5>
        <a:srgbClr val="3C7881"/>
      </a:accent5>
      <a:accent6>
        <a:srgbClr val="AAD3C5"/>
      </a:accent6>
      <a:hlink>
        <a:srgbClr val="3B80B6"/>
      </a:hlink>
      <a:folHlink>
        <a:srgbClr val="1A4D83"/>
      </a:folHlink>
    </a:clrScheme>
    <a:fontScheme name="COMSOL">
      <a:majorFont>
        <a:latin typeface="Lato"/>
        <a:ea typeface=""/>
        <a:cs typeface=""/>
      </a:majorFont>
      <a:minorFont>
        <a:latin typeface="La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6" id="{58E45BB7-3D30-044C-A3A4-7E6233A49E5C}" vid="{3EE5D14E-7671-4D46-82E6-06377E825DA2}"/>
    </a:ext>
  </a:extLst>
</a:theme>
</file>

<file path=ppt/theme/theme4.xml><?xml version="1.0" encoding="utf-8"?>
<a:theme xmlns:a="http://schemas.openxmlformats.org/drawingml/2006/main" name="3_comsol-slide-template-NEW">
  <a:themeElements>
    <a:clrScheme name="COMSOL">
      <a:dk1>
        <a:srgbClr val="393A39"/>
      </a:dk1>
      <a:lt1>
        <a:srgbClr val="FFFFFF"/>
      </a:lt1>
      <a:dk2>
        <a:srgbClr val="24325B"/>
      </a:dk2>
      <a:lt2>
        <a:srgbClr val="D7E3EE"/>
      </a:lt2>
      <a:accent1>
        <a:srgbClr val="005596"/>
      </a:accent1>
      <a:accent2>
        <a:srgbClr val="368CCB"/>
      </a:accent2>
      <a:accent3>
        <a:srgbClr val="EEA341"/>
      </a:accent3>
      <a:accent4>
        <a:srgbClr val="E65E30"/>
      </a:accent4>
      <a:accent5>
        <a:srgbClr val="388090"/>
      </a:accent5>
      <a:accent6>
        <a:srgbClr val="A5D5CF"/>
      </a:accent6>
      <a:hlink>
        <a:srgbClr val="368CCB"/>
      </a:hlink>
      <a:folHlink>
        <a:srgbClr val="005596"/>
      </a:folHlink>
    </a:clrScheme>
    <a:fontScheme name="COMSOL">
      <a:majorFont>
        <a:latin typeface="Lato"/>
        <a:ea typeface=""/>
        <a:cs typeface=""/>
      </a:majorFont>
      <a:minorFont>
        <a:latin typeface="La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8AFB895-BB4D-8741-A37F-E019D3C1E81A}" vid="{429A5D2B-68DB-D047-B7EF-42DBF5B1A348}"/>
    </a:ext>
  </a:extLst>
</a:theme>
</file>

<file path=ppt/theme/theme5.xml><?xml version="1.0" encoding="utf-8"?>
<a:theme xmlns:a="http://schemas.openxmlformats.org/drawingml/2006/main" name="4_comsol-slide-template-NEW">
  <a:themeElements>
    <a:clrScheme name="COMSOL">
      <a:dk1>
        <a:srgbClr val="393A39"/>
      </a:dk1>
      <a:lt1>
        <a:srgbClr val="FFFFFF"/>
      </a:lt1>
      <a:dk2>
        <a:srgbClr val="24325B"/>
      </a:dk2>
      <a:lt2>
        <a:srgbClr val="D7E3EE"/>
      </a:lt2>
      <a:accent1>
        <a:srgbClr val="005596"/>
      </a:accent1>
      <a:accent2>
        <a:srgbClr val="368CCB"/>
      </a:accent2>
      <a:accent3>
        <a:srgbClr val="EEA341"/>
      </a:accent3>
      <a:accent4>
        <a:srgbClr val="E65E30"/>
      </a:accent4>
      <a:accent5>
        <a:srgbClr val="388090"/>
      </a:accent5>
      <a:accent6>
        <a:srgbClr val="A5D5CF"/>
      </a:accent6>
      <a:hlink>
        <a:srgbClr val="368CCB"/>
      </a:hlink>
      <a:folHlink>
        <a:srgbClr val="005596"/>
      </a:folHlink>
    </a:clrScheme>
    <a:fontScheme name="COMSOL">
      <a:majorFont>
        <a:latin typeface="Lato"/>
        <a:ea typeface=""/>
        <a:cs typeface=""/>
      </a:majorFont>
      <a:minorFont>
        <a:latin typeface="La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20DE3E8C-6282-2842-9638-E43F0CDF4795}" vid="{9E82DB21-A0AD-7C4E-82AB-58EA92DF41A6}"/>
    </a:ext>
  </a:extLst>
</a:theme>
</file>

<file path=ppt/theme/theme6.xml><?xml version="1.0" encoding="utf-8"?>
<a:theme xmlns:a="http://schemas.openxmlformats.org/drawingml/2006/main" name="5_comsol-slide-template-NEW">
  <a:themeElements>
    <a:clrScheme name="COMSOL 1">
      <a:dk1>
        <a:srgbClr val="393A39"/>
      </a:dk1>
      <a:lt1>
        <a:srgbClr val="FFFFFF"/>
      </a:lt1>
      <a:dk2>
        <a:srgbClr val="12192D"/>
      </a:dk2>
      <a:lt2>
        <a:srgbClr val="BDD2DE"/>
      </a:lt2>
      <a:accent1>
        <a:srgbClr val="1B4D81"/>
      </a:accent1>
      <a:accent2>
        <a:srgbClr val="3B80B6"/>
      </a:accent2>
      <a:accent3>
        <a:srgbClr val="E39C47"/>
      </a:accent3>
      <a:accent4>
        <a:srgbClr val="D5572D"/>
      </a:accent4>
      <a:accent5>
        <a:srgbClr val="3C7881"/>
      </a:accent5>
      <a:accent6>
        <a:srgbClr val="AAD3C5"/>
      </a:accent6>
      <a:hlink>
        <a:srgbClr val="3B80B6"/>
      </a:hlink>
      <a:folHlink>
        <a:srgbClr val="1A4D83"/>
      </a:folHlink>
    </a:clrScheme>
    <a:fontScheme name="COMSOL">
      <a:majorFont>
        <a:latin typeface="Lato"/>
        <a:ea typeface=""/>
        <a:cs typeface=""/>
      </a:majorFont>
      <a:minorFont>
        <a:latin typeface="La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A31D662-4B09-FD40-915E-578D5FC7E514}" vid="{D1BCAEE3-4106-F24B-BAF9-0C2744683F9C}"/>
    </a:ext>
  </a:extLst>
</a:theme>
</file>

<file path=ppt/theme/theme7.xml><?xml version="1.0" encoding="utf-8"?>
<a:theme xmlns:a="http://schemas.openxmlformats.org/drawingml/2006/main" name="6_comsol-slide-template-NEW">
  <a:themeElements>
    <a:clrScheme name="COMSOL 1">
      <a:dk1>
        <a:srgbClr val="393A39"/>
      </a:dk1>
      <a:lt1>
        <a:srgbClr val="FFFFFF"/>
      </a:lt1>
      <a:dk2>
        <a:srgbClr val="12192D"/>
      </a:dk2>
      <a:lt2>
        <a:srgbClr val="BDD2DE"/>
      </a:lt2>
      <a:accent1>
        <a:srgbClr val="1B4D81"/>
      </a:accent1>
      <a:accent2>
        <a:srgbClr val="3B80B6"/>
      </a:accent2>
      <a:accent3>
        <a:srgbClr val="E39C47"/>
      </a:accent3>
      <a:accent4>
        <a:srgbClr val="D5572D"/>
      </a:accent4>
      <a:accent5>
        <a:srgbClr val="3C7881"/>
      </a:accent5>
      <a:accent6>
        <a:srgbClr val="AAD3C5"/>
      </a:accent6>
      <a:hlink>
        <a:srgbClr val="3B80B6"/>
      </a:hlink>
      <a:folHlink>
        <a:srgbClr val="1A4D83"/>
      </a:folHlink>
    </a:clrScheme>
    <a:fontScheme name="COMSOL">
      <a:majorFont>
        <a:latin typeface="Lato"/>
        <a:ea typeface=""/>
        <a:cs typeface=""/>
      </a:majorFont>
      <a:minorFont>
        <a:latin typeface="La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15442784-ABB1-324E-B08C-81406058CECA}" vid="{A17E31C8-A74B-E54B-9D1C-BF65E6B8E941}"/>
    </a:ext>
  </a:extLst>
</a:theme>
</file>

<file path=ppt/theme/theme8.xml><?xml version="1.0" encoding="utf-8"?>
<a:theme xmlns:a="http://schemas.openxmlformats.org/drawingml/2006/main" name="7_comsol-slide-template-NEW">
  <a:themeElements>
    <a:clrScheme name="COMSOL 1">
      <a:dk1>
        <a:srgbClr val="393A39"/>
      </a:dk1>
      <a:lt1>
        <a:srgbClr val="D3E2E9"/>
      </a:lt1>
      <a:dk2>
        <a:srgbClr val="12192D"/>
      </a:dk2>
      <a:lt2>
        <a:srgbClr val="FFFFFF"/>
      </a:lt2>
      <a:accent1>
        <a:srgbClr val="1B4D81"/>
      </a:accent1>
      <a:accent2>
        <a:srgbClr val="D3E2E9"/>
      </a:accent2>
      <a:accent3>
        <a:srgbClr val="AE2956"/>
      </a:accent3>
      <a:accent4>
        <a:srgbClr val="DF5F2C"/>
      </a:accent4>
      <a:accent5>
        <a:srgbClr val="6AA743"/>
      </a:accent5>
      <a:accent6>
        <a:srgbClr val="F0B129"/>
      </a:accent6>
      <a:hlink>
        <a:srgbClr val="3B80B6"/>
      </a:hlink>
      <a:folHlink>
        <a:srgbClr val="651C33"/>
      </a:folHlink>
    </a:clrScheme>
    <a:fontScheme name="COMSOL">
      <a:majorFont>
        <a:latin typeface="Lato"/>
        <a:ea typeface=""/>
        <a:cs typeface=""/>
      </a:majorFont>
      <a:minorFont>
        <a:latin typeface="La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msol-slide-template-NEW2" id="{1599B3F4-C756-4B27-BC08-7366E62434A3}" vid="{D044A537-18D9-4D16-90D5-8C33D46A50FD}"/>
    </a:ext>
  </a:extLst>
</a:theme>
</file>

<file path=ppt/theme/theme9.xml><?xml version="1.0" encoding="utf-8"?>
<a:theme xmlns:a="http://schemas.openxmlformats.org/drawingml/2006/main" name="8_comsol-slide-template-NEW">
  <a:themeElements>
    <a:clrScheme name="COMSOL 1">
      <a:dk1>
        <a:srgbClr val="393A39"/>
      </a:dk1>
      <a:lt1>
        <a:srgbClr val="D3E2E9"/>
      </a:lt1>
      <a:dk2>
        <a:srgbClr val="12192D"/>
      </a:dk2>
      <a:lt2>
        <a:srgbClr val="FFFFFF"/>
      </a:lt2>
      <a:accent1>
        <a:srgbClr val="1B4D81"/>
      </a:accent1>
      <a:accent2>
        <a:srgbClr val="D3E2E9"/>
      </a:accent2>
      <a:accent3>
        <a:srgbClr val="AE2956"/>
      </a:accent3>
      <a:accent4>
        <a:srgbClr val="DF5F2C"/>
      </a:accent4>
      <a:accent5>
        <a:srgbClr val="6AA743"/>
      </a:accent5>
      <a:accent6>
        <a:srgbClr val="F0B129"/>
      </a:accent6>
      <a:hlink>
        <a:srgbClr val="3B80B6"/>
      </a:hlink>
      <a:folHlink>
        <a:srgbClr val="651C33"/>
      </a:folHlink>
    </a:clrScheme>
    <a:fontScheme name="COMSOL">
      <a:majorFont>
        <a:latin typeface="Lato"/>
        <a:ea typeface=""/>
        <a:cs typeface=""/>
      </a:majorFont>
      <a:minorFont>
        <a:latin typeface="La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msol-slide-template-NEW2" id="{AE529424-001D-1F4F-8F15-4C558AF5A5C5}" vid="{5BF5BE3B-E79F-C647-A8FA-D5EED9A667F6}"/>
    </a:ext>
  </a:extLst>
</a:theme>
</file>

<file path=ppt/theme/theme10.xml><?xml version="1.0" encoding="utf-8"?>
<a:theme xmlns:a="http://schemas.openxmlformats.org/drawingml/2006/main" name="9_comsol-slide-template-NEW">
  <a:themeElements>
    <a:clrScheme name="COMSOL 1">
      <a:dk1>
        <a:srgbClr val="393A39"/>
      </a:dk1>
      <a:lt1>
        <a:srgbClr val="FFFFFF"/>
      </a:lt1>
      <a:dk2>
        <a:srgbClr val="12192D"/>
      </a:dk2>
      <a:lt2>
        <a:srgbClr val="BDD2DE"/>
      </a:lt2>
      <a:accent1>
        <a:srgbClr val="1B4D81"/>
      </a:accent1>
      <a:accent2>
        <a:srgbClr val="3B80B6"/>
      </a:accent2>
      <a:accent3>
        <a:srgbClr val="E39C47"/>
      </a:accent3>
      <a:accent4>
        <a:srgbClr val="D5572D"/>
      </a:accent4>
      <a:accent5>
        <a:srgbClr val="3C7881"/>
      </a:accent5>
      <a:accent6>
        <a:srgbClr val="AAD3C5"/>
      </a:accent6>
      <a:hlink>
        <a:srgbClr val="3B80B6"/>
      </a:hlink>
      <a:folHlink>
        <a:srgbClr val="1A4D83"/>
      </a:folHlink>
    </a:clrScheme>
    <a:fontScheme name="COMSOL">
      <a:majorFont>
        <a:latin typeface="Lato"/>
        <a:ea typeface=""/>
        <a:cs typeface=""/>
      </a:majorFont>
      <a:minorFont>
        <a:latin typeface="La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6" id="{58E45BB7-3D30-044C-A3A4-7E6233A49E5C}" vid="{3EE5D14E-7671-4D46-82E6-06377E825DA2}"/>
    </a:ext>
  </a:extLst>
</a:theme>
</file>

<file path=ppt/theme/theme11.xml><?xml version="1.0" encoding="utf-8"?>
<a:theme xmlns:a="http://schemas.openxmlformats.org/drawingml/2006/main" name="COMSOL_Apr7">
  <a:themeElements>
    <a:clrScheme name="COMSOL">
      <a:dk1>
        <a:srgbClr val="393A39"/>
      </a:dk1>
      <a:lt1>
        <a:srgbClr val="FFFFFF"/>
      </a:lt1>
      <a:dk2>
        <a:srgbClr val="24325B"/>
      </a:dk2>
      <a:lt2>
        <a:srgbClr val="D7E3EE"/>
      </a:lt2>
      <a:accent1>
        <a:srgbClr val="005596"/>
      </a:accent1>
      <a:accent2>
        <a:srgbClr val="368CCB"/>
      </a:accent2>
      <a:accent3>
        <a:srgbClr val="EEA341"/>
      </a:accent3>
      <a:accent4>
        <a:srgbClr val="E65E30"/>
      </a:accent4>
      <a:accent5>
        <a:srgbClr val="388090"/>
      </a:accent5>
      <a:accent6>
        <a:srgbClr val="A5D5CF"/>
      </a:accent6>
      <a:hlink>
        <a:srgbClr val="368CCB"/>
      </a:hlink>
      <a:folHlink>
        <a:srgbClr val="005596"/>
      </a:folHlink>
    </a:clrScheme>
    <a:fontScheme name="COMSOL">
      <a:majorFont>
        <a:latin typeface="Lato"/>
        <a:ea typeface=""/>
        <a:cs typeface=""/>
      </a:majorFont>
      <a:minorFont>
        <a:latin typeface="La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MSOL_Apr7" id="{830EA0CA-4525-B944-89AE-516B37C6062A}" vid="{71B94E8F-29E2-3C40-AE35-3721159685AB}"/>
    </a:ext>
  </a:extLst>
</a:theme>
</file>

<file path=ppt/theme/theme12.xml><?xml version="1.0" encoding="utf-8"?>
<a:theme xmlns:a="http://schemas.openxmlformats.org/drawingml/2006/main" name="10_comsol-slide-template-NEW">
  <a:themeElements>
    <a:clrScheme name="COMSOL">
      <a:dk1>
        <a:srgbClr val="393A39"/>
      </a:dk1>
      <a:lt1>
        <a:srgbClr val="FFFFFF"/>
      </a:lt1>
      <a:dk2>
        <a:srgbClr val="24325B"/>
      </a:dk2>
      <a:lt2>
        <a:srgbClr val="D7E3EE"/>
      </a:lt2>
      <a:accent1>
        <a:srgbClr val="005596"/>
      </a:accent1>
      <a:accent2>
        <a:srgbClr val="368CCB"/>
      </a:accent2>
      <a:accent3>
        <a:srgbClr val="EEA341"/>
      </a:accent3>
      <a:accent4>
        <a:srgbClr val="E65E30"/>
      </a:accent4>
      <a:accent5>
        <a:srgbClr val="388090"/>
      </a:accent5>
      <a:accent6>
        <a:srgbClr val="A5D5CF"/>
      </a:accent6>
      <a:hlink>
        <a:srgbClr val="368CCB"/>
      </a:hlink>
      <a:folHlink>
        <a:srgbClr val="005596"/>
      </a:folHlink>
    </a:clrScheme>
    <a:fontScheme name="COMSOL">
      <a:majorFont>
        <a:latin typeface="Lato"/>
        <a:ea typeface=""/>
        <a:cs typeface=""/>
      </a:majorFont>
      <a:minorFont>
        <a:latin typeface="La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8" id="{64BCF831-D207-584D-ACD9-0B34AB7253A5}" vid="{B059813A-8515-774C-8F19-AFB7D48AD5BA}"/>
    </a:ext>
  </a:extLst>
</a:theme>
</file>

<file path=ppt/theme/theme13.xml><?xml version="1.0" encoding="utf-8"?>
<a:theme xmlns:a="http://schemas.openxmlformats.org/drawingml/2006/main" name="COMSOL">
  <a:themeElements>
    <a:clrScheme name="COMSOL">
      <a:dk1>
        <a:srgbClr val="393A39"/>
      </a:dk1>
      <a:lt1>
        <a:srgbClr val="FFFFFF"/>
      </a:lt1>
      <a:dk2>
        <a:srgbClr val="24325B"/>
      </a:dk2>
      <a:lt2>
        <a:srgbClr val="D7E3EE"/>
      </a:lt2>
      <a:accent1>
        <a:srgbClr val="005596"/>
      </a:accent1>
      <a:accent2>
        <a:srgbClr val="368CCB"/>
      </a:accent2>
      <a:accent3>
        <a:srgbClr val="EEA341"/>
      </a:accent3>
      <a:accent4>
        <a:srgbClr val="E65E30"/>
      </a:accent4>
      <a:accent5>
        <a:srgbClr val="388090"/>
      </a:accent5>
      <a:accent6>
        <a:srgbClr val="A5D5CF"/>
      </a:accent6>
      <a:hlink>
        <a:srgbClr val="368CCB"/>
      </a:hlink>
      <a:folHlink>
        <a:srgbClr val="005596"/>
      </a:folHlink>
    </a:clrScheme>
    <a:fontScheme name="COMSOL">
      <a:majorFont>
        <a:latin typeface="Lato"/>
        <a:ea typeface=""/>
        <a:cs typeface=""/>
      </a:majorFont>
      <a:minorFont>
        <a:latin typeface="La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MSOL" id="{21A49447-083C-5441-83E1-DC6CE2F4F96C}" vid="{BC03C017-C680-8241-AA26-6D12BD0AD6AD}"/>
    </a:ext>
  </a:extLst>
</a:theme>
</file>

<file path=ppt/theme/theme14.xml><?xml version="1.0" encoding="utf-8"?>
<a:theme xmlns:a="http://schemas.openxmlformats.org/drawingml/2006/main" name="11_comsol-slide-template-NEW">
  <a:themeElements>
    <a:clrScheme name="COMSOL">
      <a:dk1>
        <a:srgbClr val="393A39"/>
      </a:dk1>
      <a:lt1>
        <a:srgbClr val="FFFFFF"/>
      </a:lt1>
      <a:dk2>
        <a:srgbClr val="24325B"/>
      </a:dk2>
      <a:lt2>
        <a:srgbClr val="D7E3EE"/>
      </a:lt2>
      <a:accent1>
        <a:srgbClr val="005596"/>
      </a:accent1>
      <a:accent2>
        <a:srgbClr val="368CCB"/>
      </a:accent2>
      <a:accent3>
        <a:srgbClr val="EEA341"/>
      </a:accent3>
      <a:accent4>
        <a:srgbClr val="E65E30"/>
      </a:accent4>
      <a:accent5>
        <a:srgbClr val="388090"/>
      </a:accent5>
      <a:accent6>
        <a:srgbClr val="A5D5CF"/>
      </a:accent6>
      <a:hlink>
        <a:srgbClr val="368CCB"/>
      </a:hlink>
      <a:folHlink>
        <a:srgbClr val="005596"/>
      </a:folHlink>
    </a:clrScheme>
    <a:fontScheme name="COMSOL">
      <a:majorFont>
        <a:latin typeface="Lato"/>
        <a:ea typeface=""/>
        <a:cs typeface=""/>
      </a:majorFont>
      <a:minorFont>
        <a:latin typeface="La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20DE3E8C-6282-2842-9638-E43F0CDF4795}" vid="{9E82DB21-A0AD-7C4E-82AB-58EA92DF41A6}"/>
    </a:ext>
  </a:extLst>
</a:theme>
</file>

<file path=ppt/theme/theme15.xml><?xml version="1.0" encoding="utf-8"?>
<a:theme xmlns:a="http://schemas.openxmlformats.org/drawingml/2006/main" name="1_comsol">
  <a:themeElements>
    <a:clrScheme name="COMSOL">
      <a:dk1>
        <a:srgbClr val="393A39"/>
      </a:dk1>
      <a:lt1>
        <a:srgbClr val="FFFFFF"/>
      </a:lt1>
      <a:dk2>
        <a:srgbClr val="24325B"/>
      </a:dk2>
      <a:lt2>
        <a:srgbClr val="D7E3EE"/>
      </a:lt2>
      <a:accent1>
        <a:srgbClr val="005596"/>
      </a:accent1>
      <a:accent2>
        <a:srgbClr val="368CCB"/>
      </a:accent2>
      <a:accent3>
        <a:srgbClr val="EEA341"/>
      </a:accent3>
      <a:accent4>
        <a:srgbClr val="E65E30"/>
      </a:accent4>
      <a:accent5>
        <a:srgbClr val="388090"/>
      </a:accent5>
      <a:accent6>
        <a:srgbClr val="A5D5CF"/>
      </a:accent6>
      <a:hlink>
        <a:srgbClr val="368CCB"/>
      </a:hlink>
      <a:folHlink>
        <a:srgbClr val="005596"/>
      </a:folHlink>
    </a:clrScheme>
    <a:fontScheme name="COMSOL">
      <a:majorFont>
        <a:latin typeface="Lato"/>
        <a:ea typeface=""/>
        <a:cs typeface=""/>
      </a:majorFont>
      <a:minorFont>
        <a:latin typeface="La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msol" id="{211E94DA-9C15-4C34-A0B6-9F3E114C87F7}" vid="{982BCE1E-7516-439D-B446-50B034842523}"/>
    </a:ext>
  </a:ext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comsol-slide-template-NEW</Template>
  <TotalTime>4371</TotalTime>
  <Words>559</Words>
  <Application>Microsoft Office PowerPoint</Application>
  <PresentationFormat>On-screen Show (16:9)</PresentationFormat>
  <Paragraphs>65</Paragraphs>
  <Slides>9</Slides>
  <Notes>2</Notes>
  <HiddenSlides>0</HiddenSlides>
  <MMClips>0</MMClips>
  <ScaleCrop>false</ScaleCrop>
  <HeadingPairs>
    <vt:vector size="6" baseType="variant">
      <vt:variant>
        <vt:lpstr>Fonts Used</vt:lpstr>
      </vt:variant>
      <vt:variant>
        <vt:i4>7</vt:i4>
      </vt:variant>
      <vt:variant>
        <vt:lpstr>Theme</vt:lpstr>
      </vt:variant>
      <vt:variant>
        <vt:i4>15</vt:i4>
      </vt:variant>
      <vt:variant>
        <vt:lpstr>Slide Titles</vt:lpstr>
      </vt:variant>
      <vt:variant>
        <vt:i4>9</vt:i4>
      </vt:variant>
    </vt:vector>
  </HeadingPairs>
  <TitlesOfParts>
    <vt:vector size="31" baseType="lpstr">
      <vt:lpstr>Lato</vt:lpstr>
      <vt:lpstr>Wingdings</vt:lpstr>
      <vt:lpstr>Lato Black</vt:lpstr>
      <vt:lpstr>Lato Light</vt:lpstr>
      <vt:lpstr>Symbol</vt:lpstr>
      <vt:lpstr>Arial</vt:lpstr>
      <vt:lpstr>STIXGeneral-Regular</vt:lpstr>
      <vt:lpstr>comsol-slide-template-NEW</vt:lpstr>
      <vt:lpstr>1_comsol-slide-template-NEW</vt:lpstr>
      <vt:lpstr>2_comsol-slide-template-NEW</vt:lpstr>
      <vt:lpstr>3_comsol-slide-template-NEW</vt:lpstr>
      <vt:lpstr>4_comsol-slide-template-NEW</vt:lpstr>
      <vt:lpstr>5_comsol-slide-template-NEW</vt:lpstr>
      <vt:lpstr>6_comsol-slide-template-NEW</vt:lpstr>
      <vt:lpstr>7_comsol-slide-template-NEW</vt:lpstr>
      <vt:lpstr>8_comsol-slide-template-NEW</vt:lpstr>
      <vt:lpstr>9_comsol-slide-template-NEW</vt:lpstr>
      <vt:lpstr>COMSOL_Apr7</vt:lpstr>
      <vt:lpstr>10_comsol-slide-template-NEW</vt:lpstr>
      <vt:lpstr>COMSOL</vt:lpstr>
      <vt:lpstr>11_comsol-slide-template-NEW</vt:lpstr>
      <vt:lpstr>1_comsol</vt:lpstr>
      <vt:lpstr>Acoustics of an Open-Plan Office Space </vt:lpstr>
      <vt:lpstr>Background and Motivation</vt:lpstr>
      <vt:lpstr>Model Setup</vt:lpstr>
      <vt:lpstr>Model Setup</vt:lpstr>
      <vt:lpstr>Model Solved on GPU</vt:lpstr>
      <vt:lpstr>Importance of Mesh</vt:lpstr>
      <vt:lpstr>Results</vt:lpstr>
      <vt:lpstr>Microphone Response (3 points on the microphone array)</vt:lpstr>
      <vt:lpstr>Acoustic Metrics 1/3 Octaves (1 microphone position)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COMSOL Slide Template</dc:title>
  <dc:creator>Microsoft Office User</dc:creator>
  <cp:lastModifiedBy>Mads Herring Jensen</cp:lastModifiedBy>
  <cp:revision>103</cp:revision>
  <dcterms:created xsi:type="dcterms:W3CDTF">2019-11-14T21:25:40Z</dcterms:created>
  <dcterms:modified xsi:type="dcterms:W3CDTF">2025-10-23T10:01:33Z</dcterms:modified>
</cp:coreProperties>
</file>